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77" r:id="rId1"/>
  </p:sldMasterIdLst>
  <p:notesMasterIdLst>
    <p:notesMasterId r:id="rId15"/>
  </p:notesMasterIdLst>
  <p:sldIdLst>
    <p:sldId id="256" r:id="rId2"/>
    <p:sldId id="318" r:id="rId3"/>
    <p:sldId id="319" r:id="rId4"/>
    <p:sldId id="320" r:id="rId5"/>
    <p:sldId id="321" r:id="rId6"/>
    <p:sldId id="322" r:id="rId7"/>
    <p:sldId id="323" r:id="rId8"/>
    <p:sldId id="324" r:id="rId9"/>
    <p:sldId id="325" r:id="rId10"/>
    <p:sldId id="326" r:id="rId11"/>
    <p:sldId id="317" r:id="rId12"/>
    <p:sldId id="327" r:id="rId13"/>
    <p:sldId id="316" r:id="rId14"/>
  </p:sldIdLst>
  <p:sldSz cx="9144000" cy="5143500" type="screen16x9"/>
  <p:notesSz cx="6858000" cy="9144000"/>
  <p:embeddedFontLst>
    <p:embeddedFont>
      <p:font typeface="Cambria Math" panose="02040503050406030204" pitchFamily="18" charset="0"/>
      <p:regular r:id="rId16"/>
    </p:embeddedFont>
    <p:embeddedFont>
      <p:font typeface="Exo 2" panose="020B0604020202020204" charset="0"/>
      <p:regular r:id="rId17"/>
      <p:bold r:id="rId18"/>
      <p:italic r:id="rId19"/>
      <p:boldItalic r:id="rId20"/>
    </p:embeddedFont>
    <p:embeddedFont>
      <p:font typeface="Nunito Light" pitchFamily="2" charset="0"/>
      <p:regular r:id="rId21"/>
      <p:italic r:id="rId22"/>
    </p:embeddedFont>
    <p:embeddedFont>
      <p:font typeface="Roboto Condensed Light" panose="02000000000000000000" pitchFamily="2" charset="0"/>
      <p:regular r:id="rId23"/>
      <p:bold r:id="rId24"/>
      <p:italic r:id="rId25"/>
      <p:boldItalic r:id="rId26"/>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8000"/>
    <a:srgbClr val="E2E2E2"/>
    <a:srgbClr val="323278"/>
    <a:srgbClr val="323264"/>
    <a:srgbClr val="8700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1E77DACE-C60C-4A84-9A19-9FD3E4A73199}">
  <a:tblStyle styleId="{1E77DACE-C60C-4A84-9A19-9FD3E4A73199}"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 styleId="{775DCB02-9BB8-47FD-8907-85C794F793BA}" styleName="Themed Style 1 - Accent 4">
    <a:tblBg>
      <a:fillRef idx="2">
        <a:schemeClr val="accent4"/>
      </a:fillRef>
      <a:effectRef idx="1">
        <a:schemeClr val="accent4"/>
      </a:effectRef>
    </a:tblBg>
    <a:wholeTbl>
      <a:tcTxStyle>
        <a:fontRef idx="minor">
          <a:scrgbClr r="0" g="0" b="0"/>
        </a:fontRef>
        <a:schemeClr val="dk1"/>
      </a:tcTxStyle>
      <a:tcStyle>
        <a:tcBdr>
          <a:left>
            <a:lnRef idx="1">
              <a:schemeClr val="accent4"/>
            </a:lnRef>
          </a:left>
          <a:right>
            <a:lnRef idx="1">
              <a:schemeClr val="accent4"/>
            </a:lnRef>
          </a:right>
          <a:top>
            <a:lnRef idx="1">
              <a:schemeClr val="accent4"/>
            </a:lnRef>
          </a:top>
          <a:bottom>
            <a:lnRef idx="1">
              <a:schemeClr val="accent4"/>
            </a:lnRef>
          </a:bottom>
          <a:insideH>
            <a:lnRef idx="1">
              <a:schemeClr val="accent4"/>
            </a:lnRef>
          </a:insideH>
          <a:insideV>
            <a:lnRef idx="1">
              <a:schemeClr val="accent4"/>
            </a:lnRef>
          </a:insideV>
        </a:tcBdr>
        <a:fill>
          <a:noFill/>
        </a:fill>
      </a:tcStyle>
    </a:wholeTbl>
    <a:band1H>
      <a:tcStyle>
        <a:tcBdr/>
        <a:fill>
          <a:solidFill>
            <a:schemeClr val="accent4">
              <a:alpha val="40000"/>
            </a:schemeClr>
          </a:solidFill>
        </a:fill>
      </a:tcStyle>
    </a:band1H>
    <a:band2H>
      <a:tcStyle>
        <a:tcBdr/>
      </a:tcStyle>
    </a:band2H>
    <a:band1V>
      <a:tcStyle>
        <a:tcBdr>
          <a:top>
            <a:lnRef idx="1">
              <a:schemeClr val="accent4"/>
            </a:lnRef>
          </a:top>
          <a:bottom>
            <a:lnRef idx="1">
              <a:schemeClr val="accent4"/>
            </a:lnRef>
          </a:bottom>
        </a:tcBdr>
        <a:fill>
          <a:solidFill>
            <a:schemeClr val="accent4">
              <a:alpha val="40000"/>
            </a:schemeClr>
          </a:solidFill>
        </a:fill>
      </a:tcStyle>
    </a:band1V>
    <a:band2V>
      <a:tcStyle>
        <a:tcBdr/>
      </a:tcStyle>
    </a:band2V>
    <a:lastCol>
      <a:tcTxStyle b="on"/>
      <a:tcStyle>
        <a:tcBdr>
          <a:left>
            <a:lnRef idx="2">
              <a:schemeClr val="accent4"/>
            </a:lnRef>
          </a:left>
          <a:right>
            <a:lnRef idx="1">
              <a:schemeClr val="accent4"/>
            </a:lnRef>
          </a:right>
          <a:top>
            <a:lnRef idx="1">
              <a:schemeClr val="accent4"/>
            </a:lnRef>
          </a:top>
          <a:bottom>
            <a:lnRef idx="1">
              <a:schemeClr val="accent4"/>
            </a:lnRef>
          </a:bottom>
          <a:insideH>
            <a:lnRef idx="1">
              <a:schemeClr val="accent4"/>
            </a:lnRef>
          </a:insideH>
          <a:insideV>
            <a:ln>
              <a:noFill/>
            </a:ln>
          </a:insideV>
        </a:tcBdr>
      </a:tcStyle>
    </a:lastCol>
    <a:firstCol>
      <a:tcTxStyle b="on"/>
      <a:tcStyle>
        <a:tcBdr>
          <a:left>
            <a:lnRef idx="1">
              <a:schemeClr val="accent4"/>
            </a:lnRef>
          </a:left>
          <a:right>
            <a:lnRef idx="2">
              <a:schemeClr val="accent4"/>
            </a:lnRef>
          </a:right>
          <a:top>
            <a:lnRef idx="1">
              <a:schemeClr val="accent4"/>
            </a:lnRef>
          </a:top>
          <a:bottom>
            <a:lnRef idx="1">
              <a:schemeClr val="accent4"/>
            </a:lnRef>
          </a:bottom>
          <a:insideH>
            <a:lnRef idx="1">
              <a:schemeClr val="accent4"/>
            </a:lnRef>
          </a:insideH>
          <a:insideV>
            <a:ln>
              <a:noFill/>
            </a:ln>
          </a:insideV>
        </a:tcBdr>
      </a:tcStyle>
    </a:firstCol>
    <a:lastRow>
      <a:tcTxStyle b="on"/>
      <a:tcStyle>
        <a:tcBdr>
          <a:left>
            <a:lnRef idx="1">
              <a:schemeClr val="accent4"/>
            </a:lnRef>
          </a:left>
          <a:right>
            <a:lnRef idx="1">
              <a:schemeClr val="accent4"/>
            </a:lnRef>
          </a:right>
          <a:top>
            <a:lnRef idx="2">
              <a:schemeClr val="accent4"/>
            </a:lnRef>
          </a:top>
          <a:bottom>
            <a:lnRef idx="2">
              <a:schemeClr val="accent4"/>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4"/>
            </a:lnRef>
          </a:left>
          <a:right>
            <a:lnRef idx="1">
              <a:schemeClr val="accent4"/>
            </a:lnRef>
          </a:right>
          <a:top>
            <a:lnRef idx="1">
              <a:schemeClr val="accent4"/>
            </a:lnRef>
          </a:top>
          <a:bottom>
            <a:lnRef idx="2">
              <a:schemeClr val="lt1"/>
            </a:lnRef>
          </a:bottom>
          <a:insideH>
            <a:ln>
              <a:noFill/>
            </a:ln>
          </a:insideH>
          <a:insideV>
            <a:ln>
              <a:noFill/>
            </a:ln>
          </a:insideV>
        </a:tcBdr>
        <a:fill>
          <a:solidFill>
            <a:schemeClr val="accent4"/>
          </a:solidFill>
        </a:fill>
      </a:tcStyle>
    </a:firstRow>
  </a:tblStyle>
  <a:tblStyle styleId="{35758FB7-9AC5-4552-8A53-C91805E547FA}" styleName="Themed Style 1 - Accent 5">
    <a:tblBg>
      <a:fillRef idx="2">
        <a:schemeClr val="accent5"/>
      </a:fillRef>
      <a:effectRef idx="1">
        <a:schemeClr val="accent5"/>
      </a:effectRef>
    </a:tblBg>
    <a:wholeTbl>
      <a:tcTxStyle>
        <a:fontRef idx="minor">
          <a:scrgbClr r="0" g="0" b="0"/>
        </a:fontRef>
        <a:schemeClr val="dk1"/>
      </a:tcTxStyle>
      <a:tcStyle>
        <a:tcBdr>
          <a:left>
            <a:lnRef idx="1">
              <a:schemeClr val="accent5"/>
            </a:lnRef>
          </a:left>
          <a:right>
            <a:lnRef idx="1">
              <a:schemeClr val="accent5"/>
            </a:lnRef>
          </a:right>
          <a:top>
            <a:lnRef idx="1">
              <a:schemeClr val="accent5"/>
            </a:lnRef>
          </a:top>
          <a:bottom>
            <a:lnRef idx="1">
              <a:schemeClr val="accent5"/>
            </a:lnRef>
          </a:bottom>
          <a:insideH>
            <a:lnRef idx="1">
              <a:schemeClr val="accent5"/>
            </a:lnRef>
          </a:insideH>
          <a:insideV>
            <a:lnRef idx="1">
              <a:schemeClr val="accent5"/>
            </a:lnRef>
          </a:insideV>
        </a:tcBdr>
        <a:fill>
          <a:noFill/>
        </a:fill>
      </a:tcStyle>
    </a:wholeTbl>
    <a:band1H>
      <a:tcStyle>
        <a:tcBdr/>
        <a:fill>
          <a:solidFill>
            <a:schemeClr val="accent5">
              <a:alpha val="40000"/>
            </a:schemeClr>
          </a:solidFill>
        </a:fill>
      </a:tcStyle>
    </a:band1H>
    <a:band2H>
      <a:tcStyle>
        <a:tcBdr/>
      </a:tcStyle>
    </a:band2H>
    <a:band1V>
      <a:tcStyle>
        <a:tcBdr>
          <a:top>
            <a:lnRef idx="1">
              <a:schemeClr val="accent5"/>
            </a:lnRef>
          </a:top>
          <a:bottom>
            <a:lnRef idx="1">
              <a:schemeClr val="accent5"/>
            </a:lnRef>
          </a:bottom>
        </a:tcBdr>
        <a:fill>
          <a:solidFill>
            <a:schemeClr val="accent5">
              <a:alpha val="40000"/>
            </a:schemeClr>
          </a:solidFill>
        </a:fill>
      </a:tcStyle>
    </a:band1V>
    <a:band2V>
      <a:tcStyle>
        <a:tcBdr/>
      </a:tcStyle>
    </a:band2V>
    <a:lastCol>
      <a:tcTxStyle b="on"/>
      <a:tcStyle>
        <a:tcBdr>
          <a:left>
            <a:lnRef idx="2">
              <a:schemeClr val="accent5"/>
            </a:lnRef>
          </a:left>
          <a:right>
            <a:lnRef idx="1">
              <a:schemeClr val="accent5"/>
            </a:lnRef>
          </a:right>
          <a:top>
            <a:lnRef idx="1">
              <a:schemeClr val="accent5"/>
            </a:lnRef>
          </a:top>
          <a:bottom>
            <a:lnRef idx="1">
              <a:schemeClr val="accent5"/>
            </a:lnRef>
          </a:bottom>
          <a:insideH>
            <a:lnRef idx="1">
              <a:schemeClr val="accent5"/>
            </a:lnRef>
          </a:insideH>
          <a:insideV>
            <a:ln>
              <a:noFill/>
            </a:ln>
          </a:insideV>
        </a:tcBdr>
      </a:tcStyle>
    </a:lastCol>
    <a:firstCol>
      <a:tcTxStyle b="on"/>
      <a:tcStyle>
        <a:tcBdr>
          <a:left>
            <a:lnRef idx="1">
              <a:schemeClr val="accent5"/>
            </a:lnRef>
          </a:left>
          <a:right>
            <a:lnRef idx="2">
              <a:schemeClr val="accent5"/>
            </a:lnRef>
          </a:right>
          <a:top>
            <a:lnRef idx="1">
              <a:schemeClr val="accent5"/>
            </a:lnRef>
          </a:top>
          <a:bottom>
            <a:lnRef idx="1">
              <a:schemeClr val="accent5"/>
            </a:lnRef>
          </a:bottom>
          <a:insideH>
            <a:lnRef idx="1">
              <a:schemeClr val="accent5"/>
            </a:lnRef>
          </a:insideH>
          <a:insideV>
            <a:ln>
              <a:noFill/>
            </a:ln>
          </a:insideV>
        </a:tcBdr>
      </a:tcStyle>
    </a:firstCol>
    <a:lastRow>
      <a:tcTxStyle b="on"/>
      <a:tcStyle>
        <a:tcBdr>
          <a:left>
            <a:lnRef idx="1">
              <a:schemeClr val="accent5"/>
            </a:lnRef>
          </a:left>
          <a:right>
            <a:lnRef idx="1">
              <a:schemeClr val="accent5"/>
            </a:lnRef>
          </a:right>
          <a:top>
            <a:lnRef idx="2">
              <a:schemeClr val="accent5"/>
            </a:lnRef>
          </a:top>
          <a:bottom>
            <a:lnRef idx="2">
              <a:schemeClr val="accent5"/>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5"/>
            </a:lnRef>
          </a:left>
          <a:right>
            <a:lnRef idx="1">
              <a:schemeClr val="accent5"/>
            </a:lnRef>
          </a:right>
          <a:top>
            <a:lnRef idx="1">
              <a:schemeClr val="accent5"/>
            </a:lnRef>
          </a:top>
          <a:bottom>
            <a:lnRef idx="2">
              <a:schemeClr val="lt1"/>
            </a:lnRef>
          </a:bottom>
          <a:insideH>
            <a:ln>
              <a:noFill/>
            </a:ln>
          </a:insideH>
          <a:insideV>
            <a:ln>
              <a:noFill/>
            </a:ln>
          </a:insideV>
        </a:tcBdr>
        <a:fill>
          <a:solidFill>
            <a:schemeClr val="accent5"/>
          </a:solidFill>
        </a:fill>
      </a:tcStyle>
    </a:firstRow>
  </a:tblStyle>
  <a:tblStyle styleId="{08FB837D-C827-4EFA-A057-4D05807E0F7C}" styleName="Themed Style 1 - Accent 6">
    <a:tblBg>
      <a:fillRef idx="2">
        <a:schemeClr val="accent6"/>
      </a:fillRef>
      <a:effectRef idx="1">
        <a:schemeClr val="accent6"/>
      </a:effectRef>
    </a:tblBg>
    <a:wholeTbl>
      <a:tcTxStyle>
        <a:fontRef idx="minor">
          <a:scrgbClr r="0" g="0" b="0"/>
        </a:fontRef>
        <a:schemeClr val="dk1"/>
      </a:tcTxStyle>
      <a:tcStyle>
        <a:tcBdr>
          <a:left>
            <a:lnRef idx="1">
              <a:schemeClr val="accent6"/>
            </a:lnRef>
          </a:left>
          <a:right>
            <a:lnRef idx="1">
              <a:schemeClr val="accent6"/>
            </a:lnRef>
          </a:right>
          <a:top>
            <a:lnRef idx="1">
              <a:schemeClr val="accent6"/>
            </a:lnRef>
          </a:top>
          <a:bottom>
            <a:lnRef idx="1">
              <a:schemeClr val="accent6"/>
            </a:lnRef>
          </a:bottom>
          <a:insideH>
            <a:lnRef idx="1">
              <a:schemeClr val="accent6"/>
            </a:lnRef>
          </a:insideH>
          <a:insideV>
            <a:lnRef idx="1">
              <a:schemeClr val="accent6"/>
            </a:lnRef>
          </a:insideV>
        </a:tcBdr>
        <a:fill>
          <a:noFill/>
        </a:fill>
      </a:tcStyle>
    </a:wholeTbl>
    <a:band1H>
      <a:tcStyle>
        <a:tcBdr/>
        <a:fill>
          <a:solidFill>
            <a:schemeClr val="accent6">
              <a:alpha val="40000"/>
            </a:schemeClr>
          </a:solidFill>
        </a:fill>
      </a:tcStyle>
    </a:band1H>
    <a:band2H>
      <a:tcStyle>
        <a:tcBdr/>
      </a:tcStyle>
    </a:band2H>
    <a:band1V>
      <a:tcStyle>
        <a:tcBdr>
          <a:top>
            <a:lnRef idx="1">
              <a:schemeClr val="accent6"/>
            </a:lnRef>
          </a:top>
          <a:bottom>
            <a:lnRef idx="1">
              <a:schemeClr val="accent6"/>
            </a:lnRef>
          </a:bottom>
        </a:tcBdr>
        <a:fill>
          <a:solidFill>
            <a:schemeClr val="accent6">
              <a:alpha val="40000"/>
            </a:schemeClr>
          </a:solidFill>
        </a:fill>
      </a:tcStyle>
    </a:band1V>
    <a:band2V>
      <a:tcStyle>
        <a:tcBdr/>
      </a:tcStyle>
    </a:band2V>
    <a:lastCol>
      <a:tcTxStyle b="on"/>
      <a:tcStyle>
        <a:tcBdr>
          <a:left>
            <a:lnRef idx="2">
              <a:schemeClr val="accent6"/>
            </a:lnRef>
          </a:left>
          <a:right>
            <a:lnRef idx="1">
              <a:schemeClr val="accent6"/>
            </a:lnRef>
          </a:right>
          <a:top>
            <a:lnRef idx="1">
              <a:schemeClr val="accent6"/>
            </a:lnRef>
          </a:top>
          <a:bottom>
            <a:lnRef idx="1">
              <a:schemeClr val="accent6"/>
            </a:lnRef>
          </a:bottom>
          <a:insideH>
            <a:lnRef idx="1">
              <a:schemeClr val="accent6"/>
            </a:lnRef>
          </a:insideH>
          <a:insideV>
            <a:ln>
              <a:noFill/>
            </a:ln>
          </a:insideV>
        </a:tcBdr>
      </a:tcStyle>
    </a:lastCol>
    <a:firstCol>
      <a:tcTxStyle b="on"/>
      <a:tcStyle>
        <a:tcBdr>
          <a:left>
            <a:lnRef idx="1">
              <a:schemeClr val="accent6"/>
            </a:lnRef>
          </a:left>
          <a:right>
            <a:lnRef idx="2">
              <a:schemeClr val="accent6"/>
            </a:lnRef>
          </a:right>
          <a:top>
            <a:lnRef idx="1">
              <a:schemeClr val="accent6"/>
            </a:lnRef>
          </a:top>
          <a:bottom>
            <a:lnRef idx="1">
              <a:schemeClr val="accent6"/>
            </a:lnRef>
          </a:bottom>
          <a:insideH>
            <a:lnRef idx="1">
              <a:schemeClr val="accent6"/>
            </a:lnRef>
          </a:insideH>
          <a:insideV>
            <a:ln>
              <a:noFill/>
            </a:ln>
          </a:insideV>
        </a:tcBdr>
      </a:tcStyle>
    </a:firstCol>
    <a:lastRow>
      <a:tcTxStyle b="on"/>
      <a:tcStyle>
        <a:tcBdr>
          <a:left>
            <a:lnRef idx="1">
              <a:schemeClr val="accent6"/>
            </a:lnRef>
          </a:left>
          <a:right>
            <a:lnRef idx="1">
              <a:schemeClr val="accent6"/>
            </a:lnRef>
          </a:right>
          <a:top>
            <a:lnRef idx="2">
              <a:schemeClr val="accent6"/>
            </a:lnRef>
          </a:top>
          <a:bottom>
            <a:lnRef idx="2">
              <a:schemeClr val="accent6"/>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6"/>
            </a:lnRef>
          </a:left>
          <a:right>
            <a:lnRef idx="1">
              <a:schemeClr val="accent6"/>
            </a:lnRef>
          </a:right>
          <a:top>
            <a:lnRef idx="1">
              <a:schemeClr val="accent6"/>
            </a:lnRef>
          </a:top>
          <a:bottom>
            <a:lnRef idx="2">
              <a:schemeClr val="lt1"/>
            </a:lnRef>
          </a:bottom>
          <a:insideH>
            <a:ln>
              <a:noFill/>
            </a:ln>
          </a:insideH>
          <a:insideV>
            <a:ln>
              <a:noFill/>
            </a:ln>
          </a:insideV>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8913" autoAdjust="0"/>
    <p:restoredTop sz="94660"/>
  </p:normalViewPr>
  <p:slideViewPr>
    <p:cSldViewPr snapToGrid="0">
      <p:cViewPr varScale="1">
        <p:scale>
          <a:sx n="82" d="100"/>
          <a:sy n="82" d="100"/>
        </p:scale>
        <p:origin x="692" y="52"/>
      </p:cViewPr>
      <p:guideLst/>
    </p:cSldViewPr>
  </p:slideViewPr>
  <p:notesTextViewPr>
    <p:cViewPr>
      <p:scale>
        <a:sx n="3" d="2"/>
        <a:sy n="3" d="2"/>
      </p:scale>
      <p:origin x="0" y="0"/>
    </p:cViewPr>
  </p:notesTextViewPr>
  <p:sorterViewPr>
    <p:cViewPr>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3.fntdata"/><Relationship Id="rId26" Type="http://schemas.openxmlformats.org/officeDocument/2006/relationships/font" Target="fonts/font11.fntdata"/><Relationship Id="rId3" Type="http://schemas.openxmlformats.org/officeDocument/2006/relationships/slide" Target="slides/slide2.xml"/><Relationship Id="rId21" Type="http://schemas.openxmlformats.org/officeDocument/2006/relationships/font" Target="fonts/font6.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2.fntdata"/><Relationship Id="rId25" Type="http://schemas.openxmlformats.org/officeDocument/2006/relationships/font" Target="fonts/font10.fntdata"/><Relationship Id="rId2" Type="http://schemas.openxmlformats.org/officeDocument/2006/relationships/slide" Target="slides/slide1.xml"/><Relationship Id="rId16" Type="http://schemas.openxmlformats.org/officeDocument/2006/relationships/font" Target="fonts/font1.fntdata"/><Relationship Id="rId20" Type="http://schemas.openxmlformats.org/officeDocument/2006/relationships/font" Target="fonts/font5.fntdata"/><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9.fntdata"/><Relationship Id="rId5" Type="http://schemas.openxmlformats.org/officeDocument/2006/relationships/slide" Target="slides/slide4.xml"/><Relationship Id="rId15" Type="http://schemas.openxmlformats.org/officeDocument/2006/relationships/notesMaster" Target="notesMasters/notesMaster1.xml"/><Relationship Id="rId23" Type="http://schemas.openxmlformats.org/officeDocument/2006/relationships/font" Target="fonts/font8.fntdata"/><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font" Target="fonts/font4.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7.fntdata"/><Relationship Id="rId27" Type="http://schemas.openxmlformats.org/officeDocument/2006/relationships/presProps" Target="presProps.xml"/><Relationship Id="rId30"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extLst>
      <p:ext uri="{BB962C8B-B14F-4D97-AF65-F5344CB8AC3E}">
        <p14:creationId xmlns:p14="http://schemas.microsoft.com/office/powerpoint/2010/main" val="3653765866"/>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7"/>
        <p:cNvGrpSpPr/>
        <p:nvPr/>
      </p:nvGrpSpPr>
      <p:grpSpPr>
        <a:xfrm>
          <a:off x="0" y="0"/>
          <a:ext cx="0" cy="0"/>
          <a:chOff x="0" y="0"/>
          <a:chExt cx="0" cy="0"/>
        </a:xfrm>
      </p:grpSpPr>
      <p:sp>
        <p:nvSpPr>
          <p:cNvPr id="148" name="Google Shape;148;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9" name="Google Shape;149;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99594078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GB" dirty="0"/>
          </a:p>
        </p:txBody>
      </p:sp>
    </p:spTree>
    <p:extLst>
      <p:ext uri="{BB962C8B-B14F-4D97-AF65-F5344CB8AC3E}">
        <p14:creationId xmlns:p14="http://schemas.microsoft.com/office/powerpoint/2010/main" val="429181561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EB91B8-1840-65B2-E79D-B18AAA7AC45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BA7AEE9-F601-D3FE-DCFC-37932256F4D6}"/>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CE72FAFF-1DF6-9CFF-B86B-BCA6C96FC8F7}"/>
              </a:ext>
            </a:extLst>
          </p:cNvPr>
          <p:cNvSpPr>
            <a:spLocks noGrp="1"/>
          </p:cNvSpPr>
          <p:nvPr>
            <p:ph type="body" idx="1"/>
          </p:nvPr>
        </p:nvSpPr>
        <p:spPr/>
        <p:txBody>
          <a:bodyPr/>
          <a:lstStyle/>
          <a:p>
            <a:endParaRPr lang="en-GB" dirty="0"/>
          </a:p>
        </p:txBody>
      </p:sp>
    </p:spTree>
    <p:extLst>
      <p:ext uri="{BB962C8B-B14F-4D97-AF65-F5344CB8AC3E}">
        <p14:creationId xmlns:p14="http://schemas.microsoft.com/office/powerpoint/2010/main" val="348531534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E63EC2-15DC-7043-7E1B-765B264B781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A41AE26-7263-397B-3453-38DB72594CB1}"/>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A8891119-B9E4-ECA0-8EC9-22BE67787389}"/>
              </a:ext>
            </a:extLst>
          </p:cNvPr>
          <p:cNvSpPr>
            <a:spLocks noGrp="1"/>
          </p:cNvSpPr>
          <p:nvPr>
            <p:ph type="body" idx="1"/>
          </p:nvPr>
        </p:nvSpPr>
        <p:spPr/>
        <p:txBody>
          <a:bodyPr/>
          <a:lstStyle/>
          <a:p>
            <a:endParaRPr lang="en-GB" dirty="0"/>
          </a:p>
        </p:txBody>
      </p:sp>
    </p:spTree>
    <p:extLst>
      <p:ext uri="{BB962C8B-B14F-4D97-AF65-F5344CB8AC3E}">
        <p14:creationId xmlns:p14="http://schemas.microsoft.com/office/powerpoint/2010/main" val="324479620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D85E7F-1FE4-3188-47DB-F6A100E2DD2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D6585C7-6B46-0A35-E0E6-E092BB06DCD8}"/>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63D248C7-775E-8DCC-FC2A-C412D03E4012}"/>
              </a:ext>
            </a:extLst>
          </p:cNvPr>
          <p:cNvSpPr>
            <a:spLocks noGrp="1"/>
          </p:cNvSpPr>
          <p:nvPr>
            <p:ph type="body" idx="1"/>
          </p:nvPr>
        </p:nvSpPr>
        <p:spPr/>
        <p:txBody>
          <a:bodyPr/>
          <a:lstStyle/>
          <a:p>
            <a:endParaRPr lang="en-GB" dirty="0"/>
          </a:p>
        </p:txBody>
      </p:sp>
    </p:spTree>
    <p:extLst>
      <p:ext uri="{BB962C8B-B14F-4D97-AF65-F5344CB8AC3E}">
        <p14:creationId xmlns:p14="http://schemas.microsoft.com/office/powerpoint/2010/main" val="44875061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6C82ED-262E-3AD2-67AD-39844BBF7FA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0F95C73-13D0-E481-38FF-14C938D223B4}"/>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4BF53C32-85F5-AFE8-A56F-DF426A881C5A}"/>
              </a:ext>
            </a:extLst>
          </p:cNvPr>
          <p:cNvSpPr>
            <a:spLocks noGrp="1"/>
          </p:cNvSpPr>
          <p:nvPr>
            <p:ph type="body" idx="1"/>
          </p:nvPr>
        </p:nvSpPr>
        <p:spPr/>
        <p:txBody>
          <a:bodyPr/>
          <a:lstStyle/>
          <a:p>
            <a:endParaRPr lang="en-GB" dirty="0"/>
          </a:p>
        </p:txBody>
      </p:sp>
    </p:spTree>
    <p:extLst>
      <p:ext uri="{BB962C8B-B14F-4D97-AF65-F5344CB8AC3E}">
        <p14:creationId xmlns:p14="http://schemas.microsoft.com/office/powerpoint/2010/main" val="183864272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E78C8E-DB22-4693-A177-936899535DC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B90F600-15BD-CEB9-E3FB-12BCAF2ED4EF}"/>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38DE77ED-FF95-1E3E-D0F5-D9E8E3BA9BFF}"/>
              </a:ext>
            </a:extLst>
          </p:cNvPr>
          <p:cNvSpPr>
            <a:spLocks noGrp="1"/>
          </p:cNvSpPr>
          <p:nvPr>
            <p:ph type="body" idx="1"/>
          </p:nvPr>
        </p:nvSpPr>
        <p:spPr/>
        <p:txBody>
          <a:bodyPr/>
          <a:lstStyle/>
          <a:p>
            <a:endParaRPr lang="en-GB" dirty="0"/>
          </a:p>
        </p:txBody>
      </p:sp>
    </p:spTree>
    <p:extLst>
      <p:ext uri="{BB962C8B-B14F-4D97-AF65-F5344CB8AC3E}">
        <p14:creationId xmlns:p14="http://schemas.microsoft.com/office/powerpoint/2010/main" val="366279733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6EE1D0-82F2-DB0B-9207-D2E84AF2101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C96F2D6-4149-A850-1090-16720C1F4959}"/>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3471481F-97E3-CDE9-D85A-FDE66D0DF8D6}"/>
              </a:ext>
            </a:extLst>
          </p:cNvPr>
          <p:cNvSpPr>
            <a:spLocks noGrp="1"/>
          </p:cNvSpPr>
          <p:nvPr>
            <p:ph type="body" idx="1"/>
          </p:nvPr>
        </p:nvSpPr>
        <p:spPr/>
        <p:txBody>
          <a:bodyPr/>
          <a:lstStyle/>
          <a:p>
            <a:endParaRPr lang="en-GB" dirty="0"/>
          </a:p>
        </p:txBody>
      </p:sp>
    </p:spTree>
    <p:extLst>
      <p:ext uri="{BB962C8B-B14F-4D97-AF65-F5344CB8AC3E}">
        <p14:creationId xmlns:p14="http://schemas.microsoft.com/office/powerpoint/2010/main" val="359162967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2D9D71-3E45-4B6E-071D-6895D024CB4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251E6D9-3A45-7CF2-3B57-B2818AB3D6D1}"/>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50289C4F-0CB7-B1FB-D717-138334312165}"/>
              </a:ext>
            </a:extLst>
          </p:cNvPr>
          <p:cNvSpPr>
            <a:spLocks noGrp="1"/>
          </p:cNvSpPr>
          <p:nvPr>
            <p:ph type="body" idx="1"/>
          </p:nvPr>
        </p:nvSpPr>
        <p:spPr/>
        <p:txBody>
          <a:bodyPr/>
          <a:lstStyle/>
          <a:p>
            <a:endParaRPr lang="en-GB" dirty="0"/>
          </a:p>
        </p:txBody>
      </p:sp>
    </p:spTree>
    <p:extLst>
      <p:ext uri="{BB962C8B-B14F-4D97-AF65-F5344CB8AC3E}">
        <p14:creationId xmlns:p14="http://schemas.microsoft.com/office/powerpoint/2010/main" val="120585666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DC89AC-926F-E5C9-8EBE-D57CC6DD5BD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25655D4-8700-3DC5-9CBA-29FC78E31044}"/>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6A518CA1-E1A7-AD8E-6524-874D0EEF350F}"/>
              </a:ext>
            </a:extLst>
          </p:cNvPr>
          <p:cNvSpPr>
            <a:spLocks noGrp="1"/>
          </p:cNvSpPr>
          <p:nvPr>
            <p:ph type="body" idx="1"/>
          </p:nvPr>
        </p:nvSpPr>
        <p:spPr/>
        <p:txBody>
          <a:bodyPr/>
          <a:lstStyle/>
          <a:p>
            <a:endParaRPr lang="en-GB" dirty="0"/>
          </a:p>
        </p:txBody>
      </p:sp>
    </p:spTree>
    <p:extLst>
      <p:ext uri="{BB962C8B-B14F-4D97-AF65-F5344CB8AC3E}">
        <p14:creationId xmlns:p14="http://schemas.microsoft.com/office/powerpoint/2010/main" val="1960748032"/>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bg>
      <p:bgPr>
        <a:blipFill>
          <a:blip r:embed="rId2">
            <a:alphaModFix/>
          </a:blip>
          <a:stretch>
            <a:fillRect/>
          </a:stretch>
        </a:blipFill>
        <a:effectLst/>
      </p:bgPr>
    </p:bg>
    <p:spTree>
      <p:nvGrpSpPr>
        <p:cNvPr id="1" name="Shape 8"/>
        <p:cNvGrpSpPr/>
        <p:nvPr/>
      </p:nvGrpSpPr>
      <p:grpSpPr>
        <a:xfrm>
          <a:off x="0" y="0"/>
          <a:ext cx="0" cy="0"/>
          <a:chOff x="0" y="0"/>
          <a:chExt cx="0" cy="0"/>
        </a:xfrm>
      </p:grpSpPr>
      <p:sp>
        <p:nvSpPr>
          <p:cNvPr id="9" name="Google Shape;9;p2"/>
          <p:cNvSpPr txBox="1">
            <a:spLocks noGrp="1"/>
          </p:cNvSpPr>
          <p:nvPr>
            <p:ph type="ctrTitle"/>
          </p:nvPr>
        </p:nvSpPr>
        <p:spPr>
          <a:xfrm>
            <a:off x="1135981" y="1393699"/>
            <a:ext cx="6886800" cy="1782300"/>
          </a:xfrm>
          <a:prstGeom prst="rect">
            <a:avLst/>
          </a:prstGeom>
        </p:spPr>
        <p:txBody>
          <a:bodyPr spcFirstLastPara="1" wrap="square" lIns="91425" tIns="91425" rIns="91425" bIns="91425" anchor="b" anchorCtr="0">
            <a:noAutofit/>
          </a:bodyPr>
          <a:lstStyle>
            <a:lvl1pPr lvl="0" algn="r" rtl="0">
              <a:spcBef>
                <a:spcPts val="0"/>
              </a:spcBef>
              <a:spcAft>
                <a:spcPts val="0"/>
              </a:spcAft>
              <a:buSzPts val="6000"/>
              <a:buNone/>
              <a:defRPr sz="4800"/>
            </a:lvl1pPr>
            <a:lvl2pPr lvl="1" rtl="0">
              <a:spcBef>
                <a:spcPts val="0"/>
              </a:spcBef>
              <a:spcAft>
                <a:spcPts val="0"/>
              </a:spcAft>
              <a:buSzPts val="5200"/>
              <a:buNone/>
              <a:defRPr sz="5200"/>
            </a:lvl2pPr>
            <a:lvl3pPr lvl="2" rtl="0">
              <a:spcBef>
                <a:spcPts val="0"/>
              </a:spcBef>
              <a:spcAft>
                <a:spcPts val="0"/>
              </a:spcAft>
              <a:buSzPts val="5200"/>
              <a:buNone/>
              <a:defRPr sz="5200"/>
            </a:lvl3pPr>
            <a:lvl4pPr lvl="3" rtl="0">
              <a:spcBef>
                <a:spcPts val="0"/>
              </a:spcBef>
              <a:spcAft>
                <a:spcPts val="0"/>
              </a:spcAft>
              <a:buSzPts val="5200"/>
              <a:buNone/>
              <a:defRPr sz="5200"/>
            </a:lvl4pPr>
            <a:lvl5pPr lvl="4" rtl="0">
              <a:spcBef>
                <a:spcPts val="0"/>
              </a:spcBef>
              <a:spcAft>
                <a:spcPts val="0"/>
              </a:spcAft>
              <a:buSzPts val="5200"/>
              <a:buNone/>
              <a:defRPr sz="5200"/>
            </a:lvl5pPr>
            <a:lvl6pPr lvl="5" rtl="0">
              <a:spcBef>
                <a:spcPts val="0"/>
              </a:spcBef>
              <a:spcAft>
                <a:spcPts val="0"/>
              </a:spcAft>
              <a:buSzPts val="5200"/>
              <a:buNone/>
              <a:defRPr sz="5200"/>
            </a:lvl6pPr>
            <a:lvl7pPr lvl="6" rtl="0">
              <a:spcBef>
                <a:spcPts val="0"/>
              </a:spcBef>
              <a:spcAft>
                <a:spcPts val="0"/>
              </a:spcAft>
              <a:buSzPts val="5200"/>
              <a:buNone/>
              <a:defRPr sz="5200"/>
            </a:lvl7pPr>
            <a:lvl8pPr lvl="7" rtl="0">
              <a:spcBef>
                <a:spcPts val="0"/>
              </a:spcBef>
              <a:spcAft>
                <a:spcPts val="0"/>
              </a:spcAft>
              <a:buSzPts val="5200"/>
              <a:buNone/>
              <a:defRPr sz="5200"/>
            </a:lvl8pPr>
            <a:lvl9pPr lvl="8" rtl="0">
              <a:spcBef>
                <a:spcPts val="0"/>
              </a:spcBef>
              <a:spcAft>
                <a:spcPts val="0"/>
              </a:spcAft>
              <a:buSzPts val="5200"/>
              <a:buNone/>
              <a:defRPr sz="5200"/>
            </a:lvl9pPr>
          </a:lstStyle>
          <a:p>
            <a:endParaRPr/>
          </a:p>
        </p:txBody>
      </p:sp>
      <p:sp>
        <p:nvSpPr>
          <p:cNvPr id="10" name="Google Shape;10;p2"/>
          <p:cNvSpPr txBox="1">
            <a:spLocks noGrp="1"/>
          </p:cNvSpPr>
          <p:nvPr>
            <p:ph type="subTitle" idx="1"/>
          </p:nvPr>
        </p:nvSpPr>
        <p:spPr>
          <a:xfrm>
            <a:off x="3670681" y="2933522"/>
            <a:ext cx="4352100" cy="717000"/>
          </a:xfrm>
          <a:prstGeom prst="rect">
            <a:avLst/>
          </a:prstGeom>
        </p:spPr>
        <p:txBody>
          <a:bodyPr spcFirstLastPara="1" wrap="square" lIns="91425" tIns="91425" rIns="91425" bIns="91425" anchor="b" anchorCtr="0">
            <a:noAutofit/>
          </a:bodyPr>
          <a:lstStyle>
            <a:lvl1pPr lvl="0" algn="r" rtl="0">
              <a:lnSpc>
                <a:spcPct val="100000"/>
              </a:lnSpc>
              <a:spcBef>
                <a:spcPts val="0"/>
              </a:spcBef>
              <a:spcAft>
                <a:spcPts val="0"/>
              </a:spcAft>
              <a:buSzPts val="1200"/>
              <a:buFont typeface="Roboto Condensed Light"/>
              <a:buNone/>
              <a:defRPr sz="1400">
                <a:latin typeface="Roboto Condensed Light"/>
                <a:ea typeface="Roboto Condensed Light"/>
                <a:cs typeface="Roboto Condensed Light"/>
                <a:sym typeface="Roboto Condensed Light"/>
              </a:defRPr>
            </a:lvl1pPr>
            <a:lvl2pPr lvl="1" algn="r" rtl="0">
              <a:lnSpc>
                <a:spcPct val="100000"/>
              </a:lnSpc>
              <a:spcBef>
                <a:spcPts val="0"/>
              </a:spcBef>
              <a:spcAft>
                <a:spcPts val="0"/>
              </a:spcAft>
              <a:buSzPts val="2800"/>
              <a:buNone/>
              <a:defRPr sz="2800"/>
            </a:lvl2pPr>
            <a:lvl3pPr lvl="2" algn="r" rtl="0">
              <a:lnSpc>
                <a:spcPct val="100000"/>
              </a:lnSpc>
              <a:spcBef>
                <a:spcPts val="0"/>
              </a:spcBef>
              <a:spcAft>
                <a:spcPts val="0"/>
              </a:spcAft>
              <a:buSzPts val="2800"/>
              <a:buNone/>
              <a:defRPr sz="2800"/>
            </a:lvl3pPr>
            <a:lvl4pPr lvl="3" algn="r" rtl="0">
              <a:lnSpc>
                <a:spcPct val="100000"/>
              </a:lnSpc>
              <a:spcBef>
                <a:spcPts val="0"/>
              </a:spcBef>
              <a:spcAft>
                <a:spcPts val="0"/>
              </a:spcAft>
              <a:buSzPts val="2800"/>
              <a:buNone/>
              <a:defRPr sz="2800"/>
            </a:lvl4pPr>
            <a:lvl5pPr lvl="4" algn="r" rtl="0">
              <a:lnSpc>
                <a:spcPct val="100000"/>
              </a:lnSpc>
              <a:spcBef>
                <a:spcPts val="0"/>
              </a:spcBef>
              <a:spcAft>
                <a:spcPts val="0"/>
              </a:spcAft>
              <a:buSzPts val="2800"/>
              <a:buNone/>
              <a:defRPr sz="2800"/>
            </a:lvl5pPr>
            <a:lvl6pPr lvl="5" algn="r" rtl="0">
              <a:lnSpc>
                <a:spcPct val="100000"/>
              </a:lnSpc>
              <a:spcBef>
                <a:spcPts val="0"/>
              </a:spcBef>
              <a:spcAft>
                <a:spcPts val="0"/>
              </a:spcAft>
              <a:buSzPts val="2800"/>
              <a:buNone/>
              <a:defRPr sz="2800"/>
            </a:lvl6pPr>
            <a:lvl7pPr lvl="6" algn="r" rtl="0">
              <a:lnSpc>
                <a:spcPct val="100000"/>
              </a:lnSpc>
              <a:spcBef>
                <a:spcPts val="0"/>
              </a:spcBef>
              <a:spcAft>
                <a:spcPts val="0"/>
              </a:spcAft>
              <a:buSzPts val="2800"/>
              <a:buNone/>
              <a:defRPr sz="2800"/>
            </a:lvl7pPr>
            <a:lvl8pPr lvl="7" algn="r" rtl="0">
              <a:lnSpc>
                <a:spcPct val="100000"/>
              </a:lnSpc>
              <a:spcBef>
                <a:spcPts val="0"/>
              </a:spcBef>
              <a:spcAft>
                <a:spcPts val="0"/>
              </a:spcAft>
              <a:buSzPts val="2800"/>
              <a:buNone/>
              <a:defRPr sz="2800"/>
            </a:lvl8pPr>
            <a:lvl9pPr lvl="8" algn="r" rtl="0">
              <a:lnSpc>
                <a:spcPct val="100000"/>
              </a:lnSpc>
              <a:spcBef>
                <a:spcPts val="0"/>
              </a:spcBef>
              <a:spcAft>
                <a:spcPts val="0"/>
              </a:spcAft>
              <a:buSzPts val="2800"/>
              <a:buNone/>
              <a:defRPr sz="2800"/>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body" type="tx">
  <p:cSld name="TITLE_AND_BODY">
    <p:bg>
      <p:bgPr>
        <a:blipFill>
          <a:blip r:embed="rId2">
            <a:alphaModFix/>
          </a:blip>
          <a:stretch>
            <a:fillRect/>
          </a:stretch>
        </a:blipFill>
        <a:effectLst/>
      </p:bgPr>
    </p:bg>
    <p:spTree>
      <p:nvGrpSpPr>
        <p:cNvPr id="1" name="Shape 15"/>
        <p:cNvGrpSpPr/>
        <p:nvPr/>
      </p:nvGrpSpPr>
      <p:grpSpPr>
        <a:xfrm>
          <a:off x="0" y="0"/>
          <a:ext cx="0" cy="0"/>
          <a:chOff x="0" y="0"/>
          <a:chExt cx="0" cy="0"/>
        </a:xfrm>
      </p:grpSpPr>
      <p:sp>
        <p:nvSpPr>
          <p:cNvPr id="16" name="Google Shape;16;p4"/>
          <p:cNvSpPr txBox="1">
            <a:spLocks noGrp="1"/>
          </p:cNvSpPr>
          <p:nvPr>
            <p:ph type="body" idx="1"/>
          </p:nvPr>
        </p:nvSpPr>
        <p:spPr>
          <a:xfrm>
            <a:off x="870650" y="1144200"/>
            <a:ext cx="6919200" cy="3510600"/>
          </a:xfrm>
          <a:prstGeom prst="rect">
            <a:avLst/>
          </a:prstGeom>
        </p:spPr>
        <p:txBody>
          <a:bodyPr spcFirstLastPara="1" wrap="square" lIns="91425" tIns="91425" rIns="91425" bIns="91425" anchor="t" anchorCtr="0">
            <a:noAutofit/>
          </a:bodyPr>
          <a:lstStyle>
            <a:lvl1pPr marL="457200" lvl="0" indent="-279400" rtl="0">
              <a:spcBef>
                <a:spcPts val="0"/>
              </a:spcBef>
              <a:spcAft>
                <a:spcPts val="0"/>
              </a:spcAft>
              <a:buClr>
                <a:srgbClr val="434343"/>
              </a:buClr>
              <a:buSzPts val="800"/>
              <a:buFont typeface="Nunito Light"/>
              <a:buAutoNum type="arabicPeriod"/>
              <a:defRPr>
                <a:solidFill>
                  <a:srgbClr val="000000"/>
                </a:solidFill>
              </a:defRPr>
            </a:lvl1pPr>
            <a:lvl2pPr marL="914400" lvl="1" indent="-304800" rtl="0">
              <a:spcBef>
                <a:spcPts val="1600"/>
              </a:spcBef>
              <a:spcAft>
                <a:spcPts val="0"/>
              </a:spcAft>
              <a:buClr>
                <a:srgbClr val="434343"/>
              </a:buClr>
              <a:buSzPts val="1200"/>
              <a:buFont typeface="Nunito Light"/>
              <a:buAutoNum type="alphaLcPeriod"/>
              <a:defRPr>
                <a:solidFill>
                  <a:srgbClr val="000000"/>
                </a:solidFill>
              </a:defRPr>
            </a:lvl2pPr>
            <a:lvl3pPr marL="1371600" lvl="2" indent="-304800" rtl="0">
              <a:spcBef>
                <a:spcPts val="1600"/>
              </a:spcBef>
              <a:spcAft>
                <a:spcPts val="0"/>
              </a:spcAft>
              <a:buClr>
                <a:srgbClr val="434343"/>
              </a:buClr>
              <a:buSzPts val="1200"/>
              <a:buFont typeface="Nunito Light"/>
              <a:buAutoNum type="romanLcPeriod"/>
              <a:defRPr>
                <a:solidFill>
                  <a:srgbClr val="000000"/>
                </a:solidFill>
              </a:defRPr>
            </a:lvl3pPr>
            <a:lvl4pPr marL="1828800" lvl="3" indent="-304800" rtl="0">
              <a:spcBef>
                <a:spcPts val="1600"/>
              </a:spcBef>
              <a:spcAft>
                <a:spcPts val="0"/>
              </a:spcAft>
              <a:buClr>
                <a:srgbClr val="434343"/>
              </a:buClr>
              <a:buSzPts val="1200"/>
              <a:buFont typeface="Nunito Light"/>
              <a:buAutoNum type="arabicPeriod"/>
              <a:defRPr>
                <a:solidFill>
                  <a:srgbClr val="000000"/>
                </a:solidFill>
              </a:defRPr>
            </a:lvl4pPr>
            <a:lvl5pPr marL="2286000" lvl="4" indent="-304800" rtl="0">
              <a:spcBef>
                <a:spcPts val="1600"/>
              </a:spcBef>
              <a:spcAft>
                <a:spcPts val="0"/>
              </a:spcAft>
              <a:buClr>
                <a:srgbClr val="434343"/>
              </a:buClr>
              <a:buSzPts val="1200"/>
              <a:buFont typeface="Nunito Light"/>
              <a:buAutoNum type="alphaLcPeriod"/>
              <a:defRPr>
                <a:solidFill>
                  <a:srgbClr val="000000"/>
                </a:solidFill>
              </a:defRPr>
            </a:lvl5pPr>
            <a:lvl6pPr marL="2743200" lvl="5" indent="-304800" rtl="0">
              <a:spcBef>
                <a:spcPts val="1600"/>
              </a:spcBef>
              <a:spcAft>
                <a:spcPts val="0"/>
              </a:spcAft>
              <a:buClr>
                <a:srgbClr val="434343"/>
              </a:buClr>
              <a:buSzPts val="1200"/>
              <a:buFont typeface="Nunito Light"/>
              <a:buAutoNum type="romanLcPeriod"/>
              <a:defRPr>
                <a:solidFill>
                  <a:srgbClr val="000000"/>
                </a:solidFill>
              </a:defRPr>
            </a:lvl6pPr>
            <a:lvl7pPr marL="3200400" lvl="6" indent="-304800" rtl="0">
              <a:spcBef>
                <a:spcPts val="1600"/>
              </a:spcBef>
              <a:spcAft>
                <a:spcPts val="0"/>
              </a:spcAft>
              <a:buClr>
                <a:srgbClr val="434343"/>
              </a:buClr>
              <a:buSzPts val="1200"/>
              <a:buFont typeface="Nunito Light"/>
              <a:buAutoNum type="arabicPeriod"/>
              <a:defRPr>
                <a:solidFill>
                  <a:srgbClr val="000000"/>
                </a:solidFill>
              </a:defRPr>
            </a:lvl7pPr>
            <a:lvl8pPr marL="3657600" lvl="7" indent="-304800" rtl="0">
              <a:spcBef>
                <a:spcPts val="1600"/>
              </a:spcBef>
              <a:spcAft>
                <a:spcPts val="0"/>
              </a:spcAft>
              <a:buClr>
                <a:srgbClr val="434343"/>
              </a:buClr>
              <a:buSzPts val="1200"/>
              <a:buFont typeface="Nunito Light"/>
              <a:buAutoNum type="alphaLcPeriod"/>
              <a:defRPr>
                <a:solidFill>
                  <a:srgbClr val="000000"/>
                </a:solidFill>
              </a:defRPr>
            </a:lvl8pPr>
            <a:lvl9pPr marL="4114800" lvl="8" indent="-304800" rtl="0">
              <a:spcBef>
                <a:spcPts val="1600"/>
              </a:spcBef>
              <a:spcAft>
                <a:spcPts val="1600"/>
              </a:spcAft>
              <a:buClr>
                <a:srgbClr val="434343"/>
              </a:buClr>
              <a:buSzPts val="1200"/>
              <a:buFont typeface="Nunito Light"/>
              <a:buAutoNum type="romanLcPeriod"/>
              <a:defRPr>
                <a:solidFill>
                  <a:srgbClr val="000000"/>
                </a:solidFill>
              </a:defRPr>
            </a:lvl9pPr>
          </a:lstStyle>
          <a:p>
            <a:endParaRPr/>
          </a:p>
        </p:txBody>
      </p:sp>
      <p:sp>
        <p:nvSpPr>
          <p:cNvPr id="17" name="Google Shape;17;p4"/>
          <p:cNvSpPr txBox="1">
            <a:spLocks noGrp="1"/>
          </p:cNvSpPr>
          <p:nvPr>
            <p:ph type="ctrTitle"/>
          </p:nvPr>
        </p:nvSpPr>
        <p:spPr>
          <a:xfrm>
            <a:off x="1964851" y="352850"/>
            <a:ext cx="5214300" cy="9462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2400"/>
              <a:buNone/>
              <a:defRPr sz="2400"/>
            </a:lvl1pPr>
            <a:lvl2pPr lvl="1" algn="r" rtl="0">
              <a:spcBef>
                <a:spcPts val="0"/>
              </a:spcBef>
              <a:spcAft>
                <a:spcPts val="0"/>
              </a:spcAft>
              <a:buSzPts val="2400"/>
              <a:buNone/>
              <a:defRPr sz="2400"/>
            </a:lvl2pPr>
            <a:lvl3pPr lvl="2" algn="r" rtl="0">
              <a:spcBef>
                <a:spcPts val="0"/>
              </a:spcBef>
              <a:spcAft>
                <a:spcPts val="0"/>
              </a:spcAft>
              <a:buSzPts val="2400"/>
              <a:buNone/>
              <a:defRPr sz="2400"/>
            </a:lvl3pPr>
            <a:lvl4pPr lvl="3" algn="r" rtl="0">
              <a:spcBef>
                <a:spcPts val="0"/>
              </a:spcBef>
              <a:spcAft>
                <a:spcPts val="0"/>
              </a:spcAft>
              <a:buSzPts val="2400"/>
              <a:buNone/>
              <a:defRPr sz="2400"/>
            </a:lvl4pPr>
            <a:lvl5pPr lvl="4" algn="r" rtl="0">
              <a:spcBef>
                <a:spcPts val="0"/>
              </a:spcBef>
              <a:spcAft>
                <a:spcPts val="0"/>
              </a:spcAft>
              <a:buSzPts val="2400"/>
              <a:buNone/>
              <a:defRPr sz="2400"/>
            </a:lvl5pPr>
            <a:lvl6pPr lvl="5" algn="r" rtl="0">
              <a:spcBef>
                <a:spcPts val="0"/>
              </a:spcBef>
              <a:spcAft>
                <a:spcPts val="0"/>
              </a:spcAft>
              <a:buSzPts val="2400"/>
              <a:buNone/>
              <a:defRPr sz="2400"/>
            </a:lvl6pPr>
            <a:lvl7pPr lvl="6" algn="r" rtl="0">
              <a:spcBef>
                <a:spcPts val="0"/>
              </a:spcBef>
              <a:spcAft>
                <a:spcPts val="0"/>
              </a:spcAft>
              <a:buSzPts val="2400"/>
              <a:buNone/>
              <a:defRPr sz="2400"/>
            </a:lvl7pPr>
            <a:lvl8pPr lvl="7" algn="r" rtl="0">
              <a:spcBef>
                <a:spcPts val="0"/>
              </a:spcBef>
              <a:spcAft>
                <a:spcPts val="0"/>
              </a:spcAft>
              <a:buSzPts val="2400"/>
              <a:buNone/>
              <a:defRPr sz="2400"/>
            </a:lvl8pPr>
            <a:lvl9pPr lvl="8" algn="r" rtl="0">
              <a:spcBef>
                <a:spcPts val="0"/>
              </a:spcBef>
              <a:spcAft>
                <a:spcPts val="0"/>
              </a:spcAft>
              <a:buSzPts val="2400"/>
              <a:buNone/>
              <a:defRPr sz="2400"/>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Caption">
  <p:cSld name="CAPTION_ONLY">
    <p:bg>
      <p:bgPr>
        <a:blipFill>
          <a:blip r:embed="rId2">
            <a:alphaModFix/>
          </a:blip>
          <a:stretch>
            <a:fillRect/>
          </a:stretch>
        </a:blipFill>
        <a:effectLst/>
      </p:bgPr>
    </p:bg>
    <p:spTree>
      <p:nvGrpSpPr>
        <p:cNvPr id="1" name="Shape 35"/>
        <p:cNvGrpSpPr/>
        <p:nvPr/>
      </p:nvGrpSpPr>
      <p:grpSpPr>
        <a:xfrm>
          <a:off x="0" y="0"/>
          <a:ext cx="0" cy="0"/>
          <a:chOff x="0" y="0"/>
          <a:chExt cx="0" cy="0"/>
        </a:xfrm>
      </p:grpSpPr>
      <p:sp>
        <p:nvSpPr>
          <p:cNvPr id="36" name="Google Shape;36;p10"/>
          <p:cNvSpPr txBox="1">
            <a:spLocks noGrp="1"/>
          </p:cNvSpPr>
          <p:nvPr>
            <p:ph type="ctrTitle"/>
          </p:nvPr>
        </p:nvSpPr>
        <p:spPr>
          <a:xfrm flipH="1">
            <a:off x="695425" y="1514475"/>
            <a:ext cx="3559800" cy="780600"/>
          </a:xfrm>
          <a:prstGeom prst="rect">
            <a:avLst/>
          </a:prstGeom>
        </p:spPr>
        <p:txBody>
          <a:bodyPr spcFirstLastPara="1" wrap="square" lIns="91425" tIns="91425" rIns="91425" bIns="91425" anchor="b" anchorCtr="0">
            <a:noAutofit/>
          </a:bodyPr>
          <a:lstStyle>
            <a:lvl1pPr lvl="0" algn="r" rtl="0">
              <a:spcBef>
                <a:spcPts val="0"/>
              </a:spcBef>
              <a:spcAft>
                <a:spcPts val="0"/>
              </a:spcAft>
              <a:buSzPts val="1800"/>
              <a:buNone/>
              <a:defRPr/>
            </a:lvl1pPr>
            <a:lvl2pPr lvl="1" algn="ctr" rtl="0">
              <a:spcBef>
                <a:spcPts val="0"/>
              </a:spcBef>
              <a:spcAft>
                <a:spcPts val="0"/>
              </a:spcAft>
              <a:buClr>
                <a:srgbClr val="434343"/>
              </a:buClr>
              <a:buSzPts val="1800"/>
              <a:buNone/>
              <a:defRPr sz="1800">
                <a:solidFill>
                  <a:srgbClr val="434343"/>
                </a:solidFill>
              </a:defRPr>
            </a:lvl2pPr>
            <a:lvl3pPr lvl="2" algn="ctr" rtl="0">
              <a:spcBef>
                <a:spcPts val="0"/>
              </a:spcBef>
              <a:spcAft>
                <a:spcPts val="0"/>
              </a:spcAft>
              <a:buClr>
                <a:srgbClr val="434343"/>
              </a:buClr>
              <a:buSzPts val="1800"/>
              <a:buNone/>
              <a:defRPr sz="1800">
                <a:solidFill>
                  <a:srgbClr val="434343"/>
                </a:solidFill>
              </a:defRPr>
            </a:lvl3pPr>
            <a:lvl4pPr lvl="3" algn="ctr" rtl="0">
              <a:spcBef>
                <a:spcPts val="0"/>
              </a:spcBef>
              <a:spcAft>
                <a:spcPts val="0"/>
              </a:spcAft>
              <a:buClr>
                <a:srgbClr val="434343"/>
              </a:buClr>
              <a:buSzPts val="1800"/>
              <a:buNone/>
              <a:defRPr sz="1800">
                <a:solidFill>
                  <a:srgbClr val="434343"/>
                </a:solidFill>
              </a:defRPr>
            </a:lvl4pPr>
            <a:lvl5pPr lvl="4" algn="ctr" rtl="0">
              <a:spcBef>
                <a:spcPts val="0"/>
              </a:spcBef>
              <a:spcAft>
                <a:spcPts val="0"/>
              </a:spcAft>
              <a:buClr>
                <a:srgbClr val="434343"/>
              </a:buClr>
              <a:buSzPts val="1800"/>
              <a:buNone/>
              <a:defRPr sz="1800">
                <a:solidFill>
                  <a:srgbClr val="434343"/>
                </a:solidFill>
              </a:defRPr>
            </a:lvl5pPr>
            <a:lvl6pPr lvl="5" algn="ctr" rtl="0">
              <a:spcBef>
                <a:spcPts val="0"/>
              </a:spcBef>
              <a:spcAft>
                <a:spcPts val="0"/>
              </a:spcAft>
              <a:buClr>
                <a:srgbClr val="434343"/>
              </a:buClr>
              <a:buSzPts val="1800"/>
              <a:buNone/>
              <a:defRPr sz="1800">
                <a:solidFill>
                  <a:srgbClr val="434343"/>
                </a:solidFill>
              </a:defRPr>
            </a:lvl6pPr>
            <a:lvl7pPr lvl="6" algn="ctr" rtl="0">
              <a:spcBef>
                <a:spcPts val="0"/>
              </a:spcBef>
              <a:spcAft>
                <a:spcPts val="0"/>
              </a:spcAft>
              <a:buClr>
                <a:srgbClr val="434343"/>
              </a:buClr>
              <a:buSzPts val="1800"/>
              <a:buNone/>
              <a:defRPr sz="1800">
                <a:solidFill>
                  <a:srgbClr val="434343"/>
                </a:solidFill>
              </a:defRPr>
            </a:lvl7pPr>
            <a:lvl8pPr lvl="7" algn="ctr" rtl="0">
              <a:spcBef>
                <a:spcPts val="0"/>
              </a:spcBef>
              <a:spcAft>
                <a:spcPts val="0"/>
              </a:spcAft>
              <a:buClr>
                <a:srgbClr val="434343"/>
              </a:buClr>
              <a:buSzPts val="1800"/>
              <a:buNone/>
              <a:defRPr sz="1800">
                <a:solidFill>
                  <a:srgbClr val="434343"/>
                </a:solidFill>
              </a:defRPr>
            </a:lvl8pPr>
            <a:lvl9pPr lvl="8" algn="ctr" rtl="0">
              <a:spcBef>
                <a:spcPts val="0"/>
              </a:spcBef>
              <a:spcAft>
                <a:spcPts val="0"/>
              </a:spcAft>
              <a:buClr>
                <a:srgbClr val="434343"/>
              </a:buClr>
              <a:buSzPts val="1800"/>
              <a:buNone/>
              <a:defRPr sz="1800">
                <a:solidFill>
                  <a:srgbClr val="434343"/>
                </a:solidFill>
              </a:defRPr>
            </a:lvl9pPr>
          </a:lstStyle>
          <a:p>
            <a:endParaRPr/>
          </a:p>
        </p:txBody>
      </p:sp>
      <p:sp>
        <p:nvSpPr>
          <p:cNvPr id="37" name="Google Shape;37;p10"/>
          <p:cNvSpPr txBox="1">
            <a:spLocks noGrp="1"/>
          </p:cNvSpPr>
          <p:nvPr>
            <p:ph type="subTitle" idx="1"/>
          </p:nvPr>
        </p:nvSpPr>
        <p:spPr>
          <a:xfrm flipH="1">
            <a:off x="1581025" y="2559200"/>
            <a:ext cx="2674200" cy="875400"/>
          </a:xfrm>
          <a:prstGeom prst="rect">
            <a:avLst/>
          </a:prstGeom>
        </p:spPr>
        <p:txBody>
          <a:bodyPr spcFirstLastPara="1" wrap="square" lIns="91425" tIns="91425" rIns="91425" bIns="91425" anchor="t" anchorCtr="0">
            <a:noAutofit/>
          </a:bodyPr>
          <a:lstStyle>
            <a:lvl1pPr lvl="0" algn="r" rtl="0">
              <a:lnSpc>
                <a:spcPct val="100000"/>
              </a:lnSpc>
              <a:spcBef>
                <a:spcPts val="0"/>
              </a:spcBef>
              <a:spcAft>
                <a:spcPts val="0"/>
              </a:spcAft>
              <a:buSzPts val="1400"/>
              <a:buNone/>
              <a:defRPr sz="1600"/>
            </a:lvl1pPr>
            <a:lvl2pPr lvl="1" algn="ctr" rtl="0">
              <a:lnSpc>
                <a:spcPct val="100000"/>
              </a:lnSpc>
              <a:spcBef>
                <a:spcPts val="0"/>
              </a:spcBef>
              <a:spcAft>
                <a:spcPts val="0"/>
              </a:spcAft>
              <a:buSzPts val="1200"/>
              <a:buNone/>
              <a:defRPr sz="1200"/>
            </a:lvl2pPr>
            <a:lvl3pPr lvl="2" algn="ctr" rtl="0">
              <a:lnSpc>
                <a:spcPct val="100000"/>
              </a:lnSpc>
              <a:spcBef>
                <a:spcPts val="0"/>
              </a:spcBef>
              <a:spcAft>
                <a:spcPts val="0"/>
              </a:spcAft>
              <a:buSzPts val="1200"/>
              <a:buNone/>
              <a:defRPr sz="1200"/>
            </a:lvl3pPr>
            <a:lvl4pPr lvl="3" algn="ctr" rtl="0">
              <a:lnSpc>
                <a:spcPct val="100000"/>
              </a:lnSpc>
              <a:spcBef>
                <a:spcPts val="0"/>
              </a:spcBef>
              <a:spcAft>
                <a:spcPts val="0"/>
              </a:spcAft>
              <a:buSzPts val="1200"/>
              <a:buNone/>
              <a:defRPr sz="1200"/>
            </a:lvl4pPr>
            <a:lvl5pPr lvl="4" algn="ctr" rtl="0">
              <a:lnSpc>
                <a:spcPct val="100000"/>
              </a:lnSpc>
              <a:spcBef>
                <a:spcPts val="0"/>
              </a:spcBef>
              <a:spcAft>
                <a:spcPts val="0"/>
              </a:spcAft>
              <a:buSzPts val="1200"/>
              <a:buNone/>
              <a:defRPr sz="1200"/>
            </a:lvl5pPr>
            <a:lvl6pPr lvl="5" algn="ctr" rtl="0">
              <a:lnSpc>
                <a:spcPct val="100000"/>
              </a:lnSpc>
              <a:spcBef>
                <a:spcPts val="0"/>
              </a:spcBef>
              <a:spcAft>
                <a:spcPts val="0"/>
              </a:spcAft>
              <a:buSzPts val="1200"/>
              <a:buNone/>
              <a:defRPr sz="1200"/>
            </a:lvl6pPr>
            <a:lvl7pPr lvl="6" algn="ctr" rtl="0">
              <a:lnSpc>
                <a:spcPct val="100000"/>
              </a:lnSpc>
              <a:spcBef>
                <a:spcPts val="0"/>
              </a:spcBef>
              <a:spcAft>
                <a:spcPts val="0"/>
              </a:spcAft>
              <a:buSzPts val="1200"/>
              <a:buNone/>
              <a:defRPr sz="1200"/>
            </a:lvl7pPr>
            <a:lvl8pPr lvl="7" algn="ctr" rtl="0">
              <a:lnSpc>
                <a:spcPct val="100000"/>
              </a:lnSpc>
              <a:spcBef>
                <a:spcPts val="0"/>
              </a:spcBef>
              <a:spcAft>
                <a:spcPts val="0"/>
              </a:spcAft>
              <a:buSzPts val="1200"/>
              <a:buNone/>
              <a:defRPr sz="1200"/>
            </a:lvl8pPr>
            <a:lvl9pPr lvl="8" algn="ctr" rtl="0">
              <a:lnSpc>
                <a:spcPct val="100000"/>
              </a:lnSpc>
              <a:spcBef>
                <a:spcPts val="0"/>
              </a:spcBef>
              <a:spcAft>
                <a:spcPts val="0"/>
              </a:spcAft>
              <a:buSzPts val="1200"/>
              <a:buNone/>
              <a:defRPr sz="1200"/>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Big number">
  <p:cSld name="BIG_NUMBER">
    <p:bg>
      <p:bgPr>
        <a:blipFill>
          <a:blip r:embed="rId2">
            <a:alphaModFix/>
          </a:blip>
          <a:stretch>
            <a:fillRect/>
          </a:stretch>
        </a:blipFill>
        <a:effectLst/>
      </p:bgPr>
    </p:bg>
    <p:spTree>
      <p:nvGrpSpPr>
        <p:cNvPr id="1" name="Shape 38"/>
        <p:cNvGrpSpPr/>
        <p:nvPr/>
      </p:nvGrpSpPr>
      <p:grpSpPr>
        <a:xfrm>
          <a:off x="0" y="0"/>
          <a:ext cx="0" cy="0"/>
          <a:chOff x="0" y="0"/>
          <a:chExt cx="0" cy="0"/>
        </a:xfrm>
      </p:grpSpPr>
      <p:sp>
        <p:nvSpPr>
          <p:cNvPr id="39" name="Google Shape;39;p11"/>
          <p:cNvSpPr txBox="1">
            <a:spLocks noGrp="1"/>
          </p:cNvSpPr>
          <p:nvPr>
            <p:ph type="title" hasCustomPrompt="1"/>
          </p:nvPr>
        </p:nvSpPr>
        <p:spPr>
          <a:xfrm>
            <a:off x="2250675" y="1001350"/>
            <a:ext cx="6191100" cy="1963500"/>
          </a:xfrm>
          <a:prstGeom prst="rect">
            <a:avLst/>
          </a:prstGeom>
        </p:spPr>
        <p:txBody>
          <a:bodyPr spcFirstLastPara="1" wrap="square" lIns="91425" tIns="91425" rIns="91425" bIns="91425" anchor="b" anchorCtr="0">
            <a:noAutofit/>
          </a:bodyPr>
          <a:lstStyle>
            <a:lvl1pPr lvl="0" algn="r">
              <a:spcBef>
                <a:spcPts val="0"/>
              </a:spcBef>
              <a:spcAft>
                <a:spcPts val="0"/>
              </a:spcAft>
              <a:buSzPts val="12000"/>
              <a:buNone/>
              <a:defRPr sz="98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0" name="Google Shape;40;p11"/>
          <p:cNvSpPr txBox="1">
            <a:spLocks noGrp="1"/>
          </p:cNvSpPr>
          <p:nvPr>
            <p:ph type="body" idx="1"/>
          </p:nvPr>
        </p:nvSpPr>
        <p:spPr>
          <a:xfrm>
            <a:off x="2107950" y="2895050"/>
            <a:ext cx="6191100" cy="696000"/>
          </a:xfrm>
          <a:prstGeom prst="rect">
            <a:avLst/>
          </a:prstGeom>
        </p:spPr>
        <p:txBody>
          <a:bodyPr spcFirstLastPara="1" wrap="square" lIns="91425" tIns="91425" rIns="91425" bIns="91425" anchor="t" anchorCtr="0">
            <a:noAutofit/>
          </a:bodyPr>
          <a:lstStyle>
            <a:lvl1pPr marL="457200" lvl="0" indent="-304800" algn="r">
              <a:lnSpc>
                <a:spcPct val="100000"/>
              </a:lnSpc>
              <a:spcBef>
                <a:spcPts val="0"/>
              </a:spcBef>
              <a:spcAft>
                <a:spcPts val="0"/>
              </a:spcAft>
              <a:buSzPts val="1200"/>
              <a:buChar char="●"/>
              <a:defRPr sz="1600"/>
            </a:lvl1pPr>
            <a:lvl2pPr marL="914400" lvl="1" indent="-304800" algn="ctr">
              <a:spcBef>
                <a:spcPts val="0"/>
              </a:spcBef>
              <a:spcAft>
                <a:spcPts val="0"/>
              </a:spcAft>
              <a:buSzPts val="1200"/>
              <a:buChar char="○"/>
              <a:defRPr/>
            </a:lvl2pPr>
            <a:lvl3pPr marL="1371600" lvl="2" indent="-304800" algn="ctr">
              <a:spcBef>
                <a:spcPts val="1600"/>
              </a:spcBef>
              <a:spcAft>
                <a:spcPts val="0"/>
              </a:spcAft>
              <a:buSzPts val="1200"/>
              <a:buChar char="■"/>
              <a:defRPr/>
            </a:lvl3pPr>
            <a:lvl4pPr marL="1828800" lvl="3" indent="-304800" algn="ctr">
              <a:spcBef>
                <a:spcPts val="1600"/>
              </a:spcBef>
              <a:spcAft>
                <a:spcPts val="0"/>
              </a:spcAft>
              <a:buSzPts val="1200"/>
              <a:buChar char="●"/>
              <a:defRPr/>
            </a:lvl4pPr>
            <a:lvl5pPr marL="2286000" lvl="4" indent="-304800" algn="ctr">
              <a:spcBef>
                <a:spcPts val="1600"/>
              </a:spcBef>
              <a:spcAft>
                <a:spcPts val="0"/>
              </a:spcAft>
              <a:buSzPts val="1200"/>
              <a:buChar char="○"/>
              <a:defRPr/>
            </a:lvl5pPr>
            <a:lvl6pPr marL="2743200" lvl="5" indent="-304800" algn="ctr">
              <a:spcBef>
                <a:spcPts val="1600"/>
              </a:spcBef>
              <a:spcAft>
                <a:spcPts val="0"/>
              </a:spcAft>
              <a:buSzPts val="1200"/>
              <a:buChar char="■"/>
              <a:defRPr/>
            </a:lvl6pPr>
            <a:lvl7pPr marL="3200400" lvl="6" indent="-304800" algn="ctr">
              <a:spcBef>
                <a:spcPts val="1600"/>
              </a:spcBef>
              <a:spcAft>
                <a:spcPts val="0"/>
              </a:spcAft>
              <a:buSzPts val="1200"/>
              <a:buChar char="●"/>
              <a:defRPr/>
            </a:lvl7pPr>
            <a:lvl8pPr marL="3657600" lvl="7" indent="-304800" algn="ctr">
              <a:spcBef>
                <a:spcPts val="1600"/>
              </a:spcBef>
              <a:spcAft>
                <a:spcPts val="0"/>
              </a:spcAft>
              <a:buSzPts val="1200"/>
              <a:buChar char="○"/>
              <a:defRPr/>
            </a:lvl8pPr>
            <a:lvl9pPr marL="4114800" lvl="8" indent="-304800" algn="ctr">
              <a:spcBef>
                <a:spcPts val="1600"/>
              </a:spcBef>
              <a:spcAft>
                <a:spcPts val="1600"/>
              </a:spcAft>
              <a:buSzPts val="1200"/>
              <a:buChar char="■"/>
              <a:defRPr/>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1"/>
        <p:cNvGrpSpPr/>
        <p:nvPr/>
      </p:nvGrpSpPr>
      <p:grpSpPr>
        <a:xfrm>
          <a:off x="0" y="0"/>
          <a:ext cx="0" cy="0"/>
          <a:chOff x="0" y="0"/>
          <a:chExt cx="0" cy="0"/>
        </a:xfrm>
      </p:grpSpPr>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and three columns">
  <p:cSld name="CUSTOM_11">
    <p:bg>
      <p:bgPr>
        <a:blipFill>
          <a:blip r:embed="rId2">
            <a:alphaModFix/>
          </a:blip>
          <a:stretch>
            <a:fillRect/>
          </a:stretch>
        </a:blipFill>
        <a:effectLst/>
      </p:bgPr>
    </p:bg>
    <p:spTree>
      <p:nvGrpSpPr>
        <p:cNvPr id="1" name="Shape 87"/>
        <p:cNvGrpSpPr/>
        <p:nvPr/>
      </p:nvGrpSpPr>
      <p:grpSpPr>
        <a:xfrm>
          <a:off x="0" y="0"/>
          <a:ext cx="0" cy="0"/>
          <a:chOff x="0" y="0"/>
          <a:chExt cx="0" cy="0"/>
        </a:xfrm>
      </p:grpSpPr>
      <p:sp>
        <p:nvSpPr>
          <p:cNvPr id="88" name="Google Shape;88;p20"/>
          <p:cNvSpPr txBox="1">
            <a:spLocks noGrp="1"/>
          </p:cNvSpPr>
          <p:nvPr>
            <p:ph type="ctrTitle"/>
          </p:nvPr>
        </p:nvSpPr>
        <p:spPr>
          <a:xfrm>
            <a:off x="561600" y="2804713"/>
            <a:ext cx="2673600" cy="4275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1800"/>
              <a:buNone/>
              <a:defRPr sz="1800"/>
            </a:lvl1pPr>
            <a:lvl2pPr lvl="1" rtl="0">
              <a:spcBef>
                <a:spcPts val="0"/>
              </a:spcBef>
              <a:spcAft>
                <a:spcPts val="0"/>
              </a:spcAft>
              <a:buClr>
                <a:srgbClr val="000000"/>
              </a:buClr>
              <a:buSzPts val="1800"/>
              <a:buNone/>
              <a:defRPr sz="1800">
                <a:solidFill>
                  <a:srgbClr val="000000"/>
                </a:solidFill>
              </a:defRPr>
            </a:lvl2pPr>
            <a:lvl3pPr lvl="2" rtl="0">
              <a:spcBef>
                <a:spcPts val="0"/>
              </a:spcBef>
              <a:spcAft>
                <a:spcPts val="0"/>
              </a:spcAft>
              <a:buClr>
                <a:srgbClr val="000000"/>
              </a:buClr>
              <a:buSzPts val="1800"/>
              <a:buNone/>
              <a:defRPr sz="1800">
                <a:solidFill>
                  <a:srgbClr val="000000"/>
                </a:solidFill>
              </a:defRPr>
            </a:lvl3pPr>
            <a:lvl4pPr lvl="3" rtl="0">
              <a:spcBef>
                <a:spcPts val="0"/>
              </a:spcBef>
              <a:spcAft>
                <a:spcPts val="0"/>
              </a:spcAft>
              <a:buClr>
                <a:srgbClr val="000000"/>
              </a:buClr>
              <a:buSzPts val="1800"/>
              <a:buNone/>
              <a:defRPr sz="1800">
                <a:solidFill>
                  <a:srgbClr val="000000"/>
                </a:solidFill>
              </a:defRPr>
            </a:lvl4pPr>
            <a:lvl5pPr lvl="4" rtl="0">
              <a:spcBef>
                <a:spcPts val="0"/>
              </a:spcBef>
              <a:spcAft>
                <a:spcPts val="0"/>
              </a:spcAft>
              <a:buClr>
                <a:srgbClr val="000000"/>
              </a:buClr>
              <a:buSzPts val="1800"/>
              <a:buNone/>
              <a:defRPr sz="1800">
                <a:solidFill>
                  <a:srgbClr val="000000"/>
                </a:solidFill>
              </a:defRPr>
            </a:lvl5pPr>
            <a:lvl6pPr lvl="5" rtl="0">
              <a:spcBef>
                <a:spcPts val="0"/>
              </a:spcBef>
              <a:spcAft>
                <a:spcPts val="0"/>
              </a:spcAft>
              <a:buClr>
                <a:srgbClr val="000000"/>
              </a:buClr>
              <a:buSzPts val="1800"/>
              <a:buNone/>
              <a:defRPr sz="1800">
                <a:solidFill>
                  <a:srgbClr val="000000"/>
                </a:solidFill>
              </a:defRPr>
            </a:lvl6pPr>
            <a:lvl7pPr lvl="6" rtl="0">
              <a:spcBef>
                <a:spcPts val="0"/>
              </a:spcBef>
              <a:spcAft>
                <a:spcPts val="0"/>
              </a:spcAft>
              <a:buClr>
                <a:srgbClr val="000000"/>
              </a:buClr>
              <a:buSzPts val="1800"/>
              <a:buNone/>
              <a:defRPr sz="1800">
                <a:solidFill>
                  <a:srgbClr val="000000"/>
                </a:solidFill>
              </a:defRPr>
            </a:lvl7pPr>
            <a:lvl8pPr lvl="7" rtl="0">
              <a:spcBef>
                <a:spcPts val="0"/>
              </a:spcBef>
              <a:spcAft>
                <a:spcPts val="0"/>
              </a:spcAft>
              <a:buClr>
                <a:srgbClr val="000000"/>
              </a:buClr>
              <a:buSzPts val="1800"/>
              <a:buNone/>
              <a:defRPr sz="1800">
                <a:solidFill>
                  <a:srgbClr val="000000"/>
                </a:solidFill>
              </a:defRPr>
            </a:lvl8pPr>
            <a:lvl9pPr lvl="8" rtl="0">
              <a:spcBef>
                <a:spcPts val="0"/>
              </a:spcBef>
              <a:spcAft>
                <a:spcPts val="0"/>
              </a:spcAft>
              <a:buClr>
                <a:srgbClr val="000000"/>
              </a:buClr>
              <a:buSzPts val="1800"/>
              <a:buNone/>
              <a:defRPr sz="1800">
                <a:solidFill>
                  <a:srgbClr val="000000"/>
                </a:solidFill>
              </a:defRPr>
            </a:lvl9pPr>
          </a:lstStyle>
          <a:p>
            <a:endParaRPr/>
          </a:p>
        </p:txBody>
      </p:sp>
      <p:sp>
        <p:nvSpPr>
          <p:cNvPr id="89" name="Google Shape;89;p20"/>
          <p:cNvSpPr txBox="1">
            <a:spLocks noGrp="1"/>
          </p:cNvSpPr>
          <p:nvPr>
            <p:ph type="subTitle" idx="1"/>
          </p:nvPr>
        </p:nvSpPr>
        <p:spPr>
          <a:xfrm>
            <a:off x="872450" y="3090475"/>
            <a:ext cx="2052000" cy="10032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100"/>
              <a:buNone/>
              <a:defRPr sz="1100">
                <a:solidFill>
                  <a:srgbClr val="000000"/>
                </a:solidFill>
              </a:defRPr>
            </a:lvl1pPr>
            <a:lvl2pPr lvl="1" rtl="0">
              <a:lnSpc>
                <a:spcPct val="100000"/>
              </a:lnSpc>
              <a:spcBef>
                <a:spcPts val="0"/>
              </a:spcBef>
              <a:spcAft>
                <a:spcPts val="0"/>
              </a:spcAft>
              <a:buSzPts val="1100"/>
              <a:buNone/>
              <a:defRPr sz="1100"/>
            </a:lvl2pPr>
            <a:lvl3pPr lvl="2" rtl="0">
              <a:lnSpc>
                <a:spcPct val="100000"/>
              </a:lnSpc>
              <a:spcBef>
                <a:spcPts val="0"/>
              </a:spcBef>
              <a:spcAft>
                <a:spcPts val="0"/>
              </a:spcAft>
              <a:buSzPts val="1100"/>
              <a:buNone/>
              <a:defRPr sz="1100"/>
            </a:lvl3pPr>
            <a:lvl4pPr lvl="3" rtl="0">
              <a:lnSpc>
                <a:spcPct val="100000"/>
              </a:lnSpc>
              <a:spcBef>
                <a:spcPts val="0"/>
              </a:spcBef>
              <a:spcAft>
                <a:spcPts val="0"/>
              </a:spcAft>
              <a:buSzPts val="1100"/>
              <a:buNone/>
              <a:defRPr sz="1100"/>
            </a:lvl4pPr>
            <a:lvl5pPr lvl="4" rtl="0">
              <a:lnSpc>
                <a:spcPct val="100000"/>
              </a:lnSpc>
              <a:spcBef>
                <a:spcPts val="0"/>
              </a:spcBef>
              <a:spcAft>
                <a:spcPts val="0"/>
              </a:spcAft>
              <a:buSzPts val="1100"/>
              <a:buNone/>
              <a:defRPr sz="1100"/>
            </a:lvl5pPr>
            <a:lvl6pPr lvl="5" rtl="0">
              <a:lnSpc>
                <a:spcPct val="100000"/>
              </a:lnSpc>
              <a:spcBef>
                <a:spcPts val="0"/>
              </a:spcBef>
              <a:spcAft>
                <a:spcPts val="0"/>
              </a:spcAft>
              <a:buSzPts val="1100"/>
              <a:buNone/>
              <a:defRPr sz="1100"/>
            </a:lvl6pPr>
            <a:lvl7pPr lvl="6" rtl="0">
              <a:lnSpc>
                <a:spcPct val="100000"/>
              </a:lnSpc>
              <a:spcBef>
                <a:spcPts val="0"/>
              </a:spcBef>
              <a:spcAft>
                <a:spcPts val="0"/>
              </a:spcAft>
              <a:buSzPts val="1100"/>
              <a:buNone/>
              <a:defRPr sz="1100"/>
            </a:lvl7pPr>
            <a:lvl8pPr lvl="7" rtl="0">
              <a:lnSpc>
                <a:spcPct val="100000"/>
              </a:lnSpc>
              <a:spcBef>
                <a:spcPts val="0"/>
              </a:spcBef>
              <a:spcAft>
                <a:spcPts val="0"/>
              </a:spcAft>
              <a:buSzPts val="1100"/>
              <a:buNone/>
              <a:defRPr sz="1100"/>
            </a:lvl8pPr>
            <a:lvl9pPr lvl="8" rtl="0">
              <a:lnSpc>
                <a:spcPct val="100000"/>
              </a:lnSpc>
              <a:spcBef>
                <a:spcPts val="0"/>
              </a:spcBef>
              <a:spcAft>
                <a:spcPts val="0"/>
              </a:spcAft>
              <a:buSzPts val="1100"/>
              <a:buNone/>
              <a:defRPr sz="1100"/>
            </a:lvl9pPr>
          </a:lstStyle>
          <a:p>
            <a:endParaRPr/>
          </a:p>
        </p:txBody>
      </p:sp>
      <p:sp>
        <p:nvSpPr>
          <p:cNvPr id="90" name="Google Shape;90;p20"/>
          <p:cNvSpPr txBox="1">
            <a:spLocks noGrp="1"/>
          </p:cNvSpPr>
          <p:nvPr>
            <p:ph type="ctrTitle" idx="2"/>
          </p:nvPr>
        </p:nvSpPr>
        <p:spPr>
          <a:xfrm>
            <a:off x="3235200" y="2804713"/>
            <a:ext cx="2673600" cy="4275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1800"/>
              <a:buNone/>
              <a:defRPr sz="1800"/>
            </a:lvl1pPr>
            <a:lvl2pPr lvl="1" rtl="0">
              <a:spcBef>
                <a:spcPts val="0"/>
              </a:spcBef>
              <a:spcAft>
                <a:spcPts val="0"/>
              </a:spcAft>
              <a:buClr>
                <a:srgbClr val="000000"/>
              </a:buClr>
              <a:buSzPts val="1800"/>
              <a:buNone/>
              <a:defRPr sz="1800">
                <a:solidFill>
                  <a:srgbClr val="000000"/>
                </a:solidFill>
              </a:defRPr>
            </a:lvl2pPr>
            <a:lvl3pPr lvl="2" rtl="0">
              <a:spcBef>
                <a:spcPts val="0"/>
              </a:spcBef>
              <a:spcAft>
                <a:spcPts val="0"/>
              </a:spcAft>
              <a:buClr>
                <a:srgbClr val="000000"/>
              </a:buClr>
              <a:buSzPts val="1800"/>
              <a:buNone/>
              <a:defRPr sz="1800">
                <a:solidFill>
                  <a:srgbClr val="000000"/>
                </a:solidFill>
              </a:defRPr>
            </a:lvl3pPr>
            <a:lvl4pPr lvl="3" rtl="0">
              <a:spcBef>
                <a:spcPts val="0"/>
              </a:spcBef>
              <a:spcAft>
                <a:spcPts val="0"/>
              </a:spcAft>
              <a:buClr>
                <a:srgbClr val="000000"/>
              </a:buClr>
              <a:buSzPts val="1800"/>
              <a:buNone/>
              <a:defRPr sz="1800">
                <a:solidFill>
                  <a:srgbClr val="000000"/>
                </a:solidFill>
              </a:defRPr>
            </a:lvl4pPr>
            <a:lvl5pPr lvl="4" rtl="0">
              <a:spcBef>
                <a:spcPts val="0"/>
              </a:spcBef>
              <a:spcAft>
                <a:spcPts val="0"/>
              </a:spcAft>
              <a:buClr>
                <a:srgbClr val="000000"/>
              </a:buClr>
              <a:buSzPts val="1800"/>
              <a:buNone/>
              <a:defRPr sz="1800">
                <a:solidFill>
                  <a:srgbClr val="000000"/>
                </a:solidFill>
              </a:defRPr>
            </a:lvl5pPr>
            <a:lvl6pPr lvl="5" rtl="0">
              <a:spcBef>
                <a:spcPts val="0"/>
              </a:spcBef>
              <a:spcAft>
                <a:spcPts val="0"/>
              </a:spcAft>
              <a:buClr>
                <a:srgbClr val="000000"/>
              </a:buClr>
              <a:buSzPts val="1800"/>
              <a:buNone/>
              <a:defRPr sz="1800">
                <a:solidFill>
                  <a:srgbClr val="000000"/>
                </a:solidFill>
              </a:defRPr>
            </a:lvl6pPr>
            <a:lvl7pPr lvl="6" rtl="0">
              <a:spcBef>
                <a:spcPts val="0"/>
              </a:spcBef>
              <a:spcAft>
                <a:spcPts val="0"/>
              </a:spcAft>
              <a:buClr>
                <a:srgbClr val="000000"/>
              </a:buClr>
              <a:buSzPts val="1800"/>
              <a:buNone/>
              <a:defRPr sz="1800">
                <a:solidFill>
                  <a:srgbClr val="000000"/>
                </a:solidFill>
              </a:defRPr>
            </a:lvl7pPr>
            <a:lvl8pPr lvl="7" rtl="0">
              <a:spcBef>
                <a:spcPts val="0"/>
              </a:spcBef>
              <a:spcAft>
                <a:spcPts val="0"/>
              </a:spcAft>
              <a:buClr>
                <a:srgbClr val="000000"/>
              </a:buClr>
              <a:buSzPts val="1800"/>
              <a:buNone/>
              <a:defRPr sz="1800">
                <a:solidFill>
                  <a:srgbClr val="000000"/>
                </a:solidFill>
              </a:defRPr>
            </a:lvl8pPr>
            <a:lvl9pPr lvl="8" rtl="0">
              <a:spcBef>
                <a:spcPts val="0"/>
              </a:spcBef>
              <a:spcAft>
                <a:spcPts val="0"/>
              </a:spcAft>
              <a:buClr>
                <a:srgbClr val="000000"/>
              </a:buClr>
              <a:buSzPts val="1800"/>
              <a:buNone/>
              <a:defRPr sz="1800">
                <a:solidFill>
                  <a:srgbClr val="000000"/>
                </a:solidFill>
              </a:defRPr>
            </a:lvl9pPr>
          </a:lstStyle>
          <a:p>
            <a:endParaRPr/>
          </a:p>
        </p:txBody>
      </p:sp>
      <p:sp>
        <p:nvSpPr>
          <p:cNvPr id="91" name="Google Shape;91;p20"/>
          <p:cNvSpPr txBox="1">
            <a:spLocks noGrp="1"/>
          </p:cNvSpPr>
          <p:nvPr>
            <p:ph type="subTitle" idx="3"/>
          </p:nvPr>
        </p:nvSpPr>
        <p:spPr>
          <a:xfrm>
            <a:off x="3462900" y="2036750"/>
            <a:ext cx="2218200" cy="10032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100"/>
              <a:buNone/>
              <a:defRPr sz="1100">
                <a:solidFill>
                  <a:srgbClr val="000000"/>
                </a:solidFill>
              </a:defRPr>
            </a:lvl1pPr>
            <a:lvl2pPr lvl="1" rtl="0">
              <a:lnSpc>
                <a:spcPct val="100000"/>
              </a:lnSpc>
              <a:spcBef>
                <a:spcPts val="0"/>
              </a:spcBef>
              <a:spcAft>
                <a:spcPts val="0"/>
              </a:spcAft>
              <a:buSzPts val="1100"/>
              <a:buNone/>
              <a:defRPr sz="1100"/>
            </a:lvl2pPr>
            <a:lvl3pPr lvl="2" rtl="0">
              <a:lnSpc>
                <a:spcPct val="100000"/>
              </a:lnSpc>
              <a:spcBef>
                <a:spcPts val="0"/>
              </a:spcBef>
              <a:spcAft>
                <a:spcPts val="0"/>
              </a:spcAft>
              <a:buSzPts val="1100"/>
              <a:buNone/>
              <a:defRPr sz="1100"/>
            </a:lvl3pPr>
            <a:lvl4pPr lvl="3" rtl="0">
              <a:lnSpc>
                <a:spcPct val="100000"/>
              </a:lnSpc>
              <a:spcBef>
                <a:spcPts val="0"/>
              </a:spcBef>
              <a:spcAft>
                <a:spcPts val="0"/>
              </a:spcAft>
              <a:buSzPts val="1100"/>
              <a:buNone/>
              <a:defRPr sz="1100"/>
            </a:lvl4pPr>
            <a:lvl5pPr lvl="4" rtl="0">
              <a:lnSpc>
                <a:spcPct val="100000"/>
              </a:lnSpc>
              <a:spcBef>
                <a:spcPts val="0"/>
              </a:spcBef>
              <a:spcAft>
                <a:spcPts val="0"/>
              </a:spcAft>
              <a:buSzPts val="1100"/>
              <a:buNone/>
              <a:defRPr sz="1100"/>
            </a:lvl5pPr>
            <a:lvl6pPr lvl="5" rtl="0">
              <a:lnSpc>
                <a:spcPct val="100000"/>
              </a:lnSpc>
              <a:spcBef>
                <a:spcPts val="0"/>
              </a:spcBef>
              <a:spcAft>
                <a:spcPts val="0"/>
              </a:spcAft>
              <a:buSzPts val="1100"/>
              <a:buNone/>
              <a:defRPr sz="1100"/>
            </a:lvl6pPr>
            <a:lvl7pPr lvl="6" rtl="0">
              <a:lnSpc>
                <a:spcPct val="100000"/>
              </a:lnSpc>
              <a:spcBef>
                <a:spcPts val="0"/>
              </a:spcBef>
              <a:spcAft>
                <a:spcPts val="0"/>
              </a:spcAft>
              <a:buSzPts val="1100"/>
              <a:buNone/>
              <a:defRPr sz="1100"/>
            </a:lvl7pPr>
            <a:lvl8pPr lvl="7" rtl="0">
              <a:lnSpc>
                <a:spcPct val="100000"/>
              </a:lnSpc>
              <a:spcBef>
                <a:spcPts val="0"/>
              </a:spcBef>
              <a:spcAft>
                <a:spcPts val="0"/>
              </a:spcAft>
              <a:buSzPts val="1100"/>
              <a:buNone/>
              <a:defRPr sz="1100"/>
            </a:lvl8pPr>
            <a:lvl9pPr lvl="8" rtl="0">
              <a:lnSpc>
                <a:spcPct val="100000"/>
              </a:lnSpc>
              <a:spcBef>
                <a:spcPts val="0"/>
              </a:spcBef>
              <a:spcAft>
                <a:spcPts val="0"/>
              </a:spcAft>
              <a:buSzPts val="1100"/>
              <a:buNone/>
              <a:defRPr sz="1100"/>
            </a:lvl9pPr>
          </a:lstStyle>
          <a:p>
            <a:endParaRPr/>
          </a:p>
        </p:txBody>
      </p:sp>
      <p:sp>
        <p:nvSpPr>
          <p:cNvPr id="92" name="Google Shape;92;p20"/>
          <p:cNvSpPr txBox="1">
            <a:spLocks noGrp="1"/>
          </p:cNvSpPr>
          <p:nvPr>
            <p:ph type="ctrTitle" idx="4"/>
          </p:nvPr>
        </p:nvSpPr>
        <p:spPr>
          <a:xfrm>
            <a:off x="5908800" y="2804713"/>
            <a:ext cx="2673600" cy="4275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1800"/>
              <a:buNone/>
              <a:defRPr sz="1800"/>
            </a:lvl1pPr>
            <a:lvl2pPr lvl="1" rtl="0">
              <a:spcBef>
                <a:spcPts val="0"/>
              </a:spcBef>
              <a:spcAft>
                <a:spcPts val="0"/>
              </a:spcAft>
              <a:buClr>
                <a:srgbClr val="000000"/>
              </a:buClr>
              <a:buSzPts val="1800"/>
              <a:buNone/>
              <a:defRPr sz="1800">
                <a:solidFill>
                  <a:srgbClr val="000000"/>
                </a:solidFill>
              </a:defRPr>
            </a:lvl2pPr>
            <a:lvl3pPr lvl="2" rtl="0">
              <a:spcBef>
                <a:spcPts val="0"/>
              </a:spcBef>
              <a:spcAft>
                <a:spcPts val="0"/>
              </a:spcAft>
              <a:buClr>
                <a:srgbClr val="000000"/>
              </a:buClr>
              <a:buSzPts val="1800"/>
              <a:buNone/>
              <a:defRPr sz="1800">
                <a:solidFill>
                  <a:srgbClr val="000000"/>
                </a:solidFill>
              </a:defRPr>
            </a:lvl3pPr>
            <a:lvl4pPr lvl="3" rtl="0">
              <a:spcBef>
                <a:spcPts val="0"/>
              </a:spcBef>
              <a:spcAft>
                <a:spcPts val="0"/>
              </a:spcAft>
              <a:buClr>
                <a:srgbClr val="000000"/>
              </a:buClr>
              <a:buSzPts val="1800"/>
              <a:buNone/>
              <a:defRPr sz="1800">
                <a:solidFill>
                  <a:srgbClr val="000000"/>
                </a:solidFill>
              </a:defRPr>
            </a:lvl4pPr>
            <a:lvl5pPr lvl="4" rtl="0">
              <a:spcBef>
                <a:spcPts val="0"/>
              </a:spcBef>
              <a:spcAft>
                <a:spcPts val="0"/>
              </a:spcAft>
              <a:buClr>
                <a:srgbClr val="000000"/>
              </a:buClr>
              <a:buSzPts val="1800"/>
              <a:buNone/>
              <a:defRPr sz="1800">
                <a:solidFill>
                  <a:srgbClr val="000000"/>
                </a:solidFill>
              </a:defRPr>
            </a:lvl5pPr>
            <a:lvl6pPr lvl="5" rtl="0">
              <a:spcBef>
                <a:spcPts val="0"/>
              </a:spcBef>
              <a:spcAft>
                <a:spcPts val="0"/>
              </a:spcAft>
              <a:buClr>
                <a:srgbClr val="000000"/>
              </a:buClr>
              <a:buSzPts val="1800"/>
              <a:buNone/>
              <a:defRPr sz="1800">
                <a:solidFill>
                  <a:srgbClr val="000000"/>
                </a:solidFill>
              </a:defRPr>
            </a:lvl6pPr>
            <a:lvl7pPr lvl="6" rtl="0">
              <a:spcBef>
                <a:spcPts val="0"/>
              </a:spcBef>
              <a:spcAft>
                <a:spcPts val="0"/>
              </a:spcAft>
              <a:buClr>
                <a:srgbClr val="000000"/>
              </a:buClr>
              <a:buSzPts val="1800"/>
              <a:buNone/>
              <a:defRPr sz="1800">
                <a:solidFill>
                  <a:srgbClr val="000000"/>
                </a:solidFill>
              </a:defRPr>
            </a:lvl7pPr>
            <a:lvl8pPr lvl="7" rtl="0">
              <a:spcBef>
                <a:spcPts val="0"/>
              </a:spcBef>
              <a:spcAft>
                <a:spcPts val="0"/>
              </a:spcAft>
              <a:buClr>
                <a:srgbClr val="000000"/>
              </a:buClr>
              <a:buSzPts val="1800"/>
              <a:buNone/>
              <a:defRPr sz="1800">
                <a:solidFill>
                  <a:srgbClr val="000000"/>
                </a:solidFill>
              </a:defRPr>
            </a:lvl8pPr>
            <a:lvl9pPr lvl="8" rtl="0">
              <a:spcBef>
                <a:spcPts val="0"/>
              </a:spcBef>
              <a:spcAft>
                <a:spcPts val="0"/>
              </a:spcAft>
              <a:buClr>
                <a:srgbClr val="000000"/>
              </a:buClr>
              <a:buSzPts val="1800"/>
              <a:buNone/>
              <a:defRPr sz="1800">
                <a:solidFill>
                  <a:srgbClr val="000000"/>
                </a:solidFill>
              </a:defRPr>
            </a:lvl9pPr>
          </a:lstStyle>
          <a:p>
            <a:endParaRPr/>
          </a:p>
        </p:txBody>
      </p:sp>
      <p:sp>
        <p:nvSpPr>
          <p:cNvPr id="93" name="Google Shape;93;p20"/>
          <p:cNvSpPr txBox="1">
            <a:spLocks noGrp="1"/>
          </p:cNvSpPr>
          <p:nvPr>
            <p:ph type="subTitle" idx="5"/>
          </p:nvPr>
        </p:nvSpPr>
        <p:spPr>
          <a:xfrm>
            <a:off x="6136500" y="3090475"/>
            <a:ext cx="2218200" cy="10032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100"/>
              <a:buNone/>
              <a:defRPr sz="1100">
                <a:solidFill>
                  <a:srgbClr val="000000"/>
                </a:solidFill>
              </a:defRPr>
            </a:lvl1pPr>
            <a:lvl2pPr lvl="1" rtl="0">
              <a:lnSpc>
                <a:spcPct val="100000"/>
              </a:lnSpc>
              <a:spcBef>
                <a:spcPts val="0"/>
              </a:spcBef>
              <a:spcAft>
                <a:spcPts val="0"/>
              </a:spcAft>
              <a:buSzPts val="1100"/>
              <a:buNone/>
              <a:defRPr sz="1100"/>
            </a:lvl2pPr>
            <a:lvl3pPr lvl="2" rtl="0">
              <a:lnSpc>
                <a:spcPct val="100000"/>
              </a:lnSpc>
              <a:spcBef>
                <a:spcPts val="0"/>
              </a:spcBef>
              <a:spcAft>
                <a:spcPts val="0"/>
              </a:spcAft>
              <a:buSzPts val="1100"/>
              <a:buNone/>
              <a:defRPr sz="1100"/>
            </a:lvl3pPr>
            <a:lvl4pPr lvl="3" rtl="0">
              <a:lnSpc>
                <a:spcPct val="100000"/>
              </a:lnSpc>
              <a:spcBef>
                <a:spcPts val="0"/>
              </a:spcBef>
              <a:spcAft>
                <a:spcPts val="0"/>
              </a:spcAft>
              <a:buSzPts val="1100"/>
              <a:buNone/>
              <a:defRPr sz="1100"/>
            </a:lvl4pPr>
            <a:lvl5pPr lvl="4" rtl="0">
              <a:lnSpc>
                <a:spcPct val="100000"/>
              </a:lnSpc>
              <a:spcBef>
                <a:spcPts val="0"/>
              </a:spcBef>
              <a:spcAft>
                <a:spcPts val="0"/>
              </a:spcAft>
              <a:buSzPts val="1100"/>
              <a:buNone/>
              <a:defRPr sz="1100"/>
            </a:lvl5pPr>
            <a:lvl6pPr lvl="5" rtl="0">
              <a:lnSpc>
                <a:spcPct val="100000"/>
              </a:lnSpc>
              <a:spcBef>
                <a:spcPts val="0"/>
              </a:spcBef>
              <a:spcAft>
                <a:spcPts val="0"/>
              </a:spcAft>
              <a:buSzPts val="1100"/>
              <a:buNone/>
              <a:defRPr sz="1100"/>
            </a:lvl6pPr>
            <a:lvl7pPr lvl="6" rtl="0">
              <a:lnSpc>
                <a:spcPct val="100000"/>
              </a:lnSpc>
              <a:spcBef>
                <a:spcPts val="0"/>
              </a:spcBef>
              <a:spcAft>
                <a:spcPts val="0"/>
              </a:spcAft>
              <a:buSzPts val="1100"/>
              <a:buNone/>
              <a:defRPr sz="1100"/>
            </a:lvl7pPr>
            <a:lvl8pPr lvl="7" rtl="0">
              <a:lnSpc>
                <a:spcPct val="100000"/>
              </a:lnSpc>
              <a:spcBef>
                <a:spcPts val="0"/>
              </a:spcBef>
              <a:spcAft>
                <a:spcPts val="0"/>
              </a:spcAft>
              <a:buSzPts val="1100"/>
              <a:buNone/>
              <a:defRPr sz="1100"/>
            </a:lvl8pPr>
            <a:lvl9pPr lvl="8" rtl="0">
              <a:lnSpc>
                <a:spcPct val="100000"/>
              </a:lnSpc>
              <a:spcBef>
                <a:spcPts val="0"/>
              </a:spcBef>
              <a:spcAft>
                <a:spcPts val="0"/>
              </a:spcAft>
              <a:buSzPts val="1100"/>
              <a:buNone/>
              <a:defRPr sz="1100"/>
            </a:lvl9pPr>
          </a:lstStyle>
          <a:p>
            <a:endParaRPr/>
          </a:p>
        </p:txBody>
      </p:sp>
      <p:sp>
        <p:nvSpPr>
          <p:cNvPr id="94" name="Google Shape;94;p20"/>
          <p:cNvSpPr txBox="1">
            <a:spLocks noGrp="1"/>
          </p:cNvSpPr>
          <p:nvPr>
            <p:ph type="ctrTitle" idx="6"/>
          </p:nvPr>
        </p:nvSpPr>
        <p:spPr>
          <a:xfrm>
            <a:off x="1964851" y="352850"/>
            <a:ext cx="5214300" cy="9462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2400"/>
              <a:buNone/>
              <a:defRPr sz="2400"/>
            </a:lvl1pPr>
            <a:lvl2pPr lvl="1" algn="r" rtl="0">
              <a:spcBef>
                <a:spcPts val="0"/>
              </a:spcBef>
              <a:spcAft>
                <a:spcPts val="0"/>
              </a:spcAft>
              <a:buSzPts val="2400"/>
              <a:buNone/>
              <a:defRPr sz="2400"/>
            </a:lvl2pPr>
            <a:lvl3pPr lvl="2" algn="r" rtl="0">
              <a:spcBef>
                <a:spcPts val="0"/>
              </a:spcBef>
              <a:spcAft>
                <a:spcPts val="0"/>
              </a:spcAft>
              <a:buSzPts val="2400"/>
              <a:buNone/>
              <a:defRPr sz="2400"/>
            </a:lvl3pPr>
            <a:lvl4pPr lvl="3" algn="r" rtl="0">
              <a:spcBef>
                <a:spcPts val="0"/>
              </a:spcBef>
              <a:spcAft>
                <a:spcPts val="0"/>
              </a:spcAft>
              <a:buSzPts val="2400"/>
              <a:buNone/>
              <a:defRPr sz="2400"/>
            </a:lvl4pPr>
            <a:lvl5pPr lvl="4" algn="r" rtl="0">
              <a:spcBef>
                <a:spcPts val="0"/>
              </a:spcBef>
              <a:spcAft>
                <a:spcPts val="0"/>
              </a:spcAft>
              <a:buSzPts val="2400"/>
              <a:buNone/>
              <a:defRPr sz="2400"/>
            </a:lvl5pPr>
            <a:lvl6pPr lvl="5" algn="r" rtl="0">
              <a:spcBef>
                <a:spcPts val="0"/>
              </a:spcBef>
              <a:spcAft>
                <a:spcPts val="0"/>
              </a:spcAft>
              <a:buSzPts val="2400"/>
              <a:buNone/>
              <a:defRPr sz="2400"/>
            </a:lvl6pPr>
            <a:lvl7pPr lvl="6" algn="r" rtl="0">
              <a:spcBef>
                <a:spcPts val="0"/>
              </a:spcBef>
              <a:spcAft>
                <a:spcPts val="0"/>
              </a:spcAft>
              <a:buSzPts val="2400"/>
              <a:buNone/>
              <a:defRPr sz="2400"/>
            </a:lvl7pPr>
            <a:lvl8pPr lvl="7" algn="r" rtl="0">
              <a:spcBef>
                <a:spcPts val="0"/>
              </a:spcBef>
              <a:spcAft>
                <a:spcPts val="0"/>
              </a:spcAft>
              <a:buSzPts val="2400"/>
              <a:buNone/>
              <a:defRPr sz="2400"/>
            </a:lvl8pPr>
            <a:lvl9pPr lvl="8" algn="r" rtl="0">
              <a:spcBef>
                <a:spcPts val="0"/>
              </a:spcBef>
              <a:spcAft>
                <a:spcPts val="0"/>
              </a:spcAft>
              <a:buSzPts val="2400"/>
              <a:buNone/>
              <a:defRPr sz="2400"/>
            </a:lvl9pPr>
          </a:lstStyle>
          <a:p>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Autofit/>
          </a:bodyPr>
          <a:lstStyle>
            <a:lvl1pPr lvl="0">
              <a:spcBef>
                <a:spcPts val="0"/>
              </a:spcBef>
              <a:spcAft>
                <a:spcPts val="0"/>
              </a:spcAft>
              <a:buClr>
                <a:srgbClr val="434343"/>
              </a:buClr>
              <a:buSzPts val="2800"/>
              <a:buFont typeface="Exo 2"/>
              <a:buNone/>
              <a:defRPr sz="2800" b="1">
                <a:solidFill>
                  <a:srgbClr val="434343"/>
                </a:solidFill>
                <a:latin typeface="Exo 2"/>
                <a:ea typeface="Exo 2"/>
                <a:cs typeface="Exo 2"/>
                <a:sym typeface="Exo 2"/>
              </a:defRPr>
            </a:lvl1pPr>
            <a:lvl2pPr lvl="1">
              <a:spcBef>
                <a:spcPts val="0"/>
              </a:spcBef>
              <a:spcAft>
                <a:spcPts val="0"/>
              </a:spcAft>
              <a:buClr>
                <a:schemeClr val="dk1"/>
              </a:buClr>
              <a:buSzPts val="2800"/>
              <a:buFont typeface="Exo 2"/>
              <a:buNone/>
              <a:defRPr sz="2800">
                <a:solidFill>
                  <a:schemeClr val="dk1"/>
                </a:solidFill>
                <a:latin typeface="Exo 2"/>
                <a:ea typeface="Exo 2"/>
                <a:cs typeface="Exo 2"/>
                <a:sym typeface="Exo 2"/>
              </a:defRPr>
            </a:lvl2pPr>
            <a:lvl3pPr lvl="2">
              <a:spcBef>
                <a:spcPts val="0"/>
              </a:spcBef>
              <a:spcAft>
                <a:spcPts val="0"/>
              </a:spcAft>
              <a:buClr>
                <a:schemeClr val="dk1"/>
              </a:buClr>
              <a:buSzPts val="2800"/>
              <a:buFont typeface="Exo 2"/>
              <a:buNone/>
              <a:defRPr sz="2800">
                <a:solidFill>
                  <a:schemeClr val="dk1"/>
                </a:solidFill>
                <a:latin typeface="Exo 2"/>
                <a:ea typeface="Exo 2"/>
                <a:cs typeface="Exo 2"/>
                <a:sym typeface="Exo 2"/>
              </a:defRPr>
            </a:lvl3pPr>
            <a:lvl4pPr lvl="3">
              <a:spcBef>
                <a:spcPts val="0"/>
              </a:spcBef>
              <a:spcAft>
                <a:spcPts val="0"/>
              </a:spcAft>
              <a:buClr>
                <a:schemeClr val="dk1"/>
              </a:buClr>
              <a:buSzPts val="2800"/>
              <a:buFont typeface="Exo 2"/>
              <a:buNone/>
              <a:defRPr sz="2800">
                <a:solidFill>
                  <a:schemeClr val="dk1"/>
                </a:solidFill>
                <a:latin typeface="Exo 2"/>
                <a:ea typeface="Exo 2"/>
                <a:cs typeface="Exo 2"/>
                <a:sym typeface="Exo 2"/>
              </a:defRPr>
            </a:lvl4pPr>
            <a:lvl5pPr lvl="4">
              <a:spcBef>
                <a:spcPts val="0"/>
              </a:spcBef>
              <a:spcAft>
                <a:spcPts val="0"/>
              </a:spcAft>
              <a:buClr>
                <a:schemeClr val="dk1"/>
              </a:buClr>
              <a:buSzPts val="2800"/>
              <a:buFont typeface="Exo 2"/>
              <a:buNone/>
              <a:defRPr sz="2800">
                <a:solidFill>
                  <a:schemeClr val="dk1"/>
                </a:solidFill>
                <a:latin typeface="Exo 2"/>
                <a:ea typeface="Exo 2"/>
                <a:cs typeface="Exo 2"/>
                <a:sym typeface="Exo 2"/>
              </a:defRPr>
            </a:lvl5pPr>
            <a:lvl6pPr lvl="5">
              <a:spcBef>
                <a:spcPts val="0"/>
              </a:spcBef>
              <a:spcAft>
                <a:spcPts val="0"/>
              </a:spcAft>
              <a:buClr>
                <a:schemeClr val="dk1"/>
              </a:buClr>
              <a:buSzPts val="2800"/>
              <a:buFont typeface="Exo 2"/>
              <a:buNone/>
              <a:defRPr sz="2800">
                <a:solidFill>
                  <a:schemeClr val="dk1"/>
                </a:solidFill>
                <a:latin typeface="Exo 2"/>
                <a:ea typeface="Exo 2"/>
                <a:cs typeface="Exo 2"/>
                <a:sym typeface="Exo 2"/>
              </a:defRPr>
            </a:lvl6pPr>
            <a:lvl7pPr lvl="6">
              <a:spcBef>
                <a:spcPts val="0"/>
              </a:spcBef>
              <a:spcAft>
                <a:spcPts val="0"/>
              </a:spcAft>
              <a:buClr>
                <a:schemeClr val="dk1"/>
              </a:buClr>
              <a:buSzPts val="2800"/>
              <a:buFont typeface="Exo 2"/>
              <a:buNone/>
              <a:defRPr sz="2800">
                <a:solidFill>
                  <a:schemeClr val="dk1"/>
                </a:solidFill>
                <a:latin typeface="Exo 2"/>
                <a:ea typeface="Exo 2"/>
                <a:cs typeface="Exo 2"/>
                <a:sym typeface="Exo 2"/>
              </a:defRPr>
            </a:lvl7pPr>
            <a:lvl8pPr lvl="7">
              <a:spcBef>
                <a:spcPts val="0"/>
              </a:spcBef>
              <a:spcAft>
                <a:spcPts val="0"/>
              </a:spcAft>
              <a:buClr>
                <a:schemeClr val="dk1"/>
              </a:buClr>
              <a:buSzPts val="2800"/>
              <a:buFont typeface="Exo 2"/>
              <a:buNone/>
              <a:defRPr sz="2800">
                <a:solidFill>
                  <a:schemeClr val="dk1"/>
                </a:solidFill>
                <a:latin typeface="Exo 2"/>
                <a:ea typeface="Exo 2"/>
                <a:cs typeface="Exo 2"/>
                <a:sym typeface="Exo 2"/>
              </a:defRPr>
            </a:lvl8pPr>
            <a:lvl9pPr lvl="8">
              <a:spcBef>
                <a:spcPts val="0"/>
              </a:spcBef>
              <a:spcAft>
                <a:spcPts val="0"/>
              </a:spcAft>
              <a:buClr>
                <a:schemeClr val="dk1"/>
              </a:buClr>
              <a:buSzPts val="2800"/>
              <a:buFont typeface="Exo 2"/>
              <a:buNone/>
              <a:defRPr sz="2800">
                <a:solidFill>
                  <a:schemeClr val="dk1"/>
                </a:solidFill>
                <a:latin typeface="Exo 2"/>
                <a:ea typeface="Exo 2"/>
                <a:cs typeface="Exo 2"/>
                <a:sym typeface="Exo 2"/>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Autofit/>
          </a:bodyPr>
          <a:lstStyle>
            <a:lvl1pPr marL="457200" lvl="0" indent="-304800">
              <a:lnSpc>
                <a:spcPct val="115000"/>
              </a:lnSpc>
              <a:spcBef>
                <a:spcPts val="0"/>
              </a:spcBef>
              <a:spcAft>
                <a:spcPts val="0"/>
              </a:spcAft>
              <a:buClr>
                <a:srgbClr val="434343"/>
              </a:buClr>
              <a:buSzPts val="1200"/>
              <a:buFont typeface="Roboto Condensed Light"/>
              <a:buChar char="●"/>
              <a:defRPr sz="1200">
                <a:solidFill>
                  <a:srgbClr val="434343"/>
                </a:solidFill>
                <a:latin typeface="Roboto Condensed Light"/>
                <a:ea typeface="Roboto Condensed Light"/>
                <a:cs typeface="Roboto Condensed Light"/>
                <a:sym typeface="Roboto Condensed Light"/>
              </a:defRPr>
            </a:lvl1pPr>
            <a:lvl2pPr marL="914400" lvl="1" indent="-304800">
              <a:lnSpc>
                <a:spcPct val="115000"/>
              </a:lnSpc>
              <a:spcBef>
                <a:spcPts val="1600"/>
              </a:spcBef>
              <a:spcAft>
                <a:spcPts val="0"/>
              </a:spcAft>
              <a:buClr>
                <a:srgbClr val="434343"/>
              </a:buClr>
              <a:buSzPts val="1200"/>
              <a:buFont typeface="Roboto Condensed Light"/>
              <a:buChar char="○"/>
              <a:defRPr sz="1200">
                <a:solidFill>
                  <a:srgbClr val="434343"/>
                </a:solidFill>
                <a:latin typeface="Roboto Condensed Light"/>
                <a:ea typeface="Roboto Condensed Light"/>
                <a:cs typeface="Roboto Condensed Light"/>
                <a:sym typeface="Roboto Condensed Light"/>
              </a:defRPr>
            </a:lvl2pPr>
            <a:lvl3pPr marL="1371600" lvl="2" indent="-304800">
              <a:lnSpc>
                <a:spcPct val="115000"/>
              </a:lnSpc>
              <a:spcBef>
                <a:spcPts val="1600"/>
              </a:spcBef>
              <a:spcAft>
                <a:spcPts val="0"/>
              </a:spcAft>
              <a:buClr>
                <a:srgbClr val="434343"/>
              </a:buClr>
              <a:buSzPts val="1200"/>
              <a:buFont typeface="Roboto Condensed Light"/>
              <a:buChar char="■"/>
              <a:defRPr sz="1200">
                <a:solidFill>
                  <a:srgbClr val="434343"/>
                </a:solidFill>
                <a:latin typeface="Roboto Condensed Light"/>
                <a:ea typeface="Roboto Condensed Light"/>
                <a:cs typeface="Roboto Condensed Light"/>
                <a:sym typeface="Roboto Condensed Light"/>
              </a:defRPr>
            </a:lvl3pPr>
            <a:lvl4pPr marL="1828800" lvl="3" indent="-304800">
              <a:lnSpc>
                <a:spcPct val="115000"/>
              </a:lnSpc>
              <a:spcBef>
                <a:spcPts val="1600"/>
              </a:spcBef>
              <a:spcAft>
                <a:spcPts val="0"/>
              </a:spcAft>
              <a:buClr>
                <a:srgbClr val="434343"/>
              </a:buClr>
              <a:buSzPts val="1200"/>
              <a:buFont typeface="Roboto Condensed Light"/>
              <a:buChar char="●"/>
              <a:defRPr sz="1200">
                <a:solidFill>
                  <a:srgbClr val="434343"/>
                </a:solidFill>
                <a:latin typeface="Roboto Condensed Light"/>
                <a:ea typeface="Roboto Condensed Light"/>
                <a:cs typeface="Roboto Condensed Light"/>
                <a:sym typeface="Roboto Condensed Light"/>
              </a:defRPr>
            </a:lvl4pPr>
            <a:lvl5pPr marL="2286000" lvl="4" indent="-304800">
              <a:lnSpc>
                <a:spcPct val="115000"/>
              </a:lnSpc>
              <a:spcBef>
                <a:spcPts val="1600"/>
              </a:spcBef>
              <a:spcAft>
                <a:spcPts val="0"/>
              </a:spcAft>
              <a:buClr>
                <a:srgbClr val="434343"/>
              </a:buClr>
              <a:buSzPts val="1200"/>
              <a:buFont typeface="Roboto Condensed Light"/>
              <a:buChar char="○"/>
              <a:defRPr sz="1200">
                <a:solidFill>
                  <a:srgbClr val="434343"/>
                </a:solidFill>
                <a:latin typeface="Roboto Condensed Light"/>
                <a:ea typeface="Roboto Condensed Light"/>
                <a:cs typeface="Roboto Condensed Light"/>
                <a:sym typeface="Roboto Condensed Light"/>
              </a:defRPr>
            </a:lvl5pPr>
            <a:lvl6pPr marL="2743200" lvl="5" indent="-304800">
              <a:lnSpc>
                <a:spcPct val="115000"/>
              </a:lnSpc>
              <a:spcBef>
                <a:spcPts val="1600"/>
              </a:spcBef>
              <a:spcAft>
                <a:spcPts val="0"/>
              </a:spcAft>
              <a:buClr>
                <a:srgbClr val="434343"/>
              </a:buClr>
              <a:buSzPts val="1200"/>
              <a:buFont typeface="Roboto Condensed Light"/>
              <a:buChar char="■"/>
              <a:defRPr sz="1200">
                <a:solidFill>
                  <a:srgbClr val="434343"/>
                </a:solidFill>
                <a:latin typeface="Roboto Condensed Light"/>
                <a:ea typeface="Roboto Condensed Light"/>
                <a:cs typeface="Roboto Condensed Light"/>
                <a:sym typeface="Roboto Condensed Light"/>
              </a:defRPr>
            </a:lvl6pPr>
            <a:lvl7pPr marL="3200400" lvl="6" indent="-304800">
              <a:lnSpc>
                <a:spcPct val="115000"/>
              </a:lnSpc>
              <a:spcBef>
                <a:spcPts val="1600"/>
              </a:spcBef>
              <a:spcAft>
                <a:spcPts val="0"/>
              </a:spcAft>
              <a:buClr>
                <a:srgbClr val="434343"/>
              </a:buClr>
              <a:buSzPts val="1200"/>
              <a:buFont typeface="Roboto Condensed Light"/>
              <a:buChar char="●"/>
              <a:defRPr sz="1200">
                <a:solidFill>
                  <a:srgbClr val="434343"/>
                </a:solidFill>
                <a:latin typeface="Roboto Condensed Light"/>
                <a:ea typeface="Roboto Condensed Light"/>
                <a:cs typeface="Roboto Condensed Light"/>
                <a:sym typeface="Roboto Condensed Light"/>
              </a:defRPr>
            </a:lvl7pPr>
            <a:lvl8pPr marL="3657600" lvl="7" indent="-304800">
              <a:lnSpc>
                <a:spcPct val="115000"/>
              </a:lnSpc>
              <a:spcBef>
                <a:spcPts val="1600"/>
              </a:spcBef>
              <a:spcAft>
                <a:spcPts val="0"/>
              </a:spcAft>
              <a:buClr>
                <a:srgbClr val="434343"/>
              </a:buClr>
              <a:buSzPts val="1200"/>
              <a:buFont typeface="Roboto Condensed Light"/>
              <a:buChar char="○"/>
              <a:defRPr sz="1200">
                <a:solidFill>
                  <a:srgbClr val="434343"/>
                </a:solidFill>
                <a:latin typeface="Roboto Condensed Light"/>
                <a:ea typeface="Roboto Condensed Light"/>
                <a:cs typeface="Roboto Condensed Light"/>
                <a:sym typeface="Roboto Condensed Light"/>
              </a:defRPr>
            </a:lvl8pPr>
            <a:lvl9pPr marL="4114800" lvl="8" indent="-304800">
              <a:lnSpc>
                <a:spcPct val="115000"/>
              </a:lnSpc>
              <a:spcBef>
                <a:spcPts val="1600"/>
              </a:spcBef>
              <a:spcAft>
                <a:spcPts val="1600"/>
              </a:spcAft>
              <a:buClr>
                <a:srgbClr val="434343"/>
              </a:buClr>
              <a:buSzPts val="1200"/>
              <a:buFont typeface="Roboto Condensed Light"/>
              <a:buChar char="■"/>
              <a:defRPr sz="1200">
                <a:solidFill>
                  <a:srgbClr val="434343"/>
                </a:solidFill>
                <a:latin typeface="Roboto Condensed Light"/>
                <a:ea typeface="Roboto Condensed Light"/>
                <a:cs typeface="Roboto Condensed Light"/>
                <a:sym typeface="Roboto Condensed Light"/>
              </a:defRPr>
            </a:lvl9pPr>
          </a:lstStyle>
          <a:p>
            <a:endParaRPr/>
          </a:p>
        </p:txBody>
      </p:sp>
    </p:spTree>
  </p:cSld>
  <p:clrMap bg1="lt1" tx1="dk1" bg2="dk2" tx2="lt2" accent1="accent1" accent2="accent2" accent3="accent3" accent4="accent4" accent5="accent5" accent6="accent6" hlink="hlink" folHlink="folHlink"/>
  <p:sldLayoutIdLst>
    <p:sldLayoutId id="2147483648" r:id="rId1"/>
    <p:sldLayoutId id="2147483650" r:id="rId2"/>
    <p:sldLayoutId id="2147483656" r:id="rId3"/>
    <p:sldLayoutId id="2147483657" r:id="rId4"/>
    <p:sldLayoutId id="2147483658" r:id="rId5"/>
    <p:sldLayoutId id="2147483666" r:id="rId6"/>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mailto:namand@chalmers.se" TargetMode="External"/><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6.png"/><Relationship Id="rId5" Type="http://schemas.openxmlformats.org/officeDocument/2006/relationships/hyperlink" Target="mailto:yingjue@chalmers.se" TargetMode="External"/><Relationship Id="rId4" Type="http://schemas.openxmlformats.org/officeDocument/2006/relationships/hyperlink" Target="mailto:noahmar@chalmer.se" TargetMode="External"/></Relationships>
</file>

<file path=ppt/slides/_rels/slide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png"/></Relationships>
</file>

<file path=ppt/slides/_rels/slide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3.xml"/><Relationship Id="rId1" Type="http://schemas.openxmlformats.org/officeDocument/2006/relationships/slideLayout" Target="../slideLayouts/slideLayout2.xml"/><Relationship Id="rId5" Type="http://schemas.openxmlformats.org/officeDocument/2006/relationships/image" Target="../media/image13.png"/><Relationship Id="rId4" Type="http://schemas.openxmlformats.org/officeDocument/2006/relationships/image" Target="../media/image12.png"/></Relationships>
</file>

<file path=ppt/slides/_rels/slide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4.xml"/><Relationship Id="rId1" Type="http://schemas.openxmlformats.org/officeDocument/2006/relationships/slideLayout" Target="../slideLayouts/slideLayout2.xml"/><Relationship Id="rId5" Type="http://schemas.openxmlformats.org/officeDocument/2006/relationships/image" Target="../media/image16.png"/><Relationship Id="rId4" Type="http://schemas.openxmlformats.org/officeDocument/2006/relationships/image" Target="../media/image15.png"/></Relationships>
</file>

<file path=ppt/slides/_rels/slide5.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8.xml"/><Relationship Id="rId1" Type="http://schemas.openxmlformats.org/officeDocument/2006/relationships/slideLayout" Target="../slideLayouts/slideLayout2.xml"/><Relationship Id="rId5" Type="http://schemas.openxmlformats.org/officeDocument/2006/relationships/image" Target="../media/image21.png"/><Relationship Id="rId4" Type="http://schemas.openxmlformats.org/officeDocument/2006/relationships/image" Target="../media/image20.pn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hyperlink" Target="https://medium.com/@clturner23/fine-tuning-hugging-face-llms-with-qlora-31be90a49a41" TargetMode="External"/><Relationship Id="rId2" Type="http://schemas.openxmlformats.org/officeDocument/2006/relationships/hyperlink" Target="https://arxiv.org/abs/2407.21783" TargetMode="External"/><Relationship Id="rId1" Type="http://schemas.openxmlformats.org/officeDocument/2006/relationships/slideLayout" Target="../slideLayouts/slideLayout6.xml"/><Relationship Id="rId6" Type="http://schemas.openxmlformats.org/officeDocument/2006/relationships/hyperlink" Target="https://github.com/allenai/superlim" TargetMode="External"/><Relationship Id="rId5" Type="http://schemas.openxmlformats.org/officeDocument/2006/relationships/hyperlink" Target="https://super.gluebenchmark.com/" TargetMode="External"/><Relationship Id="rId4" Type="http://schemas.openxmlformats.org/officeDocument/2006/relationships/hyperlink" Target="https://gluebenchmark.com/" TargetMode="External"/></Relationships>
</file>

<file path=ppt/slides/_rels/slide12.xml.rels><?xml version="1.0" encoding="UTF-8" standalone="yes"?>
<Relationships xmlns="http://schemas.openxmlformats.org/package/2006/relationships"><Relationship Id="rId3" Type="http://schemas.openxmlformats.org/officeDocument/2006/relationships/hyperlink" Target="https://doi.org/10.3390/electronics14071289" TargetMode="External"/><Relationship Id="rId2" Type="http://schemas.openxmlformats.org/officeDocument/2006/relationships/hyperlink" Target="https://arxiv.org/abs/2305.14314?utm_source=chatgpt.com" TargetMode="External"/><Relationship Id="rId1" Type="http://schemas.openxmlformats.org/officeDocument/2006/relationships/slideLayout" Target="../slideLayouts/slideLayout6.xml"/><Relationship Id="rId4" Type="http://schemas.openxmlformats.org/officeDocument/2006/relationships/hyperlink" Target="https://huggingface.co/datasets/neph1/Alpaca-Lora-GPT4-Swedish-Refined?utm_source=chatgpt.com" TargetMode="Externa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50"/>
        <p:cNvGrpSpPr/>
        <p:nvPr/>
      </p:nvGrpSpPr>
      <p:grpSpPr>
        <a:xfrm>
          <a:off x="0" y="0"/>
          <a:ext cx="0" cy="0"/>
          <a:chOff x="0" y="0"/>
          <a:chExt cx="0" cy="0"/>
        </a:xfrm>
      </p:grpSpPr>
      <p:sp>
        <p:nvSpPr>
          <p:cNvPr id="151" name="Google Shape;151;p33"/>
          <p:cNvSpPr txBox="1">
            <a:spLocks noGrp="1"/>
          </p:cNvSpPr>
          <p:nvPr>
            <p:ph type="ctrTitle"/>
          </p:nvPr>
        </p:nvSpPr>
        <p:spPr>
          <a:xfrm>
            <a:off x="224725" y="150631"/>
            <a:ext cx="8781388" cy="1127763"/>
          </a:xfrm>
          <a:prstGeom prst="rect">
            <a:avLst/>
          </a:prstGeom>
        </p:spPr>
        <p:txBody>
          <a:bodyPr spcFirstLastPara="1" wrap="square" lIns="91425" tIns="91425" rIns="91425" bIns="91425" anchor="b" anchorCtr="0">
            <a:noAutofit/>
          </a:bodyPr>
          <a:lstStyle/>
          <a:p>
            <a:pPr lvl="0">
              <a:buClr>
                <a:schemeClr val="dk1"/>
              </a:buClr>
              <a:buSzPts val="1100"/>
            </a:pPr>
            <a:r>
              <a:rPr lang="en-US" sz="3500" b="0" dirty="0">
                <a:latin typeface="+mj-lt"/>
              </a:rPr>
              <a:t>The Impact of Quantization on Swedish Language Understanding</a:t>
            </a:r>
            <a:endParaRPr sz="3500" dirty="0">
              <a:latin typeface="+mj-lt"/>
            </a:endParaRPr>
          </a:p>
        </p:txBody>
      </p:sp>
      <p:cxnSp>
        <p:nvCxnSpPr>
          <p:cNvPr id="153" name="Google Shape;153;p33"/>
          <p:cNvCxnSpPr>
            <a:cxnSpLocks/>
          </p:cNvCxnSpPr>
          <p:nvPr/>
        </p:nvCxnSpPr>
        <p:spPr>
          <a:xfrm>
            <a:off x="3755813" y="1873937"/>
            <a:ext cx="5400000" cy="0"/>
          </a:xfrm>
          <a:prstGeom prst="straightConnector1">
            <a:avLst/>
          </a:prstGeom>
          <a:noFill/>
          <a:ln w="9525" cap="flat" cmpd="sng">
            <a:solidFill>
              <a:srgbClr val="434343"/>
            </a:solidFill>
            <a:prstDash val="solid"/>
            <a:round/>
            <a:headEnd type="none" w="med" len="med"/>
            <a:tailEnd type="none" w="med" len="med"/>
          </a:ln>
        </p:spPr>
      </p:cxnSp>
      <p:graphicFrame>
        <p:nvGraphicFramePr>
          <p:cNvPr id="2" name="Table 1"/>
          <p:cNvGraphicFramePr>
            <a:graphicFrameLocks noGrp="1"/>
          </p:cNvGraphicFramePr>
          <p:nvPr>
            <p:extLst>
              <p:ext uri="{D42A27DB-BD31-4B8C-83A1-F6EECF244321}">
                <p14:modId xmlns:p14="http://schemas.microsoft.com/office/powerpoint/2010/main" val="371220724"/>
              </p:ext>
            </p:extLst>
          </p:nvPr>
        </p:nvGraphicFramePr>
        <p:xfrm>
          <a:off x="4310866" y="3189904"/>
          <a:ext cx="4613038" cy="1483360"/>
        </p:xfrm>
        <a:graphic>
          <a:graphicData uri="http://schemas.openxmlformats.org/drawingml/2006/table">
            <a:tbl>
              <a:tblPr firstRow="1" bandRow="1">
                <a:tableStyleId>{775DCB02-9BB8-47FD-8907-85C794F793BA}</a:tableStyleId>
              </a:tblPr>
              <a:tblGrid>
                <a:gridCol w="2169244">
                  <a:extLst>
                    <a:ext uri="{9D8B030D-6E8A-4147-A177-3AD203B41FA5}">
                      <a16:colId xmlns:a16="http://schemas.microsoft.com/office/drawing/2014/main" val="20000"/>
                    </a:ext>
                  </a:extLst>
                </a:gridCol>
                <a:gridCol w="2443794">
                  <a:extLst>
                    <a:ext uri="{9D8B030D-6E8A-4147-A177-3AD203B41FA5}">
                      <a16:colId xmlns:a16="http://schemas.microsoft.com/office/drawing/2014/main" val="20002"/>
                    </a:ext>
                  </a:extLst>
                </a:gridCol>
              </a:tblGrid>
              <a:tr h="370840">
                <a:tc>
                  <a:txBody>
                    <a:bodyPr/>
                    <a:lstStyle/>
                    <a:p>
                      <a:r>
                        <a:rPr lang="en-GB" dirty="0">
                          <a:solidFill>
                            <a:schemeClr val="tx1">
                              <a:lumMod val="85000"/>
                              <a:lumOff val="15000"/>
                            </a:schemeClr>
                          </a:solidFill>
                        </a:rPr>
                        <a:t>Name:</a:t>
                      </a:r>
                      <a:endParaRPr lang="en-GB" dirty="0">
                        <a:solidFill>
                          <a:schemeClr val="tx1">
                            <a:lumMod val="85000"/>
                            <a:lumOff val="15000"/>
                          </a:schemeClr>
                        </a:solidFill>
                        <a:latin typeface="Roboto Condensed Light" panose="020B0604020202020204" charset="0"/>
                        <a:ea typeface="Roboto Condensed Light" panose="020B0604020202020204" charset="0"/>
                      </a:endParaRPr>
                    </a:p>
                  </a:txBody>
                  <a:tcPr/>
                </a:tc>
                <a:tc>
                  <a:txBody>
                    <a:bodyPr/>
                    <a:lstStyle/>
                    <a:p>
                      <a:r>
                        <a:rPr lang="en-GB" dirty="0">
                          <a:solidFill>
                            <a:schemeClr val="tx1">
                              <a:lumMod val="85000"/>
                              <a:lumOff val="15000"/>
                            </a:schemeClr>
                          </a:solidFill>
                        </a:rPr>
                        <a:t>Email:</a:t>
                      </a:r>
                    </a:p>
                  </a:txBody>
                  <a:tcPr/>
                </a:tc>
                <a:extLst>
                  <a:ext uri="{0D108BD9-81ED-4DB2-BD59-A6C34878D82A}">
                    <a16:rowId xmlns:a16="http://schemas.microsoft.com/office/drawing/2014/main" val="10000"/>
                  </a:ext>
                </a:extLst>
              </a:tr>
              <a:tr h="370840">
                <a:tc>
                  <a:txBody>
                    <a:bodyPr/>
                    <a:lstStyle/>
                    <a:p>
                      <a:r>
                        <a:rPr lang="en-GB" dirty="0"/>
                        <a:t>Naman Dhaval Desai</a:t>
                      </a:r>
                    </a:p>
                  </a:txBody>
                  <a:tcPr/>
                </a:tc>
                <a:tc>
                  <a:txBody>
                    <a:bodyPr/>
                    <a:lstStyle/>
                    <a:p>
                      <a:r>
                        <a:rPr lang="en-GB" dirty="0">
                          <a:hlinkClick r:id="rId3"/>
                        </a:rPr>
                        <a:t>namand@chalmers.se</a:t>
                      </a:r>
                      <a:endParaRPr lang="en-GB" dirty="0"/>
                    </a:p>
                  </a:txBody>
                  <a:tcPr/>
                </a:tc>
                <a:extLst>
                  <a:ext uri="{0D108BD9-81ED-4DB2-BD59-A6C34878D82A}">
                    <a16:rowId xmlns:a16="http://schemas.microsoft.com/office/drawing/2014/main" val="10001"/>
                  </a:ext>
                </a:extLst>
              </a:tr>
              <a:tr h="370840">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IN" sz="1400" b="0" i="0" u="none" strike="noStrike" cap="none" dirty="0">
                          <a:solidFill>
                            <a:schemeClr val="dk1"/>
                          </a:solidFill>
                          <a:effectLst/>
                          <a:latin typeface="+mn-lt"/>
                          <a:ea typeface="+mn-ea"/>
                          <a:cs typeface="+mn-cs"/>
                          <a:sym typeface="Arial"/>
                        </a:rPr>
                        <a:t>Noah Márquez Vara</a:t>
                      </a:r>
                    </a:p>
                  </a:txBody>
                  <a:tcPr/>
                </a:tc>
                <a:tc>
                  <a:txBody>
                    <a:bodyPr/>
                    <a:lstStyle/>
                    <a:p>
                      <a:r>
                        <a:rPr lang="en-GB">
                          <a:hlinkClick r:id="rId4"/>
                        </a:rPr>
                        <a:t>noahmar@chalmer.se</a:t>
                      </a:r>
                      <a:endParaRPr lang="en-GB" dirty="0"/>
                    </a:p>
                  </a:txBody>
                  <a:tcPr/>
                </a:tc>
                <a:extLst>
                  <a:ext uri="{0D108BD9-81ED-4DB2-BD59-A6C34878D82A}">
                    <a16:rowId xmlns:a16="http://schemas.microsoft.com/office/drawing/2014/main" val="10002"/>
                  </a:ext>
                </a:extLst>
              </a:tr>
              <a:tr h="370840">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IN" sz="1400" b="0" i="0" u="none" strike="noStrike" cap="none" dirty="0" err="1">
                          <a:solidFill>
                            <a:schemeClr val="dk1"/>
                          </a:solidFill>
                          <a:effectLst/>
                          <a:latin typeface="+mn-lt"/>
                          <a:ea typeface="+mn-ea"/>
                          <a:cs typeface="+mn-cs"/>
                          <a:sym typeface="Arial"/>
                        </a:rPr>
                        <a:t>Yingjue</a:t>
                      </a:r>
                      <a:r>
                        <a:rPr lang="en-IN" sz="1400" b="0" i="0" u="none" strike="noStrike" cap="none" dirty="0">
                          <a:solidFill>
                            <a:schemeClr val="dk1"/>
                          </a:solidFill>
                          <a:effectLst/>
                          <a:latin typeface="+mn-lt"/>
                          <a:ea typeface="+mn-ea"/>
                          <a:cs typeface="+mn-cs"/>
                          <a:sym typeface="Arial"/>
                        </a:rPr>
                        <a:t> Ma</a:t>
                      </a:r>
                      <a:endParaRPr lang="en-GB" dirty="0"/>
                    </a:p>
                  </a:txBody>
                  <a:tcPr/>
                </a:tc>
                <a:tc>
                  <a:txBody>
                    <a:bodyPr/>
                    <a:lstStyle/>
                    <a:p>
                      <a:r>
                        <a:rPr lang="en-GB" dirty="0">
                          <a:hlinkClick r:id="rId5"/>
                        </a:rPr>
                        <a:t>yingjue@chalmers.se</a:t>
                      </a:r>
                      <a:endParaRPr lang="en-GB" dirty="0"/>
                    </a:p>
                  </a:txBody>
                  <a:tcPr/>
                </a:tc>
                <a:extLst>
                  <a:ext uri="{0D108BD9-81ED-4DB2-BD59-A6C34878D82A}">
                    <a16:rowId xmlns:a16="http://schemas.microsoft.com/office/drawing/2014/main" val="10003"/>
                  </a:ext>
                </a:extLst>
              </a:tr>
            </a:tbl>
          </a:graphicData>
        </a:graphic>
      </p:graphicFrame>
      <p:sp>
        <p:nvSpPr>
          <p:cNvPr id="3" name="Google Shape;151;p33">
            <a:extLst>
              <a:ext uri="{FF2B5EF4-FFF2-40B4-BE49-F238E27FC236}">
                <a16:creationId xmlns:a16="http://schemas.microsoft.com/office/drawing/2014/main" id="{05BC8ED3-9890-4FE8-99D5-4873369B2887}"/>
              </a:ext>
            </a:extLst>
          </p:cNvPr>
          <p:cNvSpPr txBox="1">
            <a:spLocks/>
          </p:cNvSpPr>
          <p:nvPr/>
        </p:nvSpPr>
        <p:spPr>
          <a:xfrm>
            <a:off x="3363132" y="1294867"/>
            <a:ext cx="5642981" cy="484146"/>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r" rtl="0">
              <a:lnSpc>
                <a:spcPct val="100000"/>
              </a:lnSpc>
              <a:spcBef>
                <a:spcPts val="0"/>
              </a:spcBef>
              <a:spcAft>
                <a:spcPts val="0"/>
              </a:spcAft>
              <a:buClr>
                <a:srgbClr val="434343"/>
              </a:buClr>
              <a:buSzPts val="6000"/>
              <a:buFont typeface="Exo 2"/>
              <a:buNone/>
              <a:defRPr sz="4800" b="1" i="0" u="none" strike="noStrike" cap="none">
                <a:solidFill>
                  <a:srgbClr val="434343"/>
                </a:solidFill>
                <a:latin typeface="Exo 2"/>
                <a:ea typeface="Exo 2"/>
                <a:cs typeface="Exo 2"/>
                <a:sym typeface="Exo 2"/>
              </a:defRPr>
            </a:lvl1pPr>
            <a:lvl2pPr marR="0" lvl="1" algn="l" rtl="0">
              <a:lnSpc>
                <a:spcPct val="100000"/>
              </a:lnSpc>
              <a:spcBef>
                <a:spcPts val="0"/>
              </a:spcBef>
              <a:spcAft>
                <a:spcPts val="0"/>
              </a:spcAft>
              <a:buClr>
                <a:schemeClr val="dk1"/>
              </a:buClr>
              <a:buSzPts val="5200"/>
              <a:buFont typeface="Exo 2"/>
              <a:buNone/>
              <a:defRPr sz="5200" b="0" i="0" u="none" strike="noStrike" cap="none">
                <a:solidFill>
                  <a:schemeClr val="dk1"/>
                </a:solidFill>
                <a:latin typeface="Exo 2"/>
                <a:ea typeface="Exo 2"/>
                <a:cs typeface="Exo 2"/>
                <a:sym typeface="Exo 2"/>
              </a:defRPr>
            </a:lvl2pPr>
            <a:lvl3pPr marR="0" lvl="2" algn="l" rtl="0">
              <a:lnSpc>
                <a:spcPct val="100000"/>
              </a:lnSpc>
              <a:spcBef>
                <a:spcPts val="0"/>
              </a:spcBef>
              <a:spcAft>
                <a:spcPts val="0"/>
              </a:spcAft>
              <a:buClr>
                <a:schemeClr val="dk1"/>
              </a:buClr>
              <a:buSzPts val="5200"/>
              <a:buFont typeface="Exo 2"/>
              <a:buNone/>
              <a:defRPr sz="5200" b="0" i="0" u="none" strike="noStrike" cap="none">
                <a:solidFill>
                  <a:schemeClr val="dk1"/>
                </a:solidFill>
                <a:latin typeface="Exo 2"/>
                <a:ea typeface="Exo 2"/>
                <a:cs typeface="Exo 2"/>
                <a:sym typeface="Exo 2"/>
              </a:defRPr>
            </a:lvl3pPr>
            <a:lvl4pPr marR="0" lvl="3" algn="l" rtl="0">
              <a:lnSpc>
                <a:spcPct val="100000"/>
              </a:lnSpc>
              <a:spcBef>
                <a:spcPts val="0"/>
              </a:spcBef>
              <a:spcAft>
                <a:spcPts val="0"/>
              </a:spcAft>
              <a:buClr>
                <a:schemeClr val="dk1"/>
              </a:buClr>
              <a:buSzPts val="5200"/>
              <a:buFont typeface="Exo 2"/>
              <a:buNone/>
              <a:defRPr sz="5200" b="0" i="0" u="none" strike="noStrike" cap="none">
                <a:solidFill>
                  <a:schemeClr val="dk1"/>
                </a:solidFill>
                <a:latin typeface="Exo 2"/>
                <a:ea typeface="Exo 2"/>
                <a:cs typeface="Exo 2"/>
                <a:sym typeface="Exo 2"/>
              </a:defRPr>
            </a:lvl4pPr>
            <a:lvl5pPr marR="0" lvl="4" algn="l" rtl="0">
              <a:lnSpc>
                <a:spcPct val="100000"/>
              </a:lnSpc>
              <a:spcBef>
                <a:spcPts val="0"/>
              </a:spcBef>
              <a:spcAft>
                <a:spcPts val="0"/>
              </a:spcAft>
              <a:buClr>
                <a:schemeClr val="dk1"/>
              </a:buClr>
              <a:buSzPts val="5200"/>
              <a:buFont typeface="Exo 2"/>
              <a:buNone/>
              <a:defRPr sz="5200" b="0" i="0" u="none" strike="noStrike" cap="none">
                <a:solidFill>
                  <a:schemeClr val="dk1"/>
                </a:solidFill>
                <a:latin typeface="Exo 2"/>
                <a:ea typeface="Exo 2"/>
                <a:cs typeface="Exo 2"/>
                <a:sym typeface="Exo 2"/>
              </a:defRPr>
            </a:lvl5pPr>
            <a:lvl6pPr marR="0" lvl="5" algn="l" rtl="0">
              <a:lnSpc>
                <a:spcPct val="100000"/>
              </a:lnSpc>
              <a:spcBef>
                <a:spcPts val="0"/>
              </a:spcBef>
              <a:spcAft>
                <a:spcPts val="0"/>
              </a:spcAft>
              <a:buClr>
                <a:schemeClr val="dk1"/>
              </a:buClr>
              <a:buSzPts val="5200"/>
              <a:buFont typeface="Exo 2"/>
              <a:buNone/>
              <a:defRPr sz="5200" b="0" i="0" u="none" strike="noStrike" cap="none">
                <a:solidFill>
                  <a:schemeClr val="dk1"/>
                </a:solidFill>
                <a:latin typeface="Exo 2"/>
                <a:ea typeface="Exo 2"/>
                <a:cs typeface="Exo 2"/>
                <a:sym typeface="Exo 2"/>
              </a:defRPr>
            </a:lvl6pPr>
            <a:lvl7pPr marR="0" lvl="6" algn="l" rtl="0">
              <a:lnSpc>
                <a:spcPct val="100000"/>
              </a:lnSpc>
              <a:spcBef>
                <a:spcPts val="0"/>
              </a:spcBef>
              <a:spcAft>
                <a:spcPts val="0"/>
              </a:spcAft>
              <a:buClr>
                <a:schemeClr val="dk1"/>
              </a:buClr>
              <a:buSzPts val="5200"/>
              <a:buFont typeface="Exo 2"/>
              <a:buNone/>
              <a:defRPr sz="5200" b="0" i="0" u="none" strike="noStrike" cap="none">
                <a:solidFill>
                  <a:schemeClr val="dk1"/>
                </a:solidFill>
                <a:latin typeface="Exo 2"/>
                <a:ea typeface="Exo 2"/>
                <a:cs typeface="Exo 2"/>
                <a:sym typeface="Exo 2"/>
              </a:defRPr>
            </a:lvl7pPr>
            <a:lvl8pPr marR="0" lvl="7" algn="l" rtl="0">
              <a:lnSpc>
                <a:spcPct val="100000"/>
              </a:lnSpc>
              <a:spcBef>
                <a:spcPts val="0"/>
              </a:spcBef>
              <a:spcAft>
                <a:spcPts val="0"/>
              </a:spcAft>
              <a:buClr>
                <a:schemeClr val="dk1"/>
              </a:buClr>
              <a:buSzPts val="5200"/>
              <a:buFont typeface="Exo 2"/>
              <a:buNone/>
              <a:defRPr sz="5200" b="0" i="0" u="none" strike="noStrike" cap="none">
                <a:solidFill>
                  <a:schemeClr val="dk1"/>
                </a:solidFill>
                <a:latin typeface="Exo 2"/>
                <a:ea typeface="Exo 2"/>
                <a:cs typeface="Exo 2"/>
                <a:sym typeface="Exo 2"/>
              </a:defRPr>
            </a:lvl8pPr>
            <a:lvl9pPr marR="0" lvl="8" algn="l" rtl="0">
              <a:lnSpc>
                <a:spcPct val="100000"/>
              </a:lnSpc>
              <a:spcBef>
                <a:spcPts val="0"/>
              </a:spcBef>
              <a:spcAft>
                <a:spcPts val="0"/>
              </a:spcAft>
              <a:buClr>
                <a:schemeClr val="dk1"/>
              </a:buClr>
              <a:buSzPts val="5200"/>
              <a:buFont typeface="Exo 2"/>
              <a:buNone/>
              <a:defRPr sz="5200" b="0" i="0" u="none" strike="noStrike" cap="none">
                <a:solidFill>
                  <a:schemeClr val="dk1"/>
                </a:solidFill>
                <a:latin typeface="Exo 2"/>
                <a:ea typeface="Exo 2"/>
                <a:cs typeface="Exo 2"/>
                <a:sym typeface="Exo 2"/>
              </a:defRPr>
            </a:lvl9pPr>
          </a:lstStyle>
          <a:p>
            <a:pPr>
              <a:buClr>
                <a:schemeClr val="dk1"/>
              </a:buClr>
              <a:buSzPts val="1100"/>
            </a:pPr>
            <a:r>
              <a:rPr lang="en-US" sz="2400" b="0" dirty="0">
                <a:latin typeface="+mj-lt"/>
              </a:rPr>
              <a:t>- Evaluation and Mitigation via </a:t>
            </a:r>
            <a:r>
              <a:rPr lang="en-US" sz="2400" b="0" dirty="0" err="1">
                <a:latin typeface="+mj-lt"/>
              </a:rPr>
              <a:t>QLoRA</a:t>
            </a:r>
            <a:endParaRPr lang="en-US" sz="2400" dirty="0">
              <a:latin typeface="+mj-lt"/>
            </a:endParaRPr>
          </a:p>
        </p:txBody>
      </p:sp>
      <p:pic>
        <p:nvPicPr>
          <p:cNvPr id="1026" name="Picture 2" descr="Chalmersdagen - Meetx">
            <a:extLst>
              <a:ext uri="{FF2B5EF4-FFF2-40B4-BE49-F238E27FC236}">
                <a16:creationId xmlns:a16="http://schemas.microsoft.com/office/drawing/2014/main" id="{38C3D201-BB3D-4AC3-B6BA-75C85BA9A60E}"/>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0" y="4512377"/>
            <a:ext cx="2319251" cy="631123"/>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nodeType="afterEffect">
                                  <p:stCondLst>
                                    <p:cond delay="0"/>
                                  </p:stCondLst>
                                  <p:childTnLst>
                                    <p:set>
                                      <p:cBhvr>
                                        <p:cTn id="6" dur="1" fill="hold">
                                          <p:stCondLst>
                                            <p:cond delay="0"/>
                                          </p:stCondLst>
                                        </p:cTn>
                                        <p:tgtEl>
                                          <p:spTgt spid="153"/>
                                        </p:tgtEl>
                                        <p:attrNameLst>
                                          <p:attrName>style.visibility</p:attrName>
                                        </p:attrNameLst>
                                      </p:cBhvr>
                                      <p:to>
                                        <p:strVal val="visible"/>
                                      </p:to>
                                    </p:set>
                                    <p:anim calcmode="lin" valueType="num">
                                      <p:cBhvr additive="base">
                                        <p:cTn id="7" dur="1200" fill="hold"/>
                                        <p:tgtEl>
                                          <p:spTgt spid="153"/>
                                        </p:tgtEl>
                                        <p:attrNameLst>
                                          <p:attrName>ppt_x</p:attrName>
                                        </p:attrNameLst>
                                      </p:cBhvr>
                                      <p:tavLst>
                                        <p:tav tm="0">
                                          <p:val>
                                            <p:strVal val="1+#ppt_w/2"/>
                                          </p:val>
                                        </p:tav>
                                        <p:tav tm="100000">
                                          <p:val>
                                            <p:strVal val="#ppt_x"/>
                                          </p:val>
                                        </p:tav>
                                      </p:tavLst>
                                    </p:anim>
                                    <p:anim calcmode="lin" valueType="num">
                                      <p:cBhvr additive="base">
                                        <p:cTn id="8" dur="1200" fill="hold"/>
                                        <p:tgtEl>
                                          <p:spTgt spid="153"/>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2" fill="hold" grpId="0" nodeType="clickEffect">
                                  <p:stCondLst>
                                    <p:cond delay="0"/>
                                  </p:stCondLst>
                                  <p:childTnLst>
                                    <p:set>
                                      <p:cBhvr>
                                        <p:cTn id="12" dur="1" fill="hold">
                                          <p:stCondLst>
                                            <p:cond delay="0"/>
                                          </p:stCondLst>
                                        </p:cTn>
                                        <p:tgtEl>
                                          <p:spTgt spid="151"/>
                                        </p:tgtEl>
                                        <p:attrNameLst>
                                          <p:attrName>style.visibility</p:attrName>
                                        </p:attrNameLst>
                                      </p:cBhvr>
                                      <p:to>
                                        <p:strVal val="visible"/>
                                      </p:to>
                                    </p:set>
                                    <p:anim calcmode="lin" valueType="num">
                                      <p:cBhvr additive="base">
                                        <p:cTn id="13" dur="500" fill="hold"/>
                                        <p:tgtEl>
                                          <p:spTgt spid="151"/>
                                        </p:tgtEl>
                                        <p:attrNameLst>
                                          <p:attrName>ppt_x</p:attrName>
                                        </p:attrNameLst>
                                      </p:cBhvr>
                                      <p:tavLst>
                                        <p:tav tm="0">
                                          <p:val>
                                            <p:strVal val="1+#ppt_w/2"/>
                                          </p:val>
                                        </p:tav>
                                        <p:tav tm="100000">
                                          <p:val>
                                            <p:strVal val="#ppt_x"/>
                                          </p:val>
                                        </p:tav>
                                      </p:tavLst>
                                    </p:anim>
                                    <p:anim calcmode="lin" valueType="num">
                                      <p:cBhvr additive="base">
                                        <p:cTn id="14" dur="500" fill="hold"/>
                                        <p:tgtEl>
                                          <p:spTgt spid="151"/>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2" fill="hold" grpId="0" nodeType="clickEffect">
                                  <p:stCondLst>
                                    <p:cond delay="0"/>
                                  </p:stCondLst>
                                  <p:childTnLst>
                                    <p:set>
                                      <p:cBhvr>
                                        <p:cTn id="18" dur="1" fill="hold">
                                          <p:stCondLst>
                                            <p:cond delay="0"/>
                                          </p:stCondLst>
                                        </p:cTn>
                                        <p:tgtEl>
                                          <p:spTgt spid="3"/>
                                        </p:tgtEl>
                                        <p:attrNameLst>
                                          <p:attrName>style.visibility</p:attrName>
                                        </p:attrNameLst>
                                      </p:cBhvr>
                                      <p:to>
                                        <p:strVal val="visible"/>
                                      </p:to>
                                    </p:set>
                                    <p:anim calcmode="lin" valueType="num">
                                      <p:cBhvr additive="base">
                                        <p:cTn id="19" dur="500" fill="hold"/>
                                        <p:tgtEl>
                                          <p:spTgt spid="3"/>
                                        </p:tgtEl>
                                        <p:attrNameLst>
                                          <p:attrName>ppt_x</p:attrName>
                                        </p:attrNameLst>
                                      </p:cBhvr>
                                      <p:tavLst>
                                        <p:tav tm="0">
                                          <p:val>
                                            <p:strVal val="1+#ppt_w/2"/>
                                          </p:val>
                                        </p:tav>
                                        <p:tav tm="100000">
                                          <p:val>
                                            <p:strVal val="#ppt_x"/>
                                          </p:val>
                                        </p:tav>
                                      </p:tavLst>
                                    </p:anim>
                                    <p:anim calcmode="lin" valueType="num">
                                      <p:cBhvr additive="base">
                                        <p:cTn id="20" dur="500" fill="hold"/>
                                        <p:tgtEl>
                                          <p:spTgt spid="3"/>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2" fill="hold" nodeType="clickEffect">
                                  <p:stCondLst>
                                    <p:cond delay="0"/>
                                  </p:stCondLst>
                                  <p:childTnLst>
                                    <p:set>
                                      <p:cBhvr>
                                        <p:cTn id="24" dur="1" fill="hold">
                                          <p:stCondLst>
                                            <p:cond delay="0"/>
                                          </p:stCondLst>
                                        </p:cTn>
                                        <p:tgtEl>
                                          <p:spTgt spid="2"/>
                                        </p:tgtEl>
                                        <p:attrNameLst>
                                          <p:attrName>style.visibility</p:attrName>
                                        </p:attrNameLst>
                                      </p:cBhvr>
                                      <p:to>
                                        <p:strVal val="visible"/>
                                      </p:to>
                                    </p:set>
                                    <p:anim calcmode="lin" valueType="num">
                                      <p:cBhvr additive="base">
                                        <p:cTn id="25" dur="500" fill="hold"/>
                                        <p:tgtEl>
                                          <p:spTgt spid="2"/>
                                        </p:tgtEl>
                                        <p:attrNameLst>
                                          <p:attrName>ppt_x</p:attrName>
                                        </p:attrNameLst>
                                      </p:cBhvr>
                                      <p:tavLst>
                                        <p:tav tm="0">
                                          <p:val>
                                            <p:strVal val="1+#ppt_w/2"/>
                                          </p:val>
                                        </p:tav>
                                        <p:tav tm="100000">
                                          <p:val>
                                            <p:strVal val="#ppt_x"/>
                                          </p:val>
                                        </p:tav>
                                      </p:tavLst>
                                    </p:anim>
                                    <p:anim calcmode="lin" valueType="num">
                                      <p:cBhvr additive="base">
                                        <p:cTn id="26" dur="500" fill="hold"/>
                                        <p:tgtEl>
                                          <p:spTgt spid="2"/>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1" grpId="0"/>
      <p:bldP spid="3"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p:cNvSpPr/>
          <p:nvPr/>
        </p:nvSpPr>
        <p:spPr>
          <a:xfrm>
            <a:off x="-3" y="0"/>
            <a:ext cx="1814286" cy="5143500"/>
          </a:xfrm>
          <a:prstGeom prst="rect">
            <a:avLst/>
          </a:prstGeom>
          <a:ln>
            <a:solidFill>
              <a:schemeClr val="bg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 name="TextBox 6"/>
          <p:cNvSpPr txBox="1"/>
          <p:nvPr/>
        </p:nvSpPr>
        <p:spPr>
          <a:xfrm>
            <a:off x="-1" y="140901"/>
            <a:ext cx="1814285" cy="276999"/>
          </a:xfrm>
          <a:prstGeom prst="rect">
            <a:avLst/>
          </a:prstGeom>
          <a:solidFill>
            <a:schemeClr val="bg2">
              <a:lumMod val="60000"/>
              <a:lumOff val="40000"/>
            </a:schemeClr>
          </a:solidFill>
        </p:spPr>
        <p:txBody>
          <a:bodyPr wrap="square" rtlCol="0">
            <a:spAutoFit/>
          </a:bodyPr>
          <a:lstStyle/>
          <a:p>
            <a:r>
              <a:rPr lang="en-GB" sz="1200" dirty="0"/>
              <a:t>INDEX:</a:t>
            </a:r>
          </a:p>
        </p:txBody>
      </p:sp>
      <p:sp>
        <p:nvSpPr>
          <p:cNvPr id="8" name="TextBox 7"/>
          <p:cNvSpPr txBox="1"/>
          <p:nvPr/>
        </p:nvSpPr>
        <p:spPr>
          <a:xfrm>
            <a:off x="12697" y="3140863"/>
            <a:ext cx="1785600" cy="461665"/>
          </a:xfrm>
          <a:prstGeom prst="rect">
            <a:avLst/>
          </a:prstGeom>
          <a:solidFill>
            <a:schemeClr val="bg2">
              <a:lumMod val="20000"/>
              <a:lumOff val="80000"/>
            </a:schemeClr>
          </a:solidFill>
        </p:spPr>
        <p:txBody>
          <a:bodyPr wrap="square" rtlCol="0">
            <a:spAutoFit/>
          </a:bodyPr>
          <a:lstStyle/>
          <a:p>
            <a:r>
              <a:rPr lang="en-GB" sz="1200" dirty="0"/>
              <a:t>6) MITIGATION - </a:t>
            </a:r>
            <a:r>
              <a:rPr lang="en-GB" sz="1200" dirty="0" err="1"/>
              <a:t>QLoRA</a:t>
            </a:r>
            <a:endParaRPr lang="en-GB" sz="1200" dirty="0"/>
          </a:p>
        </p:txBody>
      </p:sp>
      <p:sp>
        <p:nvSpPr>
          <p:cNvPr id="10" name="TextBox 9"/>
          <p:cNvSpPr txBox="1"/>
          <p:nvPr/>
        </p:nvSpPr>
        <p:spPr>
          <a:xfrm>
            <a:off x="15806" y="1646211"/>
            <a:ext cx="1785600" cy="276999"/>
          </a:xfrm>
          <a:prstGeom prst="rect">
            <a:avLst/>
          </a:prstGeom>
          <a:solidFill>
            <a:schemeClr val="bg2">
              <a:lumMod val="20000"/>
              <a:lumOff val="80000"/>
            </a:schemeClr>
          </a:solidFill>
        </p:spPr>
        <p:txBody>
          <a:bodyPr wrap="square" rtlCol="0">
            <a:spAutoFit/>
          </a:bodyPr>
          <a:lstStyle/>
          <a:p>
            <a:r>
              <a:rPr lang="en-GB" sz="1200" dirty="0"/>
              <a:t>3) HYPOTHESIS</a:t>
            </a:r>
          </a:p>
        </p:txBody>
      </p:sp>
      <p:sp>
        <p:nvSpPr>
          <p:cNvPr id="11" name="TextBox 10"/>
          <p:cNvSpPr txBox="1"/>
          <p:nvPr/>
        </p:nvSpPr>
        <p:spPr>
          <a:xfrm>
            <a:off x="13569" y="2082873"/>
            <a:ext cx="1778400" cy="276999"/>
          </a:xfrm>
          <a:prstGeom prst="rect">
            <a:avLst/>
          </a:prstGeom>
          <a:solidFill>
            <a:schemeClr val="bg2">
              <a:lumMod val="20000"/>
              <a:lumOff val="80000"/>
            </a:schemeClr>
          </a:solidFill>
        </p:spPr>
        <p:txBody>
          <a:bodyPr wrap="square" rtlCol="0">
            <a:spAutoFit/>
          </a:bodyPr>
          <a:lstStyle/>
          <a:p>
            <a:r>
              <a:rPr lang="en-GB" sz="1200" dirty="0"/>
              <a:t>4) EVALUATION</a:t>
            </a:r>
          </a:p>
        </p:txBody>
      </p:sp>
      <p:sp>
        <p:nvSpPr>
          <p:cNvPr id="33" name="Google Shape;159;p34"/>
          <p:cNvSpPr txBox="1">
            <a:spLocks noGrp="1"/>
          </p:cNvSpPr>
          <p:nvPr>
            <p:ph type="ctrTitle"/>
          </p:nvPr>
        </p:nvSpPr>
        <p:spPr>
          <a:xfrm>
            <a:off x="2898499" y="230982"/>
            <a:ext cx="3637282" cy="51075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GB" u="sng" dirty="0"/>
              <a:t>MOTIVATION</a:t>
            </a:r>
            <a:endParaRPr u="sng" dirty="0"/>
          </a:p>
        </p:txBody>
      </p:sp>
      <p:sp>
        <p:nvSpPr>
          <p:cNvPr id="35" name="TextBox 34"/>
          <p:cNvSpPr txBox="1"/>
          <p:nvPr/>
        </p:nvSpPr>
        <p:spPr>
          <a:xfrm>
            <a:off x="10618" y="1024883"/>
            <a:ext cx="1784302" cy="461665"/>
          </a:xfrm>
          <a:prstGeom prst="rect">
            <a:avLst/>
          </a:prstGeom>
          <a:solidFill>
            <a:schemeClr val="bg2">
              <a:lumMod val="20000"/>
              <a:lumOff val="80000"/>
            </a:schemeClr>
          </a:solidFill>
        </p:spPr>
        <p:txBody>
          <a:bodyPr wrap="square" rtlCol="0">
            <a:spAutoFit/>
          </a:bodyPr>
          <a:lstStyle/>
          <a:p>
            <a:r>
              <a:rPr lang="en-GB" sz="1200" dirty="0"/>
              <a:t>2) SOLUTION - QUANTIZATION</a:t>
            </a:r>
          </a:p>
        </p:txBody>
      </p:sp>
      <p:sp>
        <p:nvSpPr>
          <p:cNvPr id="13" name="TextBox 12"/>
          <p:cNvSpPr txBox="1"/>
          <p:nvPr/>
        </p:nvSpPr>
        <p:spPr>
          <a:xfrm>
            <a:off x="13750" y="2519535"/>
            <a:ext cx="1785600" cy="461665"/>
          </a:xfrm>
          <a:prstGeom prst="rect">
            <a:avLst/>
          </a:prstGeom>
          <a:solidFill>
            <a:schemeClr val="bg2">
              <a:lumMod val="20000"/>
              <a:lumOff val="80000"/>
            </a:schemeClr>
          </a:solidFill>
        </p:spPr>
        <p:txBody>
          <a:bodyPr wrap="square" rtlCol="0">
            <a:spAutoFit/>
          </a:bodyPr>
          <a:lstStyle/>
          <a:p>
            <a:r>
              <a:rPr lang="en-GB" sz="1200" dirty="0"/>
              <a:t>5) IMPACT OF QUANTIZATION</a:t>
            </a:r>
          </a:p>
        </p:txBody>
      </p:sp>
      <p:sp>
        <p:nvSpPr>
          <p:cNvPr id="3" name="TextBox 2">
            <a:extLst>
              <a:ext uri="{FF2B5EF4-FFF2-40B4-BE49-F238E27FC236}">
                <a16:creationId xmlns:a16="http://schemas.microsoft.com/office/drawing/2014/main" id="{9347C04C-4F66-01B4-AF11-E88CE253C3AA}"/>
              </a:ext>
            </a:extLst>
          </p:cNvPr>
          <p:cNvSpPr txBox="1"/>
          <p:nvPr/>
        </p:nvSpPr>
        <p:spPr>
          <a:xfrm>
            <a:off x="13750" y="3762191"/>
            <a:ext cx="1785600" cy="276999"/>
          </a:xfrm>
          <a:prstGeom prst="rect">
            <a:avLst/>
          </a:prstGeom>
          <a:solidFill>
            <a:schemeClr val="bg2">
              <a:lumMod val="20000"/>
              <a:lumOff val="80000"/>
            </a:schemeClr>
          </a:solidFill>
        </p:spPr>
        <p:txBody>
          <a:bodyPr wrap="square" rtlCol="0">
            <a:spAutoFit/>
          </a:bodyPr>
          <a:lstStyle/>
          <a:p>
            <a:r>
              <a:rPr lang="en-GB" sz="1200" dirty="0"/>
              <a:t>7) FINE - TUNING</a:t>
            </a:r>
          </a:p>
        </p:txBody>
      </p:sp>
      <p:sp>
        <p:nvSpPr>
          <p:cNvPr id="4" name="TextBox 3">
            <a:extLst>
              <a:ext uri="{FF2B5EF4-FFF2-40B4-BE49-F238E27FC236}">
                <a16:creationId xmlns:a16="http://schemas.microsoft.com/office/drawing/2014/main" id="{375A4287-04F9-A015-913F-EB648B55C51E}"/>
              </a:ext>
            </a:extLst>
          </p:cNvPr>
          <p:cNvSpPr txBox="1"/>
          <p:nvPr/>
        </p:nvSpPr>
        <p:spPr>
          <a:xfrm>
            <a:off x="17852" y="4198853"/>
            <a:ext cx="1785600" cy="276999"/>
          </a:xfrm>
          <a:prstGeom prst="rect">
            <a:avLst/>
          </a:prstGeom>
          <a:solidFill>
            <a:schemeClr val="bg2">
              <a:lumMod val="20000"/>
              <a:lumOff val="80000"/>
            </a:schemeClr>
          </a:solidFill>
        </p:spPr>
        <p:txBody>
          <a:bodyPr wrap="square" rtlCol="0">
            <a:spAutoFit/>
          </a:bodyPr>
          <a:lstStyle/>
          <a:p>
            <a:r>
              <a:rPr lang="en-GB" sz="1200" dirty="0"/>
              <a:t>8) RESULTS</a:t>
            </a:r>
          </a:p>
        </p:txBody>
      </p:sp>
      <p:sp>
        <p:nvSpPr>
          <p:cNvPr id="12" name="TextBox 11">
            <a:extLst>
              <a:ext uri="{FF2B5EF4-FFF2-40B4-BE49-F238E27FC236}">
                <a16:creationId xmlns:a16="http://schemas.microsoft.com/office/drawing/2014/main" id="{13F6D5E5-A661-48EC-16C6-28A82B1658FD}"/>
              </a:ext>
            </a:extLst>
          </p:cNvPr>
          <p:cNvSpPr txBox="1"/>
          <p:nvPr/>
        </p:nvSpPr>
        <p:spPr>
          <a:xfrm>
            <a:off x="17852" y="4635515"/>
            <a:ext cx="1785600" cy="276999"/>
          </a:xfrm>
          <a:prstGeom prst="rect">
            <a:avLst/>
          </a:prstGeom>
          <a:solidFill>
            <a:schemeClr val="bg2">
              <a:lumMod val="20000"/>
              <a:lumOff val="80000"/>
            </a:schemeClr>
          </a:solidFill>
        </p:spPr>
        <p:txBody>
          <a:bodyPr wrap="square" rtlCol="0">
            <a:spAutoFit/>
          </a:bodyPr>
          <a:lstStyle/>
          <a:p>
            <a:r>
              <a:rPr lang="en-GB" sz="1200" dirty="0"/>
              <a:t>9) CONCLUSION</a:t>
            </a:r>
          </a:p>
        </p:txBody>
      </p:sp>
      <p:pic>
        <p:nvPicPr>
          <p:cNvPr id="21" name="Picture 20">
            <a:extLst>
              <a:ext uri="{FF2B5EF4-FFF2-40B4-BE49-F238E27FC236}">
                <a16:creationId xmlns:a16="http://schemas.microsoft.com/office/drawing/2014/main" id="{41FDA645-C63B-AEAB-0D63-02EE4189FDDC}"/>
              </a:ext>
            </a:extLst>
          </p:cNvPr>
          <p:cNvPicPr>
            <a:picLocks noChangeAspect="1"/>
          </p:cNvPicPr>
          <p:nvPr/>
        </p:nvPicPr>
        <p:blipFill>
          <a:blip r:embed="rId3"/>
          <a:stretch>
            <a:fillRect/>
          </a:stretch>
        </p:blipFill>
        <p:spPr>
          <a:xfrm>
            <a:off x="731807" y="1383210"/>
            <a:ext cx="1080000" cy="1080000"/>
          </a:xfrm>
          <a:prstGeom prst="rect">
            <a:avLst/>
          </a:prstGeom>
        </p:spPr>
      </p:pic>
      <p:pic>
        <p:nvPicPr>
          <p:cNvPr id="23" name="Picture 22">
            <a:extLst>
              <a:ext uri="{FF2B5EF4-FFF2-40B4-BE49-F238E27FC236}">
                <a16:creationId xmlns:a16="http://schemas.microsoft.com/office/drawing/2014/main" id="{BEE8B498-782C-555D-218E-AA5E9B9616A3}"/>
              </a:ext>
            </a:extLst>
          </p:cNvPr>
          <p:cNvPicPr>
            <a:picLocks noChangeAspect="1"/>
          </p:cNvPicPr>
          <p:nvPr/>
        </p:nvPicPr>
        <p:blipFill>
          <a:blip r:embed="rId4"/>
          <a:stretch>
            <a:fillRect/>
          </a:stretch>
        </p:blipFill>
        <p:spPr>
          <a:xfrm>
            <a:off x="2945596" y="1388162"/>
            <a:ext cx="1080000" cy="1080000"/>
          </a:xfrm>
          <a:prstGeom prst="rect">
            <a:avLst/>
          </a:prstGeom>
        </p:spPr>
      </p:pic>
      <p:pic>
        <p:nvPicPr>
          <p:cNvPr id="25" name="Picture 24">
            <a:extLst>
              <a:ext uri="{FF2B5EF4-FFF2-40B4-BE49-F238E27FC236}">
                <a16:creationId xmlns:a16="http://schemas.microsoft.com/office/drawing/2014/main" id="{33774B87-6441-21D7-3B4C-21058F9FE4A6}"/>
              </a:ext>
            </a:extLst>
          </p:cNvPr>
          <p:cNvPicPr>
            <a:picLocks noChangeAspect="1"/>
          </p:cNvPicPr>
          <p:nvPr/>
        </p:nvPicPr>
        <p:blipFill>
          <a:blip r:embed="rId5"/>
          <a:stretch>
            <a:fillRect/>
          </a:stretch>
        </p:blipFill>
        <p:spPr>
          <a:xfrm>
            <a:off x="5159385" y="1383210"/>
            <a:ext cx="1080000" cy="1080000"/>
          </a:xfrm>
          <a:prstGeom prst="rect">
            <a:avLst/>
          </a:prstGeom>
        </p:spPr>
      </p:pic>
      <p:pic>
        <p:nvPicPr>
          <p:cNvPr id="27" name="Picture 26">
            <a:extLst>
              <a:ext uri="{FF2B5EF4-FFF2-40B4-BE49-F238E27FC236}">
                <a16:creationId xmlns:a16="http://schemas.microsoft.com/office/drawing/2014/main" id="{A9FAB416-D039-7A9C-D39E-89BF088A7D03}"/>
              </a:ext>
            </a:extLst>
          </p:cNvPr>
          <p:cNvPicPr>
            <a:picLocks noChangeAspect="1"/>
          </p:cNvPicPr>
          <p:nvPr/>
        </p:nvPicPr>
        <p:blipFill>
          <a:blip r:embed="rId6"/>
          <a:stretch>
            <a:fillRect/>
          </a:stretch>
        </p:blipFill>
        <p:spPr>
          <a:xfrm>
            <a:off x="7373174" y="1383210"/>
            <a:ext cx="1080000" cy="1080000"/>
          </a:xfrm>
          <a:prstGeom prst="rect">
            <a:avLst/>
          </a:prstGeom>
        </p:spPr>
      </p:pic>
      <p:sp>
        <p:nvSpPr>
          <p:cNvPr id="29" name="TextBox 28">
            <a:extLst>
              <a:ext uri="{FF2B5EF4-FFF2-40B4-BE49-F238E27FC236}">
                <a16:creationId xmlns:a16="http://schemas.microsoft.com/office/drawing/2014/main" id="{74E63F7A-3B09-C356-3348-D30ED6A77EC2}"/>
              </a:ext>
            </a:extLst>
          </p:cNvPr>
          <p:cNvSpPr txBox="1"/>
          <p:nvPr/>
        </p:nvSpPr>
        <p:spPr>
          <a:xfrm>
            <a:off x="438786" y="2597850"/>
            <a:ext cx="1666041" cy="1384995"/>
          </a:xfrm>
          <a:prstGeom prst="rect">
            <a:avLst/>
          </a:prstGeom>
          <a:noFill/>
        </p:spPr>
        <p:txBody>
          <a:bodyPr wrap="square">
            <a:spAutoFit/>
          </a:bodyPr>
          <a:lstStyle/>
          <a:p>
            <a:pPr algn="ctr"/>
            <a:r>
              <a:rPr lang="en-US" b="1" dirty="0"/>
              <a:t>Problem:</a:t>
            </a:r>
            <a:r>
              <a:rPr lang="en-US" dirty="0"/>
              <a:t> Modern LLMs are massive. Llama-3-8B </a:t>
            </a:r>
            <a:r>
              <a:rPr lang="en-US" sz="800" dirty="0"/>
              <a:t>[1]</a:t>
            </a:r>
            <a:r>
              <a:rPr lang="en-US" dirty="0"/>
              <a:t> requires ~16GB to 19GB VRAM to load.</a:t>
            </a:r>
          </a:p>
        </p:txBody>
      </p:sp>
      <p:sp>
        <p:nvSpPr>
          <p:cNvPr id="32" name="TextBox 31">
            <a:extLst>
              <a:ext uri="{FF2B5EF4-FFF2-40B4-BE49-F238E27FC236}">
                <a16:creationId xmlns:a16="http://schemas.microsoft.com/office/drawing/2014/main" id="{5796CAB1-F2AF-19B8-A1C5-1CCDB5E67B10}"/>
              </a:ext>
            </a:extLst>
          </p:cNvPr>
          <p:cNvSpPr txBox="1"/>
          <p:nvPr/>
        </p:nvSpPr>
        <p:spPr>
          <a:xfrm>
            <a:off x="2652575" y="2597850"/>
            <a:ext cx="1666041" cy="1169551"/>
          </a:xfrm>
          <a:prstGeom prst="rect">
            <a:avLst/>
          </a:prstGeom>
          <a:noFill/>
        </p:spPr>
        <p:txBody>
          <a:bodyPr wrap="square">
            <a:spAutoFit/>
          </a:bodyPr>
          <a:lstStyle/>
          <a:p>
            <a:pPr algn="ctr"/>
            <a:r>
              <a:rPr lang="en-US" b="1" dirty="0"/>
              <a:t>Constraint:</a:t>
            </a:r>
            <a:r>
              <a:rPr lang="en-US" dirty="0"/>
              <a:t> Most consumer GPUs and edge devices have 8GB to 12GB VRAM.</a:t>
            </a:r>
            <a:endParaRPr lang="en-IN" dirty="0"/>
          </a:p>
        </p:txBody>
      </p:sp>
      <p:sp>
        <p:nvSpPr>
          <p:cNvPr id="37" name="TextBox 36">
            <a:extLst>
              <a:ext uri="{FF2B5EF4-FFF2-40B4-BE49-F238E27FC236}">
                <a16:creationId xmlns:a16="http://schemas.microsoft.com/office/drawing/2014/main" id="{872F3C4B-3759-6606-6145-2AD59B2FF6D8}"/>
              </a:ext>
            </a:extLst>
          </p:cNvPr>
          <p:cNvSpPr txBox="1"/>
          <p:nvPr/>
        </p:nvSpPr>
        <p:spPr>
          <a:xfrm>
            <a:off x="4866364" y="2571750"/>
            <a:ext cx="1666041" cy="1169551"/>
          </a:xfrm>
          <a:prstGeom prst="rect">
            <a:avLst/>
          </a:prstGeom>
          <a:noFill/>
        </p:spPr>
        <p:txBody>
          <a:bodyPr wrap="square">
            <a:spAutoFit/>
          </a:bodyPr>
          <a:lstStyle/>
          <a:p>
            <a:pPr algn="ctr"/>
            <a:r>
              <a:rPr lang="en-US" b="1" dirty="0"/>
              <a:t>Goal:</a:t>
            </a:r>
            <a:r>
              <a:rPr lang="en-US" dirty="0"/>
              <a:t> Compress the state-of-the-art models by reducing memory footprint.</a:t>
            </a:r>
            <a:endParaRPr lang="en-IN" dirty="0"/>
          </a:p>
        </p:txBody>
      </p:sp>
      <p:sp>
        <p:nvSpPr>
          <p:cNvPr id="38" name="TextBox 37">
            <a:extLst>
              <a:ext uri="{FF2B5EF4-FFF2-40B4-BE49-F238E27FC236}">
                <a16:creationId xmlns:a16="http://schemas.microsoft.com/office/drawing/2014/main" id="{B9E308F2-1ADE-BEE1-4BC6-6FE2B146B501}"/>
              </a:ext>
            </a:extLst>
          </p:cNvPr>
          <p:cNvSpPr txBox="1"/>
          <p:nvPr/>
        </p:nvSpPr>
        <p:spPr>
          <a:xfrm>
            <a:off x="7080153" y="2519535"/>
            <a:ext cx="1666041" cy="2031325"/>
          </a:xfrm>
          <a:prstGeom prst="rect">
            <a:avLst/>
          </a:prstGeom>
          <a:noFill/>
        </p:spPr>
        <p:txBody>
          <a:bodyPr wrap="square">
            <a:spAutoFit/>
          </a:bodyPr>
          <a:lstStyle/>
          <a:p>
            <a:pPr algn="ctr"/>
            <a:r>
              <a:rPr lang="en-US" b="1" dirty="0"/>
              <a:t>Risk:</a:t>
            </a:r>
            <a:r>
              <a:rPr lang="en-US" dirty="0"/>
              <a:t> Does compressing the model "lobotomize" its ability to understand complex non-English languages like Swedish?</a:t>
            </a:r>
          </a:p>
        </p:txBody>
      </p:sp>
      <p:sp>
        <p:nvSpPr>
          <p:cNvPr id="9" name="TextBox 8"/>
          <p:cNvSpPr txBox="1"/>
          <p:nvPr/>
        </p:nvSpPr>
        <p:spPr>
          <a:xfrm>
            <a:off x="19624" y="583449"/>
            <a:ext cx="1778400" cy="276999"/>
          </a:xfrm>
          <a:prstGeom prst="rect">
            <a:avLst/>
          </a:prstGeom>
          <a:solidFill>
            <a:schemeClr val="bg2">
              <a:lumMod val="20000"/>
              <a:lumOff val="80000"/>
            </a:schemeClr>
          </a:solidFill>
        </p:spPr>
        <p:txBody>
          <a:bodyPr wrap="square" rtlCol="0">
            <a:spAutoFit/>
          </a:bodyPr>
          <a:lstStyle/>
          <a:p>
            <a:r>
              <a:rPr lang="en-GB" sz="1200" dirty="0"/>
              <a:t>1) MOTIVATION</a:t>
            </a:r>
          </a:p>
        </p:txBody>
      </p:sp>
    </p:spTree>
    <p:extLst>
      <p:ext uri="{BB962C8B-B14F-4D97-AF65-F5344CB8AC3E}">
        <p14:creationId xmlns:p14="http://schemas.microsoft.com/office/powerpoint/2010/main" val="15684234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0-#ppt_w/2"/>
                                          </p:val>
                                        </p:tav>
                                        <p:tav tm="100000">
                                          <p:val>
                                            <p:strVal val="#ppt_x"/>
                                          </p:val>
                                        </p:tav>
                                      </p:tavLst>
                                    </p:anim>
                                    <p:anim calcmode="lin" valueType="num">
                                      <p:cBhvr additive="base">
                                        <p:cTn id="8" dur="500" fill="hold"/>
                                        <p:tgtEl>
                                          <p:spTgt spid="6"/>
                                        </p:tgtEl>
                                        <p:attrNameLst>
                                          <p:attrName>ppt_y</p:attrName>
                                        </p:attrNameLst>
                                      </p:cBhvr>
                                      <p:tavLst>
                                        <p:tav tm="0">
                                          <p:val>
                                            <p:strVal val="#ppt_y"/>
                                          </p:val>
                                        </p:tav>
                                        <p:tav tm="100000">
                                          <p:val>
                                            <p:strVal val="#ppt_y"/>
                                          </p:val>
                                        </p:tav>
                                      </p:tavLst>
                                    </p:anim>
                                  </p:childTnLst>
                                </p:cTn>
                              </p:par>
                              <p:par>
                                <p:cTn id="9" presetID="2" presetClass="entr" presetSubtype="8" fill="hold" grpId="0" nodeType="withEffect">
                                  <p:stCondLst>
                                    <p:cond delay="0"/>
                                  </p:stCondLst>
                                  <p:childTnLst>
                                    <p:set>
                                      <p:cBhvr>
                                        <p:cTn id="10" dur="1" fill="hold">
                                          <p:stCondLst>
                                            <p:cond delay="0"/>
                                          </p:stCondLst>
                                        </p:cTn>
                                        <p:tgtEl>
                                          <p:spTgt spid="7"/>
                                        </p:tgtEl>
                                        <p:attrNameLst>
                                          <p:attrName>style.visibility</p:attrName>
                                        </p:attrNameLst>
                                      </p:cBhvr>
                                      <p:to>
                                        <p:strVal val="visible"/>
                                      </p:to>
                                    </p:set>
                                    <p:anim calcmode="lin" valueType="num">
                                      <p:cBhvr additive="base">
                                        <p:cTn id="11" dur="500" fill="hold"/>
                                        <p:tgtEl>
                                          <p:spTgt spid="7"/>
                                        </p:tgtEl>
                                        <p:attrNameLst>
                                          <p:attrName>ppt_x</p:attrName>
                                        </p:attrNameLst>
                                      </p:cBhvr>
                                      <p:tavLst>
                                        <p:tav tm="0">
                                          <p:val>
                                            <p:strVal val="0-#ppt_w/2"/>
                                          </p:val>
                                        </p:tav>
                                        <p:tav tm="100000">
                                          <p:val>
                                            <p:strVal val="#ppt_x"/>
                                          </p:val>
                                        </p:tav>
                                      </p:tavLst>
                                    </p:anim>
                                    <p:anim calcmode="lin" valueType="num">
                                      <p:cBhvr additive="base">
                                        <p:cTn id="12" dur="500" fill="hold"/>
                                        <p:tgtEl>
                                          <p:spTgt spid="7"/>
                                        </p:tgtEl>
                                        <p:attrNameLst>
                                          <p:attrName>ppt_y</p:attrName>
                                        </p:attrNameLst>
                                      </p:cBhvr>
                                      <p:tavLst>
                                        <p:tav tm="0">
                                          <p:val>
                                            <p:strVal val="#ppt_y"/>
                                          </p:val>
                                        </p:tav>
                                        <p:tav tm="100000">
                                          <p:val>
                                            <p:strVal val="#ppt_y"/>
                                          </p:val>
                                        </p:tav>
                                      </p:tavLst>
                                    </p:anim>
                                  </p:childTnLst>
                                </p:cTn>
                              </p:par>
                              <p:par>
                                <p:cTn id="13" presetID="2" presetClass="entr" presetSubtype="8" fill="hold" grpId="0" nodeType="withEffect">
                                  <p:stCondLst>
                                    <p:cond delay="0"/>
                                  </p:stCondLst>
                                  <p:childTnLst>
                                    <p:set>
                                      <p:cBhvr>
                                        <p:cTn id="14" dur="1" fill="hold">
                                          <p:stCondLst>
                                            <p:cond delay="0"/>
                                          </p:stCondLst>
                                        </p:cTn>
                                        <p:tgtEl>
                                          <p:spTgt spid="8"/>
                                        </p:tgtEl>
                                        <p:attrNameLst>
                                          <p:attrName>style.visibility</p:attrName>
                                        </p:attrNameLst>
                                      </p:cBhvr>
                                      <p:to>
                                        <p:strVal val="visible"/>
                                      </p:to>
                                    </p:set>
                                    <p:anim calcmode="lin" valueType="num">
                                      <p:cBhvr additive="base">
                                        <p:cTn id="15" dur="500" fill="hold"/>
                                        <p:tgtEl>
                                          <p:spTgt spid="8"/>
                                        </p:tgtEl>
                                        <p:attrNameLst>
                                          <p:attrName>ppt_x</p:attrName>
                                        </p:attrNameLst>
                                      </p:cBhvr>
                                      <p:tavLst>
                                        <p:tav tm="0">
                                          <p:val>
                                            <p:strVal val="0-#ppt_w/2"/>
                                          </p:val>
                                        </p:tav>
                                        <p:tav tm="100000">
                                          <p:val>
                                            <p:strVal val="#ppt_x"/>
                                          </p:val>
                                        </p:tav>
                                      </p:tavLst>
                                    </p:anim>
                                    <p:anim calcmode="lin" valueType="num">
                                      <p:cBhvr additive="base">
                                        <p:cTn id="16" dur="500" fill="hold"/>
                                        <p:tgtEl>
                                          <p:spTgt spid="8"/>
                                        </p:tgtEl>
                                        <p:attrNameLst>
                                          <p:attrName>ppt_y</p:attrName>
                                        </p:attrNameLst>
                                      </p:cBhvr>
                                      <p:tavLst>
                                        <p:tav tm="0">
                                          <p:val>
                                            <p:strVal val="#ppt_y"/>
                                          </p:val>
                                        </p:tav>
                                        <p:tav tm="100000">
                                          <p:val>
                                            <p:strVal val="#ppt_y"/>
                                          </p:val>
                                        </p:tav>
                                      </p:tavLst>
                                    </p:anim>
                                  </p:childTnLst>
                                </p:cTn>
                              </p:par>
                              <p:par>
                                <p:cTn id="17" presetID="2" presetClass="entr" presetSubtype="8" fill="hold" grpId="0" nodeType="withEffect">
                                  <p:stCondLst>
                                    <p:cond delay="0"/>
                                  </p:stCondLst>
                                  <p:childTnLst>
                                    <p:set>
                                      <p:cBhvr>
                                        <p:cTn id="18" dur="1" fill="hold">
                                          <p:stCondLst>
                                            <p:cond delay="0"/>
                                          </p:stCondLst>
                                        </p:cTn>
                                        <p:tgtEl>
                                          <p:spTgt spid="9"/>
                                        </p:tgtEl>
                                        <p:attrNameLst>
                                          <p:attrName>style.visibility</p:attrName>
                                        </p:attrNameLst>
                                      </p:cBhvr>
                                      <p:to>
                                        <p:strVal val="visible"/>
                                      </p:to>
                                    </p:set>
                                    <p:anim calcmode="lin" valueType="num">
                                      <p:cBhvr additive="base">
                                        <p:cTn id="19" dur="500" fill="hold"/>
                                        <p:tgtEl>
                                          <p:spTgt spid="9"/>
                                        </p:tgtEl>
                                        <p:attrNameLst>
                                          <p:attrName>ppt_x</p:attrName>
                                        </p:attrNameLst>
                                      </p:cBhvr>
                                      <p:tavLst>
                                        <p:tav tm="0">
                                          <p:val>
                                            <p:strVal val="0-#ppt_w/2"/>
                                          </p:val>
                                        </p:tav>
                                        <p:tav tm="100000">
                                          <p:val>
                                            <p:strVal val="#ppt_x"/>
                                          </p:val>
                                        </p:tav>
                                      </p:tavLst>
                                    </p:anim>
                                    <p:anim calcmode="lin" valueType="num">
                                      <p:cBhvr additive="base">
                                        <p:cTn id="20" dur="500" fill="hold"/>
                                        <p:tgtEl>
                                          <p:spTgt spid="9"/>
                                        </p:tgtEl>
                                        <p:attrNameLst>
                                          <p:attrName>ppt_y</p:attrName>
                                        </p:attrNameLst>
                                      </p:cBhvr>
                                      <p:tavLst>
                                        <p:tav tm="0">
                                          <p:val>
                                            <p:strVal val="#ppt_y"/>
                                          </p:val>
                                        </p:tav>
                                        <p:tav tm="100000">
                                          <p:val>
                                            <p:strVal val="#ppt_y"/>
                                          </p:val>
                                        </p:tav>
                                      </p:tavLst>
                                    </p:anim>
                                  </p:childTnLst>
                                </p:cTn>
                              </p:par>
                              <p:par>
                                <p:cTn id="21" presetID="2" presetClass="entr" presetSubtype="8" fill="hold" grpId="0" nodeType="withEffect">
                                  <p:stCondLst>
                                    <p:cond delay="0"/>
                                  </p:stCondLst>
                                  <p:childTnLst>
                                    <p:set>
                                      <p:cBhvr>
                                        <p:cTn id="22" dur="1" fill="hold">
                                          <p:stCondLst>
                                            <p:cond delay="0"/>
                                          </p:stCondLst>
                                        </p:cTn>
                                        <p:tgtEl>
                                          <p:spTgt spid="13"/>
                                        </p:tgtEl>
                                        <p:attrNameLst>
                                          <p:attrName>style.visibility</p:attrName>
                                        </p:attrNameLst>
                                      </p:cBhvr>
                                      <p:to>
                                        <p:strVal val="visible"/>
                                      </p:to>
                                    </p:set>
                                    <p:anim calcmode="lin" valueType="num">
                                      <p:cBhvr additive="base">
                                        <p:cTn id="23" dur="500" fill="hold"/>
                                        <p:tgtEl>
                                          <p:spTgt spid="13"/>
                                        </p:tgtEl>
                                        <p:attrNameLst>
                                          <p:attrName>ppt_x</p:attrName>
                                        </p:attrNameLst>
                                      </p:cBhvr>
                                      <p:tavLst>
                                        <p:tav tm="0">
                                          <p:val>
                                            <p:strVal val="0-#ppt_w/2"/>
                                          </p:val>
                                        </p:tav>
                                        <p:tav tm="100000">
                                          <p:val>
                                            <p:strVal val="#ppt_x"/>
                                          </p:val>
                                        </p:tav>
                                      </p:tavLst>
                                    </p:anim>
                                    <p:anim calcmode="lin" valueType="num">
                                      <p:cBhvr additive="base">
                                        <p:cTn id="24" dur="500" fill="hold"/>
                                        <p:tgtEl>
                                          <p:spTgt spid="13"/>
                                        </p:tgtEl>
                                        <p:attrNameLst>
                                          <p:attrName>ppt_y</p:attrName>
                                        </p:attrNameLst>
                                      </p:cBhvr>
                                      <p:tavLst>
                                        <p:tav tm="0">
                                          <p:val>
                                            <p:strVal val="#ppt_y"/>
                                          </p:val>
                                        </p:tav>
                                        <p:tav tm="100000">
                                          <p:val>
                                            <p:strVal val="#ppt_y"/>
                                          </p:val>
                                        </p:tav>
                                      </p:tavLst>
                                    </p:anim>
                                  </p:childTnLst>
                                </p:cTn>
                              </p:par>
                              <p:par>
                                <p:cTn id="25" presetID="2" presetClass="entr" presetSubtype="8" fill="hold" grpId="0" nodeType="withEffect">
                                  <p:stCondLst>
                                    <p:cond delay="0"/>
                                  </p:stCondLst>
                                  <p:childTnLst>
                                    <p:set>
                                      <p:cBhvr>
                                        <p:cTn id="26" dur="1" fill="hold">
                                          <p:stCondLst>
                                            <p:cond delay="0"/>
                                          </p:stCondLst>
                                        </p:cTn>
                                        <p:tgtEl>
                                          <p:spTgt spid="10"/>
                                        </p:tgtEl>
                                        <p:attrNameLst>
                                          <p:attrName>style.visibility</p:attrName>
                                        </p:attrNameLst>
                                      </p:cBhvr>
                                      <p:to>
                                        <p:strVal val="visible"/>
                                      </p:to>
                                    </p:set>
                                    <p:anim calcmode="lin" valueType="num">
                                      <p:cBhvr additive="base">
                                        <p:cTn id="27" dur="500" fill="hold"/>
                                        <p:tgtEl>
                                          <p:spTgt spid="10"/>
                                        </p:tgtEl>
                                        <p:attrNameLst>
                                          <p:attrName>ppt_x</p:attrName>
                                        </p:attrNameLst>
                                      </p:cBhvr>
                                      <p:tavLst>
                                        <p:tav tm="0">
                                          <p:val>
                                            <p:strVal val="0-#ppt_w/2"/>
                                          </p:val>
                                        </p:tav>
                                        <p:tav tm="100000">
                                          <p:val>
                                            <p:strVal val="#ppt_x"/>
                                          </p:val>
                                        </p:tav>
                                      </p:tavLst>
                                    </p:anim>
                                    <p:anim calcmode="lin" valueType="num">
                                      <p:cBhvr additive="base">
                                        <p:cTn id="28" dur="500" fill="hold"/>
                                        <p:tgtEl>
                                          <p:spTgt spid="10"/>
                                        </p:tgtEl>
                                        <p:attrNameLst>
                                          <p:attrName>ppt_y</p:attrName>
                                        </p:attrNameLst>
                                      </p:cBhvr>
                                      <p:tavLst>
                                        <p:tav tm="0">
                                          <p:val>
                                            <p:strVal val="#ppt_y"/>
                                          </p:val>
                                        </p:tav>
                                        <p:tav tm="100000">
                                          <p:val>
                                            <p:strVal val="#ppt_y"/>
                                          </p:val>
                                        </p:tav>
                                      </p:tavLst>
                                    </p:anim>
                                  </p:childTnLst>
                                </p:cTn>
                              </p:par>
                              <p:par>
                                <p:cTn id="29" presetID="2" presetClass="entr" presetSubtype="8" fill="hold" grpId="0" nodeType="withEffect">
                                  <p:stCondLst>
                                    <p:cond delay="0"/>
                                  </p:stCondLst>
                                  <p:childTnLst>
                                    <p:set>
                                      <p:cBhvr>
                                        <p:cTn id="30" dur="1" fill="hold">
                                          <p:stCondLst>
                                            <p:cond delay="0"/>
                                          </p:stCondLst>
                                        </p:cTn>
                                        <p:tgtEl>
                                          <p:spTgt spid="11"/>
                                        </p:tgtEl>
                                        <p:attrNameLst>
                                          <p:attrName>style.visibility</p:attrName>
                                        </p:attrNameLst>
                                      </p:cBhvr>
                                      <p:to>
                                        <p:strVal val="visible"/>
                                      </p:to>
                                    </p:set>
                                    <p:anim calcmode="lin" valueType="num">
                                      <p:cBhvr additive="base">
                                        <p:cTn id="31" dur="500" fill="hold"/>
                                        <p:tgtEl>
                                          <p:spTgt spid="11"/>
                                        </p:tgtEl>
                                        <p:attrNameLst>
                                          <p:attrName>ppt_x</p:attrName>
                                        </p:attrNameLst>
                                      </p:cBhvr>
                                      <p:tavLst>
                                        <p:tav tm="0">
                                          <p:val>
                                            <p:strVal val="0-#ppt_w/2"/>
                                          </p:val>
                                        </p:tav>
                                        <p:tav tm="100000">
                                          <p:val>
                                            <p:strVal val="#ppt_x"/>
                                          </p:val>
                                        </p:tav>
                                      </p:tavLst>
                                    </p:anim>
                                    <p:anim calcmode="lin" valueType="num">
                                      <p:cBhvr additive="base">
                                        <p:cTn id="32" dur="500" fill="hold"/>
                                        <p:tgtEl>
                                          <p:spTgt spid="11"/>
                                        </p:tgtEl>
                                        <p:attrNameLst>
                                          <p:attrName>ppt_y</p:attrName>
                                        </p:attrNameLst>
                                      </p:cBhvr>
                                      <p:tavLst>
                                        <p:tav tm="0">
                                          <p:val>
                                            <p:strVal val="#ppt_y"/>
                                          </p:val>
                                        </p:tav>
                                        <p:tav tm="100000">
                                          <p:val>
                                            <p:strVal val="#ppt_y"/>
                                          </p:val>
                                        </p:tav>
                                      </p:tavLst>
                                    </p:anim>
                                  </p:childTnLst>
                                </p:cTn>
                              </p:par>
                              <p:par>
                                <p:cTn id="33" presetID="2" presetClass="entr" presetSubtype="8" fill="hold" grpId="0" nodeType="withEffect">
                                  <p:stCondLst>
                                    <p:cond delay="0"/>
                                  </p:stCondLst>
                                  <p:childTnLst>
                                    <p:set>
                                      <p:cBhvr>
                                        <p:cTn id="34" dur="1" fill="hold">
                                          <p:stCondLst>
                                            <p:cond delay="0"/>
                                          </p:stCondLst>
                                        </p:cTn>
                                        <p:tgtEl>
                                          <p:spTgt spid="3"/>
                                        </p:tgtEl>
                                        <p:attrNameLst>
                                          <p:attrName>style.visibility</p:attrName>
                                        </p:attrNameLst>
                                      </p:cBhvr>
                                      <p:to>
                                        <p:strVal val="visible"/>
                                      </p:to>
                                    </p:set>
                                    <p:anim calcmode="lin" valueType="num">
                                      <p:cBhvr additive="base">
                                        <p:cTn id="35" dur="500" fill="hold"/>
                                        <p:tgtEl>
                                          <p:spTgt spid="3"/>
                                        </p:tgtEl>
                                        <p:attrNameLst>
                                          <p:attrName>ppt_x</p:attrName>
                                        </p:attrNameLst>
                                      </p:cBhvr>
                                      <p:tavLst>
                                        <p:tav tm="0">
                                          <p:val>
                                            <p:strVal val="0-#ppt_w/2"/>
                                          </p:val>
                                        </p:tav>
                                        <p:tav tm="100000">
                                          <p:val>
                                            <p:strVal val="#ppt_x"/>
                                          </p:val>
                                        </p:tav>
                                      </p:tavLst>
                                    </p:anim>
                                    <p:anim calcmode="lin" valueType="num">
                                      <p:cBhvr additive="base">
                                        <p:cTn id="36" dur="500" fill="hold"/>
                                        <p:tgtEl>
                                          <p:spTgt spid="3"/>
                                        </p:tgtEl>
                                        <p:attrNameLst>
                                          <p:attrName>ppt_y</p:attrName>
                                        </p:attrNameLst>
                                      </p:cBhvr>
                                      <p:tavLst>
                                        <p:tav tm="0">
                                          <p:val>
                                            <p:strVal val="#ppt_y"/>
                                          </p:val>
                                        </p:tav>
                                        <p:tav tm="100000">
                                          <p:val>
                                            <p:strVal val="#ppt_y"/>
                                          </p:val>
                                        </p:tav>
                                      </p:tavLst>
                                    </p:anim>
                                  </p:childTnLst>
                                </p:cTn>
                              </p:par>
                              <p:par>
                                <p:cTn id="37" presetID="2" presetClass="entr" presetSubtype="8" fill="hold" grpId="0" nodeType="withEffect">
                                  <p:stCondLst>
                                    <p:cond delay="0"/>
                                  </p:stCondLst>
                                  <p:childTnLst>
                                    <p:set>
                                      <p:cBhvr>
                                        <p:cTn id="38" dur="1" fill="hold">
                                          <p:stCondLst>
                                            <p:cond delay="0"/>
                                          </p:stCondLst>
                                        </p:cTn>
                                        <p:tgtEl>
                                          <p:spTgt spid="4"/>
                                        </p:tgtEl>
                                        <p:attrNameLst>
                                          <p:attrName>style.visibility</p:attrName>
                                        </p:attrNameLst>
                                      </p:cBhvr>
                                      <p:to>
                                        <p:strVal val="visible"/>
                                      </p:to>
                                    </p:set>
                                    <p:anim calcmode="lin" valueType="num">
                                      <p:cBhvr additive="base">
                                        <p:cTn id="39" dur="500" fill="hold"/>
                                        <p:tgtEl>
                                          <p:spTgt spid="4"/>
                                        </p:tgtEl>
                                        <p:attrNameLst>
                                          <p:attrName>ppt_x</p:attrName>
                                        </p:attrNameLst>
                                      </p:cBhvr>
                                      <p:tavLst>
                                        <p:tav tm="0">
                                          <p:val>
                                            <p:strVal val="0-#ppt_w/2"/>
                                          </p:val>
                                        </p:tav>
                                        <p:tav tm="100000">
                                          <p:val>
                                            <p:strVal val="#ppt_x"/>
                                          </p:val>
                                        </p:tav>
                                      </p:tavLst>
                                    </p:anim>
                                    <p:anim calcmode="lin" valueType="num">
                                      <p:cBhvr additive="base">
                                        <p:cTn id="40" dur="500" fill="hold"/>
                                        <p:tgtEl>
                                          <p:spTgt spid="4"/>
                                        </p:tgtEl>
                                        <p:attrNameLst>
                                          <p:attrName>ppt_y</p:attrName>
                                        </p:attrNameLst>
                                      </p:cBhvr>
                                      <p:tavLst>
                                        <p:tav tm="0">
                                          <p:val>
                                            <p:strVal val="#ppt_y"/>
                                          </p:val>
                                        </p:tav>
                                        <p:tav tm="100000">
                                          <p:val>
                                            <p:strVal val="#ppt_y"/>
                                          </p:val>
                                        </p:tav>
                                      </p:tavLst>
                                    </p:anim>
                                  </p:childTnLst>
                                </p:cTn>
                              </p:par>
                              <p:par>
                                <p:cTn id="41" presetID="2" presetClass="entr" presetSubtype="8" fill="hold" grpId="0" nodeType="withEffect">
                                  <p:stCondLst>
                                    <p:cond delay="0"/>
                                  </p:stCondLst>
                                  <p:childTnLst>
                                    <p:set>
                                      <p:cBhvr>
                                        <p:cTn id="42" dur="1" fill="hold">
                                          <p:stCondLst>
                                            <p:cond delay="0"/>
                                          </p:stCondLst>
                                        </p:cTn>
                                        <p:tgtEl>
                                          <p:spTgt spid="12"/>
                                        </p:tgtEl>
                                        <p:attrNameLst>
                                          <p:attrName>style.visibility</p:attrName>
                                        </p:attrNameLst>
                                      </p:cBhvr>
                                      <p:to>
                                        <p:strVal val="visible"/>
                                      </p:to>
                                    </p:set>
                                    <p:anim calcmode="lin" valueType="num">
                                      <p:cBhvr additive="base">
                                        <p:cTn id="43" dur="500" fill="hold"/>
                                        <p:tgtEl>
                                          <p:spTgt spid="12"/>
                                        </p:tgtEl>
                                        <p:attrNameLst>
                                          <p:attrName>ppt_x</p:attrName>
                                        </p:attrNameLst>
                                      </p:cBhvr>
                                      <p:tavLst>
                                        <p:tav tm="0">
                                          <p:val>
                                            <p:strVal val="0-#ppt_w/2"/>
                                          </p:val>
                                        </p:tav>
                                        <p:tav tm="100000">
                                          <p:val>
                                            <p:strVal val="#ppt_x"/>
                                          </p:val>
                                        </p:tav>
                                      </p:tavLst>
                                    </p:anim>
                                    <p:anim calcmode="lin" valueType="num">
                                      <p:cBhvr additive="base">
                                        <p:cTn id="44" dur="500" fill="hold"/>
                                        <p:tgtEl>
                                          <p:spTgt spid="12"/>
                                        </p:tgtEl>
                                        <p:attrNameLst>
                                          <p:attrName>ppt_y</p:attrName>
                                        </p:attrNameLst>
                                      </p:cBhvr>
                                      <p:tavLst>
                                        <p:tav tm="0">
                                          <p:val>
                                            <p:strVal val="#ppt_y"/>
                                          </p:val>
                                        </p:tav>
                                        <p:tav tm="100000">
                                          <p:val>
                                            <p:strVal val="#ppt_y"/>
                                          </p:val>
                                        </p:tav>
                                      </p:tavLst>
                                    </p:anim>
                                  </p:childTnLst>
                                </p:cTn>
                              </p:par>
                              <p:par>
                                <p:cTn id="45" presetID="2" presetClass="entr" presetSubtype="8" fill="hold" grpId="0" nodeType="withEffect">
                                  <p:stCondLst>
                                    <p:cond delay="0"/>
                                  </p:stCondLst>
                                  <p:childTnLst>
                                    <p:set>
                                      <p:cBhvr>
                                        <p:cTn id="46" dur="1" fill="hold">
                                          <p:stCondLst>
                                            <p:cond delay="0"/>
                                          </p:stCondLst>
                                        </p:cTn>
                                        <p:tgtEl>
                                          <p:spTgt spid="35"/>
                                        </p:tgtEl>
                                        <p:attrNameLst>
                                          <p:attrName>style.visibility</p:attrName>
                                        </p:attrNameLst>
                                      </p:cBhvr>
                                      <p:to>
                                        <p:strVal val="visible"/>
                                      </p:to>
                                    </p:set>
                                    <p:anim calcmode="lin" valueType="num">
                                      <p:cBhvr additive="base">
                                        <p:cTn id="47" dur="500" fill="hold"/>
                                        <p:tgtEl>
                                          <p:spTgt spid="35"/>
                                        </p:tgtEl>
                                        <p:attrNameLst>
                                          <p:attrName>ppt_x</p:attrName>
                                        </p:attrNameLst>
                                      </p:cBhvr>
                                      <p:tavLst>
                                        <p:tav tm="0">
                                          <p:val>
                                            <p:strVal val="0-#ppt_w/2"/>
                                          </p:val>
                                        </p:tav>
                                        <p:tav tm="100000">
                                          <p:val>
                                            <p:strVal val="#ppt_x"/>
                                          </p:val>
                                        </p:tav>
                                      </p:tavLst>
                                    </p:anim>
                                    <p:anim calcmode="lin" valueType="num">
                                      <p:cBhvr additive="base">
                                        <p:cTn id="48" dur="500" fill="hold"/>
                                        <p:tgtEl>
                                          <p:spTgt spid="35"/>
                                        </p:tgtEl>
                                        <p:attrNameLst>
                                          <p:attrName>ppt_y</p:attrName>
                                        </p:attrNameLst>
                                      </p:cBhvr>
                                      <p:tavLst>
                                        <p:tav tm="0">
                                          <p:val>
                                            <p:strVal val="#ppt_y"/>
                                          </p:val>
                                        </p:tav>
                                        <p:tav tm="100000">
                                          <p:val>
                                            <p:strVal val="#ppt_y"/>
                                          </p:val>
                                        </p:tav>
                                      </p:tavLst>
                                    </p:anim>
                                  </p:childTnLst>
                                </p:cTn>
                              </p:par>
                            </p:childTnLst>
                          </p:cTn>
                        </p:par>
                      </p:childTnLst>
                    </p:cTn>
                  </p:par>
                  <p:par>
                    <p:cTn id="49" fill="hold">
                      <p:stCondLst>
                        <p:cond delay="indefinite"/>
                      </p:stCondLst>
                      <p:childTnLst>
                        <p:par>
                          <p:cTn id="50" fill="hold">
                            <p:stCondLst>
                              <p:cond delay="0"/>
                            </p:stCondLst>
                            <p:childTnLst>
                              <p:par>
                                <p:cTn id="51" presetID="42" presetClass="path" presetSubtype="0" accel="50000" decel="50000" fill="hold" grpId="1" nodeType="clickEffect">
                                  <p:stCondLst>
                                    <p:cond delay="0"/>
                                  </p:stCondLst>
                                  <p:childTnLst>
                                    <p:animMotion origin="layout" path="M 3.61111E-6 -3.33333E-6 L 0.40017 -0.0324 " pathEditMode="relative" rAng="0" ptsTypes="AA">
                                      <p:cBhvr>
                                        <p:cTn id="52" dur="2000" fill="hold"/>
                                        <p:tgtEl>
                                          <p:spTgt spid="9"/>
                                        </p:tgtEl>
                                        <p:attrNameLst>
                                          <p:attrName>ppt_x</p:attrName>
                                          <p:attrName>ppt_y</p:attrName>
                                        </p:attrNameLst>
                                      </p:cBhvr>
                                      <p:rCtr x="20000" y="-1636"/>
                                    </p:animMotion>
                                  </p:childTnLst>
                                </p:cTn>
                              </p:par>
                            </p:childTnLst>
                          </p:cTn>
                        </p:par>
                      </p:childTnLst>
                    </p:cTn>
                  </p:par>
                  <p:par>
                    <p:cTn id="53" fill="hold">
                      <p:stCondLst>
                        <p:cond delay="indefinite"/>
                      </p:stCondLst>
                      <p:childTnLst>
                        <p:par>
                          <p:cTn id="54" fill="hold">
                            <p:stCondLst>
                              <p:cond delay="0"/>
                            </p:stCondLst>
                            <p:childTnLst>
                              <p:par>
                                <p:cTn id="55" presetID="10" presetClass="exit" presetSubtype="0" fill="hold" grpId="2" nodeType="clickEffect">
                                  <p:stCondLst>
                                    <p:cond delay="0"/>
                                  </p:stCondLst>
                                  <p:childTnLst>
                                    <p:animEffect transition="out" filter="fade">
                                      <p:cBhvr>
                                        <p:cTn id="56" dur="500"/>
                                        <p:tgtEl>
                                          <p:spTgt spid="9"/>
                                        </p:tgtEl>
                                      </p:cBhvr>
                                    </p:animEffect>
                                    <p:set>
                                      <p:cBhvr>
                                        <p:cTn id="57" dur="1" fill="hold">
                                          <p:stCondLst>
                                            <p:cond delay="499"/>
                                          </p:stCondLst>
                                        </p:cTn>
                                        <p:tgtEl>
                                          <p:spTgt spid="9"/>
                                        </p:tgtEl>
                                        <p:attrNameLst>
                                          <p:attrName>style.visibility</p:attrName>
                                        </p:attrNameLst>
                                      </p:cBhvr>
                                      <p:to>
                                        <p:strVal val="hidden"/>
                                      </p:to>
                                    </p:set>
                                  </p:childTnLst>
                                </p:cTn>
                              </p:par>
                              <p:par>
                                <p:cTn id="58" presetID="10" presetClass="entr" presetSubtype="0" fill="hold" grpId="0" nodeType="withEffect">
                                  <p:stCondLst>
                                    <p:cond delay="0"/>
                                  </p:stCondLst>
                                  <p:childTnLst>
                                    <p:set>
                                      <p:cBhvr>
                                        <p:cTn id="59" dur="1" fill="hold">
                                          <p:stCondLst>
                                            <p:cond delay="0"/>
                                          </p:stCondLst>
                                        </p:cTn>
                                        <p:tgtEl>
                                          <p:spTgt spid="33"/>
                                        </p:tgtEl>
                                        <p:attrNameLst>
                                          <p:attrName>style.visibility</p:attrName>
                                        </p:attrNameLst>
                                      </p:cBhvr>
                                      <p:to>
                                        <p:strVal val="visible"/>
                                      </p:to>
                                    </p:set>
                                    <p:animEffect transition="in" filter="fade">
                                      <p:cBhvr>
                                        <p:cTn id="60" dur="500"/>
                                        <p:tgtEl>
                                          <p:spTgt spid="33"/>
                                        </p:tgtEl>
                                      </p:cBhvr>
                                    </p:animEffect>
                                  </p:childTnLst>
                                </p:cTn>
                              </p:par>
                            </p:childTnLst>
                          </p:cTn>
                        </p:par>
                      </p:childTnLst>
                    </p:cTn>
                  </p:par>
                  <p:par>
                    <p:cTn id="61" fill="hold">
                      <p:stCondLst>
                        <p:cond delay="indefinite"/>
                      </p:stCondLst>
                      <p:childTnLst>
                        <p:par>
                          <p:cTn id="62" fill="hold">
                            <p:stCondLst>
                              <p:cond delay="0"/>
                            </p:stCondLst>
                            <p:childTnLst>
                              <p:par>
                                <p:cTn id="63" presetID="2" presetClass="exit" presetSubtype="8" fill="hold" grpId="1" nodeType="clickEffect">
                                  <p:stCondLst>
                                    <p:cond delay="0"/>
                                  </p:stCondLst>
                                  <p:childTnLst>
                                    <p:anim calcmode="lin" valueType="num">
                                      <p:cBhvr additive="base">
                                        <p:cTn id="64" dur="500"/>
                                        <p:tgtEl>
                                          <p:spTgt spid="6"/>
                                        </p:tgtEl>
                                        <p:attrNameLst>
                                          <p:attrName>ppt_x</p:attrName>
                                        </p:attrNameLst>
                                      </p:cBhvr>
                                      <p:tavLst>
                                        <p:tav tm="0">
                                          <p:val>
                                            <p:strVal val="ppt_x"/>
                                          </p:val>
                                        </p:tav>
                                        <p:tav tm="100000">
                                          <p:val>
                                            <p:strVal val="0-ppt_w/2"/>
                                          </p:val>
                                        </p:tav>
                                      </p:tavLst>
                                    </p:anim>
                                    <p:anim calcmode="lin" valueType="num">
                                      <p:cBhvr additive="base">
                                        <p:cTn id="65" dur="500"/>
                                        <p:tgtEl>
                                          <p:spTgt spid="6"/>
                                        </p:tgtEl>
                                        <p:attrNameLst>
                                          <p:attrName>ppt_y</p:attrName>
                                        </p:attrNameLst>
                                      </p:cBhvr>
                                      <p:tavLst>
                                        <p:tav tm="0">
                                          <p:val>
                                            <p:strVal val="ppt_y"/>
                                          </p:val>
                                        </p:tav>
                                        <p:tav tm="100000">
                                          <p:val>
                                            <p:strVal val="ppt_y"/>
                                          </p:val>
                                        </p:tav>
                                      </p:tavLst>
                                    </p:anim>
                                    <p:set>
                                      <p:cBhvr>
                                        <p:cTn id="66" dur="1" fill="hold">
                                          <p:stCondLst>
                                            <p:cond delay="499"/>
                                          </p:stCondLst>
                                        </p:cTn>
                                        <p:tgtEl>
                                          <p:spTgt spid="6"/>
                                        </p:tgtEl>
                                        <p:attrNameLst>
                                          <p:attrName>style.visibility</p:attrName>
                                        </p:attrNameLst>
                                      </p:cBhvr>
                                      <p:to>
                                        <p:strVal val="hidden"/>
                                      </p:to>
                                    </p:set>
                                  </p:childTnLst>
                                </p:cTn>
                              </p:par>
                              <p:par>
                                <p:cTn id="67" presetID="2" presetClass="exit" presetSubtype="8" fill="hold" grpId="1" nodeType="withEffect">
                                  <p:stCondLst>
                                    <p:cond delay="0"/>
                                  </p:stCondLst>
                                  <p:childTnLst>
                                    <p:anim calcmode="lin" valueType="num">
                                      <p:cBhvr additive="base">
                                        <p:cTn id="68" dur="500"/>
                                        <p:tgtEl>
                                          <p:spTgt spid="7"/>
                                        </p:tgtEl>
                                        <p:attrNameLst>
                                          <p:attrName>ppt_x</p:attrName>
                                        </p:attrNameLst>
                                      </p:cBhvr>
                                      <p:tavLst>
                                        <p:tav tm="0">
                                          <p:val>
                                            <p:strVal val="ppt_x"/>
                                          </p:val>
                                        </p:tav>
                                        <p:tav tm="100000">
                                          <p:val>
                                            <p:strVal val="0-ppt_w/2"/>
                                          </p:val>
                                        </p:tav>
                                      </p:tavLst>
                                    </p:anim>
                                    <p:anim calcmode="lin" valueType="num">
                                      <p:cBhvr additive="base">
                                        <p:cTn id="69" dur="500"/>
                                        <p:tgtEl>
                                          <p:spTgt spid="7"/>
                                        </p:tgtEl>
                                        <p:attrNameLst>
                                          <p:attrName>ppt_y</p:attrName>
                                        </p:attrNameLst>
                                      </p:cBhvr>
                                      <p:tavLst>
                                        <p:tav tm="0">
                                          <p:val>
                                            <p:strVal val="ppt_y"/>
                                          </p:val>
                                        </p:tav>
                                        <p:tav tm="100000">
                                          <p:val>
                                            <p:strVal val="ppt_y"/>
                                          </p:val>
                                        </p:tav>
                                      </p:tavLst>
                                    </p:anim>
                                    <p:set>
                                      <p:cBhvr>
                                        <p:cTn id="70" dur="1" fill="hold">
                                          <p:stCondLst>
                                            <p:cond delay="499"/>
                                          </p:stCondLst>
                                        </p:cTn>
                                        <p:tgtEl>
                                          <p:spTgt spid="7"/>
                                        </p:tgtEl>
                                        <p:attrNameLst>
                                          <p:attrName>style.visibility</p:attrName>
                                        </p:attrNameLst>
                                      </p:cBhvr>
                                      <p:to>
                                        <p:strVal val="hidden"/>
                                      </p:to>
                                    </p:set>
                                  </p:childTnLst>
                                </p:cTn>
                              </p:par>
                              <p:par>
                                <p:cTn id="71" presetID="2" presetClass="exit" presetSubtype="8" fill="hold" grpId="1" nodeType="withEffect">
                                  <p:stCondLst>
                                    <p:cond delay="0"/>
                                  </p:stCondLst>
                                  <p:childTnLst>
                                    <p:anim calcmode="lin" valueType="num">
                                      <p:cBhvr additive="base">
                                        <p:cTn id="72" dur="500"/>
                                        <p:tgtEl>
                                          <p:spTgt spid="8"/>
                                        </p:tgtEl>
                                        <p:attrNameLst>
                                          <p:attrName>ppt_x</p:attrName>
                                        </p:attrNameLst>
                                      </p:cBhvr>
                                      <p:tavLst>
                                        <p:tav tm="0">
                                          <p:val>
                                            <p:strVal val="ppt_x"/>
                                          </p:val>
                                        </p:tav>
                                        <p:tav tm="100000">
                                          <p:val>
                                            <p:strVal val="0-ppt_w/2"/>
                                          </p:val>
                                        </p:tav>
                                      </p:tavLst>
                                    </p:anim>
                                    <p:anim calcmode="lin" valueType="num">
                                      <p:cBhvr additive="base">
                                        <p:cTn id="73" dur="500"/>
                                        <p:tgtEl>
                                          <p:spTgt spid="8"/>
                                        </p:tgtEl>
                                        <p:attrNameLst>
                                          <p:attrName>ppt_y</p:attrName>
                                        </p:attrNameLst>
                                      </p:cBhvr>
                                      <p:tavLst>
                                        <p:tav tm="0">
                                          <p:val>
                                            <p:strVal val="ppt_y"/>
                                          </p:val>
                                        </p:tav>
                                        <p:tav tm="100000">
                                          <p:val>
                                            <p:strVal val="ppt_y"/>
                                          </p:val>
                                        </p:tav>
                                      </p:tavLst>
                                    </p:anim>
                                    <p:set>
                                      <p:cBhvr>
                                        <p:cTn id="74" dur="1" fill="hold">
                                          <p:stCondLst>
                                            <p:cond delay="499"/>
                                          </p:stCondLst>
                                        </p:cTn>
                                        <p:tgtEl>
                                          <p:spTgt spid="8"/>
                                        </p:tgtEl>
                                        <p:attrNameLst>
                                          <p:attrName>style.visibility</p:attrName>
                                        </p:attrNameLst>
                                      </p:cBhvr>
                                      <p:to>
                                        <p:strVal val="hidden"/>
                                      </p:to>
                                    </p:set>
                                  </p:childTnLst>
                                </p:cTn>
                              </p:par>
                              <p:par>
                                <p:cTn id="75" presetID="2" presetClass="exit" presetSubtype="8" fill="hold" grpId="3" nodeType="withEffect">
                                  <p:stCondLst>
                                    <p:cond delay="0"/>
                                  </p:stCondLst>
                                  <p:childTnLst>
                                    <p:anim calcmode="lin" valueType="num">
                                      <p:cBhvr additive="base">
                                        <p:cTn id="76" dur="500"/>
                                        <p:tgtEl>
                                          <p:spTgt spid="9"/>
                                        </p:tgtEl>
                                        <p:attrNameLst>
                                          <p:attrName>ppt_x</p:attrName>
                                        </p:attrNameLst>
                                      </p:cBhvr>
                                      <p:tavLst>
                                        <p:tav tm="0">
                                          <p:val>
                                            <p:strVal val="ppt_x"/>
                                          </p:val>
                                        </p:tav>
                                        <p:tav tm="100000">
                                          <p:val>
                                            <p:strVal val="0-ppt_w/2"/>
                                          </p:val>
                                        </p:tav>
                                      </p:tavLst>
                                    </p:anim>
                                    <p:anim calcmode="lin" valueType="num">
                                      <p:cBhvr additive="base">
                                        <p:cTn id="77" dur="500"/>
                                        <p:tgtEl>
                                          <p:spTgt spid="9"/>
                                        </p:tgtEl>
                                        <p:attrNameLst>
                                          <p:attrName>ppt_y</p:attrName>
                                        </p:attrNameLst>
                                      </p:cBhvr>
                                      <p:tavLst>
                                        <p:tav tm="0">
                                          <p:val>
                                            <p:strVal val="ppt_y"/>
                                          </p:val>
                                        </p:tav>
                                        <p:tav tm="100000">
                                          <p:val>
                                            <p:strVal val="ppt_y"/>
                                          </p:val>
                                        </p:tav>
                                      </p:tavLst>
                                    </p:anim>
                                    <p:set>
                                      <p:cBhvr>
                                        <p:cTn id="78" dur="1" fill="hold">
                                          <p:stCondLst>
                                            <p:cond delay="499"/>
                                          </p:stCondLst>
                                        </p:cTn>
                                        <p:tgtEl>
                                          <p:spTgt spid="9"/>
                                        </p:tgtEl>
                                        <p:attrNameLst>
                                          <p:attrName>style.visibility</p:attrName>
                                        </p:attrNameLst>
                                      </p:cBhvr>
                                      <p:to>
                                        <p:strVal val="hidden"/>
                                      </p:to>
                                    </p:set>
                                  </p:childTnLst>
                                </p:cTn>
                              </p:par>
                              <p:par>
                                <p:cTn id="79" presetID="2" presetClass="exit" presetSubtype="8" fill="hold" grpId="1" nodeType="withEffect">
                                  <p:stCondLst>
                                    <p:cond delay="0"/>
                                  </p:stCondLst>
                                  <p:childTnLst>
                                    <p:anim calcmode="lin" valueType="num">
                                      <p:cBhvr additive="base">
                                        <p:cTn id="80" dur="500"/>
                                        <p:tgtEl>
                                          <p:spTgt spid="10"/>
                                        </p:tgtEl>
                                        <p:attrNameLst>
                                          <p:attrName>ppt_x</p:attrName>
                                        </p:attrNameLst>
                                      </p:cBhvr>
                                      <p:tavLst>
                                        <p:tav tm="0">
                                          <p:val>
                                            <p:strVal val="ppt_x"/>
                                          </p:val>
                                        </p:tav>
                                        <p:tav tm="100000">
                                          <p:val>
                                            <p:strVal val="0-ppt_w/2"/>
                                          </p:val>
                                        </p:tav>
                                      </p:tavLst>
                                    </p:anim>
                                    <p:anim calcmode="lin" valueType="num">
                                      <p:cBhvr additive="base">
                                        <p:cTn id="81" dur="500"/>
                                        <p:tgtEl>
                                          <p:spTgt spid="10"/>
                                        </p:tgtEl>
                                        <p:attrNameLst>
                                          <p:attrName>ppt_y</p:attrName>
                                        </p:attrNameLst>
                                      </p:cBhvr>
                                      <p:tavLst>
                                        <p:tav tm="0">
                                          <p:val>
                                            <p:strVal val="ppt_y"/>
                                          </p:val>
                                        </p:tav>
                                        <p:tav tm="100000">
                                          <p:val>
                                            <p:strVal val="ppt_y"/>
                                          </p:val>
                                        </p:tav>
                                      </p:tavLst>
                                    </p:anim>
                                    <p:set>
                                      <p:cBhvr>
                                        <p:cTn id="82" dur="1" fill="hold">
                                          <p:stCondLst>
                                            <p:cond delay="499"/>
                                          </p:stCondLst>
                                        </p:cTn>
                                        <p:tgtEl>
                                          <p:spTgt spid="10"/>
                                        </p:tgtEl>
                                        <p:attrNameLst>
                                          <p:attrName>style.visibility</p:attrName>
                                        </p:attrNameLst>
                                      </p:cBhvr>
                                      <p:to>
                                        <p:strVal val="hidden"/>
                                      </p:to>
                                    </p:set>
                                  </p:childTnLst>
                                </p:cTn>
                              </p:par>
                              <p:par>
                                <p:cTn id="83" presetID="2" presetClass="exit" presetSubtype="8" fill="hold" grpId="1" nodeType="withEffect">
                                  <p:stCondLst>
                                    <p:cond delay="0"/>
                                  </p:stCondLst>
                                  <p:childTnLst>
                                    <p:anim calcmode="lin" valueType="num">
                                      <p:cBhvr additive="base">
                                        <p:cTn id="84" dur="500"/>
                                        <p:tgtEl>
                                          <p:spTgt spid="11"/>
                                        </p:tgtEl>
                                        <p:attrNameLst>
                                          <p:attrName>ppt_x</p:attrName>
                                        </p:attrNameLst>
                                      </p:cBhvr>
                                      <p:tavLst>
                                        <p:tav tm="0">
                                          <p:val>
                                            <p:strVal val="ppt_x"/>
                                          </p:val>
                                        </p:tav>
                                        <p:tav tm="100000">
                                          <p:val>
                                            <p:strVal val="0-ppt_w/2"/>
                                          </p:val>
                                        </p:tav>
                                      </p:tavLst>
                                    </p:anim>
                                    <p:anim calcmode="lin" valueType="num">
                                      <p:cBhvr additive="base">
                                        <p:cTn id="85" dur="500"/>
                                        <p:tgtEl>
                                          <p:spTgt spid="11"/>
                                        </p:tgtEl>
                                        <p:attrNameLst>
                                          <p:attrName>ppt_y</p:attrName>
                                        </p:attrNameLst>
                                      </p:cBhvr>
                                      <p:tavLst>
                                        <p:tav tm="0">
                                          <p:val>
                                            <p:strVal val="ppt_y"/>
                                          </p:val>
                                        </p:tav>
                                        <p:tav tm="100000">
                                          <p:val>
                                            <p:strVal val="ppt_y"/>
                                          </p:val>
                                        </p:tav>
                                      </p:tavLst>
                                    </p:anim>
                                    <p:set>
                                      <p:cBhvr>
                                        <p:cTn id="86" dur="1" fill="hold">
                                          <p:stCondLst>
                                            <p:cond delay="499"/>
                                          </p:stCondLst>
                                        </p:cTn>
                                        <p:tgtEl>
                                          <p:spTgt spid="11"/>
                                        </p:tgtEl>
                                        <p:attrNameLst>
                                          <p:attrName>style.visibility</p:attrName>
                                        </p:attrNameLst>
                                      </p:cBhvr>
                                      <p:to>
                                        <p:strVal val="hidden"/>
                                      </p:to>
                                    </p:set>
                                  </p:childTnLst>
                                </p:cTn>
                              </p:par>
                              <p:par>
                                <p:cTn id="87" presetID="2" presetClass="exit" presetSubtype="8" fill="hold" grpId="1" nodeType="withEffect">
                                  <p:stCondLst>
                                    <p:cond delay="0"/>
                                  </p:stCondLst>
                                  <p:childTnLst>
                                    <p:anim calcmode="lin" valueType="num">
                                      <p:cBhvr additive="base">
                                        <p:cTn id="88" dur="500"/>
                                        <p:tgtEl>
                                          <p:spTgt spid="35"/>
                                        </p:tgtEl>
                                        <p:attrNameLst>
                                          <p:attrName>ppt_x</p:attrName>
                                        </p:attrNameLst>
                                      </p:cBhvr>
                                      <p:tavLst>
                                        <p:tav tm="0">
                                          <p:val>
                                            <p:strVal val="ppt_x"/>
                                          </p:val>
                                        </p:tav>
                                        <p:tav tm="100000">
                                          <p:val>
                                            <p:strVal val="0-ppt_w/2"/>
                                          </p:val>
                                        </p:tav>
                                      </p:tavLst>
                                    </p:anim>
                                    <p:anim calcmode="lin" valueType="num">
                                      <p:cBhvr additive="base">
                                        <p:cTn id="89" dur="500"/>
                                        <p:tgtEl>
                                          <p:spTgt spid="35"/>
                                        </p:tgtEl>
                                        <p:attrNameLst>
                                          <p:attrName>ppt_y</p:attrName>
                                        </p:attrNameLst>
                                      </p:cBhvr>
                                      <p:tavLst>
                                        <p:tav tm="0">
                                          <p:val>
                                            <p:strVal val="ppt_y"/>
                                          </p:val>
                                        </p:tav>
                                        <p:tav tm="100000">
                                          <p:val>
                                            <p:strVal val="ppt_y"/>
                                          </p:val>
                                        </p:tav>
                                      </p:tavLst>
                                    </p:anim>
                                    <p:set>
                                      <p:cBhvr>
                                        <p:cTn id="90" dur="1" fill="hold">
                                          <p:stCondLst>
                                            <p:cond delay="499"/>
                                          </p:stCondLst>
                                        </p:cTn>
                                        <p:tgtEl>
                                          <p:spTgt spid="35"/>
                                        </p:tgtEl>
                                        <p:attrNameLst>
                                          <p:attrName>style.visibility</p:attrName>
                                        </p:attrNameLst>
                                      </p:cBhvr>
                                      <p:to>
                                        <p:strVal val="hidden"/>
                                      </p:to>
                                    </p:set>
                                  </p:childTnLst>
                                </p:cTn>
                              </p:par>
                              <p:par>
                                <p:cTn id="91" presetID="2" presetClass="exit" presetSubtype="8" fill="hold" grpId="1" nodeType="withEffect">
                                  <p:stCondLst>
                                    <p:cond delay="0"/>
                                  </p:stCondLst>
                                  <p:childTnLst>
                                    <p:anim calcmode="lin" valueType="num">
                                      <p:cBhvr additive="base">
                                        <p:cTn id="92" dur="500"/>
                                        <p:tgtEl>
                                          <p:spTgt spid="13"/>
                                        </p:tgtEl>
                                        <p:attrNameLst>
                                          <p:attrName>ppt_x</p:attrName>
                                        </p:attrNameLst>
                                      </p:cBhvr>
                                      <p:tavLst>
                                        <p:tav tm="0">
                                          <p:val>
                                            <p:strVal val="ppt_x"/>
                                          </p:val>
                                        </p:tav>
                                        <p:tav tm="100000">
                                          <p:val>
                                            <p:strVal val="0-ppt_w/2"/>
                                          </p:val>
                                        </p:tav>
                                      </p:tavLst>
                                    </p:anim>
                                    <p:anim calcmode="lin" valueType="num">
                                      <p:cBhvr additive="base">
                                        <p:cTn id="93" dur="500"/>
                                        <p:tgtEl>
                                          <p:spTgt spid="13"/>
                                        </p:tgtEl>
                                        <p:attrNameLst>
                                          <p:attrName>ppt_y</p:attrName>
                                        </p:attrNameLst>
                                      </p:cBhvr>
                                      <p:tavLst>
                                        <p:tav tm="0">
                                          <p:val>
                                            <p:strVal val="ppt_y"/>
                                          </p:val>
                                        </p:tav>
                                        <p:tav tm="100000">
                                          <p:val>
                                            <p:strVal val="ppt_y"/>
                                          </p:val>
                                        </p:tav>
                                      </p:tavLst>
                                    </p:anim>
                                    <p:set>
                                      <p:cBhvr>
                                        <p:cTn id="94" dur="1" fill="hold">
                                          <p:stCondLst>
                                            <p:cond delay="499"/>
                                          </p:stCondLst>
                                        </p:cTn>
                                        <p:tgtEl>
                                          <p:spTgt spid="13"/>
                                        </p:tgtEl>
                                        <p:attrNameLst>
                                          <p:attrName>style.visibility</p:attrName>
                                        </p:attrNameLst>
                                      </p:cBhvr>
                                      <p:to>
                                        <p:strVal val="hidden"/>
                                      </p:to>
                                    </p:set>
                                  </p:childTnLst>
                                </p:cTn>
                              </p:par>
                              <p:par>
                                <p:cTn id="95" presetID="2" presetClass="exit" presetSubtype="8" fill="hold" grpId="1" nodeType="withEffect">
                                  <p:stCondLst>
                                    <p:cond delay="0"/>
                                  </p:stCondLst>
                                  <p:childTnLst>
                                    <p:anim calcmode="lin" valueType="num">
                                      <p:cBhvr additive="base">
                                        <p:cTn id="96" dur="500"/>
                                        <p:tgtEl>
                                          <p:spTgt spid="3"/>
                                        </p:tgtEl>
                                        <p:attrNameLst>
                                          <p:attrName>ppt_x</p:attrName>
                                        </p:attrNameLst>
                                      </p:cBhvr>
                                      <p:tavLst>
                                        <p:tav tm="0">
                                          <p:val>
                                            <p:strVal val="ppt_x"/>
                                          </p:val>
                                        </p:tav>
                                        <p:tav tm="100000">
                                          <p:val>
                                            <p:strVal val="0-ppt_w/2"/>
                                          </p:val>
                                        </p:tav>
                                      </p:tavLst>
                                    </p:anim>
                                    <p:anim calcmode="lin" valueType="num">
                                      <p:cBhvr additive="base">
                                        <p:cTn id="97" dur="500"/>
                                        <p:tgtEl>
                                          <p:spTgt spid="3"/>
                                        </p:tgtEl>
                                        <p:attrNameLst>
                                          <p:attrName>ppt_y</p:attrName>
                                        </p:attrNameLst>
                                      </p:cBhvr>
                                      <p:tavLst>
                                        <p:tav tm="0">
                                          <p:val>
                                            <p:strVal val="ppt_y"/>
                                          </p:val>
                                        </p:tav>
                                        <p:tav tm="100000">
                                          <p:val>
                                            <p:strVal val="ppt_y"/>
                                          </p:val>
                                        </p:tav>
                                      </p:tavLst>
                                    </p:anim>
                                    <p:set>
                                      <p:cBhvr>
                                        <p:cTn id="98" dur="1" fill="hold">
                                          <p:stCondLst>
                                            <p:cond delay="499"/>
                                          </p:stCondLst>
                                        </p:cTn>
                                        <p:tgtEl>
                                          <p:spTgt spid="3"/>
                                        </p:tgtEl>
                                        <p:attrNameLst>
                                          <p:attrName>style.visibility</p:attrName>
                                        </p:attrNameLst>
                                      </p:cBhvr>
                                      <p:to>
                                        <p:strVal val="hidden"/>
                                      </p:to>
                                    </p:set>
                                  </p:childTnLst>
                                </p:cTn>
                              </p:par>
                              <p:par>
                                <p:cTn id="99" presetID="2" presetClass="exit" presetSubtype="8" fill="hold" grpId="1" nodeType="withEffect">
                                  <p:stCondLst>
                                    <p:cond delay="0"/>
                                  </p:stCondLst>
                                  <p:childTnLst>
                                    <p:anim calcmode="lin" valueType="num">
                                      <p:cBhvr additive="base">
                                        <p:cTn id="100" dur="500"/>
                                        <p:tgtEl>
                                          <p:spTgt spid="4"/>
                                        </p:tgtEl>
                                        <p:attrNameLst>
                                          <p:attrName>ppt_x</p:attrName>
                                        </p:attrNameLst>
                                      </p:cBhvr>
                                      <p:tavLst>
                                        <p:tav tm="0">
                                          <p:val>
                                            <p:strVal val="ppt_x"/>
                                          </p:val>
                                        </p:tav>
                                        <p:tav tm="100000">
                                          <p:val>
                                            <p:strVal val="0-ppt_w/2"/>
                                          </p:val>
                                        </p:tav>
                                      </p:tavLst>
                                    </p:anim>
                                    <p:anim calcmode="lin" valueType="num">
                                      <p:cBhvr additive="base">
                                        <p:cTn id="101" dur="500"/>
                                        <p:tgtEl>
                                          <p:spTgt spid="4"/>
                                        </p:tgtEl>
                                        <p:attrNameLst>
                                          <p:attrName>ppt_y</p:attrName>
                                        </p:attrNameLst>
                                      </p:cBhvr>
                                      <p:tavLst>
                                        <p:tav tm="0">
                                          <p:val>
                                            <p:strVal val="ppt_y"/>
                                          </p:val>
                                        </p:tav>
                                        <p:tav tm="100000">
                                          <p:val>
                                            <p:strVal val="ppt_y"/>
                                          </p:val>
                                        </p:tav>
                                      </p:tavLst>
                                    </p:anim>
                                    <p:set>
                                      <p:cBhvr>
                                        <p:cTn id="102" dur="1" fill="hold">
                                          <p:stCondLst>
                                            <p:cond delay="499"/>
                                          </p:stCondLst>
                                        </p:cTn>
                                        <p:tgtEl>
                                          <p:spTgt spid="4"/>
                                        </p:tgtEl>
                                        <p:attrNameLst>
                                          <p:attrName>style.visibility</p:attrName>
                                        </p:attrNameLst>
                                      </p:cBhvr>
                                      <p:to>
                                        <p:strVal val="hidden"/>
                                      </p:to>
                                    </p:set>
                                  </p:childTnLst>
                                </p:cTn>
                              </p:par>
                              <p:par>
                                <p:cTn id="103" presetID="2" presetClass="exit" presetSubtype="8" fill="hold" grpId="1" nodeType="withEffect">
                                  <p:stCondLst>
                                    <p:cond delay="0"/>
                                  </p:stCondLst>
                                  <p:childTnLst>
                                    <p:anim calcmode="lin" valueType="num">
                                      <p:cBhvr additive="base">
                                        <p:cTn id="104" dur="500"/>
                                        <p:tgtEl>
                                          <p:spTgt spid="12"/>
                                        </p:tgtEl>
                                        <p:attrNameLst>
                                          <p:attrName>ppt_x</p:attrName>
                                        </p:attrNameLst>
                                      </p:cBhvr>
                                      <p:tavLst>
                                        <p:tav tm="0">
                                          <p:val>
                                            <p:strVal val="ppt_x"/>
                                          </p:val>
                                        </p:tav>
                                        <p:tav tm="100000">
                                          <p:val>
                                            <p:strVal val="0-ppt_w/2"/>
                                          </p:val>
                                        </p:tav>
                                      </p:tavLst>
                                    </p:anim>
                                    <p:anim calcmode="lin" valueType="num">
                                      <p:cBhvr additive="base">
                                        <p:cTn id="105" dur="500"/>
                                        <p:tgtEl>
                                          <p:spTgt spid="12"/>
                                        </p:tgtEl>
                                        <p:attrNameLst>
                                          <p:attrName>ppt_y</p:attrName>
                                        </p:attrNameLst>
                                      </p:cBhvr>
                                      <p:tavLst>
                                        <p:tav tm="0">
                                          <p:val>
                                            <p:strVal val="ppt_y"/>
                                          </p:val>
                                        </p:tav>
                                        <p:tav tm="100000">
                                          <p:val>
                                            <p:strVal val="ppt_y"/>
                                          </p:val>
                                        </p:tav>
                                      </p:tavLst>
                                    </p:anim>
                                    <p:set>
                                      <p:cBhvr>
                                        <p:cTn id="106" dur="1" fill="hold">
                                          <p:stCondLst>
                                            <p:cond delay="499"/>
                                          </p:stCondLst>
                                        </p:cTn>
                                        <p:tgtEl>
                                          <p:spTgt spid="12"/>
                                        </p:tgtEl>
                                        <p:attrNameLst>
                                          <p:attrName>style.visibility</p:attrName>
                                        </p:attrNameLst>
                                      </p:cBhvr>
                                      <p:to>
                                        <p:strVal val="hidden"/>
                                      </p:to>
                                    </p:set>
                                  </p:childTnLst>
                                </p:cTn>
                              </p:par>
                            </p:childTnLst>
                          </p:cTn>
                        </p:par>
                      </p:childTnLst>
                    </p:cTn>
                  </p:par>
                  <p:par>
                    <p:cTn id="107" fill="hold">
                      <p:stCondLst>
                        <p:cond delay="indefinite"/>
                      </p:stCondLst>
                      <p:childTnLst>
                        <p:par>
                          <p:cTn id="108" fill="hold">
                            <p:stCondLst>
                              <p:cond delay="0"/>
                            </p:stCondLst>
                            <p:childTnLst>
                              <p:par>
                                <p:cTn id="109" presetID="42" presetClass="entr" presetSubtype="0" fill="hold" nodeType="clickEffect">
                                  <p:stCondLst>
                                    <p:cond delay="0"/>
                                  </p:stCondLst>
                                  <p:childTnLst>
                                    <p:set>
                                      <p:cBhvr>
                                        <p:cTn id="110" dur="1" fill="hold">
                                          <p:stCondLst>
                                            <p:cond delay="0"/>
                                          </p:stCondLst>
                                        </p:cTn>
                                        <p:tgtEl>
                                          <p:spTgt spid="21"/>
                                        </p:tgtEl>
                                        <p:attrNameLst>
                                          <p:attrName>style.visibility</p:attrName>
                                        </p:attrNameLst>
                                      </p:cBhvr>
                                      <p:to>
                                        <p:strVal val="visible"/>
                                      </p:to>
                                    </p:set>
                                    <p:animEffect transition="in" filter="fade">
                                      <p:cBhvr>
                                        <p:cTn id="111" dur="1000"/>
                                        <p:tgtEl>
                                          <p:spTgt spid="21"/>
                                        </p:tgtEl>
                                      </p:cBhvr>
                                    </p:animEffect>
                                    <p:anim calcmode="lin" valueType="num">
                                      <p:cBhvr>
                                        <p:cTn id="112" dur="1000" fill="hold"/>
                                        <p:tgtEl>
                                          <p:spTgt spid="21"/>
                                        </p:tgtEl>
                                        <p:attrNameLst>
                                          <p:attrName>ppt_x</p:attrName>
                                        </p:attrNameLst>
                                      </p:cBhvr>
                                      <p:tavLst>
                                        <p:tav tm="0">
                                          <p:val>
                                            <p:strVal val="#ppt_x"/>
                                          </p:val>
                                        </p:tav>
                                        <p:tav tm="100000">
                                          <p:val>
                                            <p:strVal val="#ppt_x"/>
                                          </p:val>
                                        </p:tav>
                                      </p:tavLst>
                                    </p:anim>
                                    <p:anim calcmode="lin" valueType="num">
                                      <p:cBhvr>
                                        <p:cTn id="113" dur="1000" fill="hold"/>
                                        <p:tgtEl>
                                          <p:spTgt spid="21"/>
                                        </p:tgtEl>
                                        <p:attrNameLst>
                                          <p:attrName>ppt_y</p:attrName>
                                        </p:attrNameLst>
                                      </p:cBhvr>
                                      <p:tavLst>
                                        <p:tav tm="0">
                                          <p:val>
                                            <p:strVal val="#ppt_y+.1"/>
                                          </p:val>
                                        </p:tav>
                                        <p:tav tm="100000">
                                          <p:val>
                                            <p:strVal val="#ppt_y"/>
                                          </p:val>
                                        </p:tav>
                                      </p:tavLst>
                                    </p:anim>
                                  </p:childTnLst>
                                </p:cTn>
                              </p:par>
                              <p:par>
                                <p:cTn id="114" presetID="42" presetClass="entr" presetSubtype="0" fill="hold" grpId="0" nodeType="withEffect">
                                  <p:stCondLst>
                                    <p:cond delay="0"/>
                                  </p:stCondLst>
                                  <p:childTnLst>
                                    <p:set>
                                      <p:cBhvr>
                                        <p:cTn id="115" dur="1" fill="hold">
                                          <p:stCondLst>
                                            <p:cond delay="0"/>
                                          </p:stCondLst>
                                        </p:cTn>
                                        <p:tgtEl>
                                          <p:spTgt spid="29"/>
                                        </p:tgtEl>
                                        <p:attrNameLst>
                                          <p:attrName>style.visibility</p:attrName>
                                        </p:attrNameLst>
                                      </p:cBhvr>
                                      <p:to>
                                        <p:strVal val="visible"/>
                                      </p:to>
                                    </p:set>
                                    <p:animEffect transition="in" filter="fade">
                                      <p:cBhvr>
                                        <p:cTn id="116" dur="1000"/>
                                        <p:tgtEl>
                                          <p:spTgt spid="29"/>
                                        </p:tgtEl>
                                      </p:cBhvr>
                                    </p:animEffect>
                                    <p:anim calcmode="lin" valueType="num">
                                      <p:cBhvr>
                                        <p:cTn id="117" dur="1000" fill="hold"/>
                                        <p:tgtEl>
                                          <p:spTgt spid="29"/>
                                        </p:tgtEl>
                                        <p:attrNameLst>
                                          <p:attrName>ppt_x</p:attrName>
                                        </p:attrNameLst>
                                      </p:cBhvr>
                                      <p:tavLst>
                                        <p:tav tm="0">
                                          <p:val>
                                            <p:strVal val="#ppt_x"/>
                                          </p:val>
                                        </p:tav>
                                        <p:tav tm="100000">
                                          <p:val>
                                            <p:strVal val="#ppt_x"/>
                                          </p:val>
                                        </p:tav>
                                      </p:tavLst>
                                    </p:anim>
                                    <p:anim calcmode="lin" valueType="num">
                                      <p:cBhvr>
                                        <p:cTn id="118" dur="1000" fill="hold"/>
                                        <p:tgtEl>
                                          <p:spTgt spid="29"/>
                                        </p:tgtEl>
                                        <p:attrNameLst>
                                          <p:attrName>ppt_y</p:attrName>
                                        </p:attrNameLst>
                                      </p:cBhvr>
                                      <p:tavLst>
                                        <p:tav tm="0">
                                          <p:val>
                                            <p:strVal val="#ppt_y+.1"/>
                                          </p:val>
                                        </p:tav>
                                        <p:tav tm="100000">
                                          <p:val>
                                            <p:strVal val="#ppt_y"/>
                                          </p:val>
                                        </p:tav>
                                      </p:tavLst>
                                    </p:anim>
                                  </p:childTnLst>
                                </p:cTn>
                              </p:par>
                            </p:childTnLst>
                          </p:cTn>
                        </p:par>
                      </p:childTnLst>
                    </p:cTn>
                  </p:par>
                  <p:par>
                    <p:cTn id="119" fill="hold">
                      <p:stCondLst>
                        <p:cond delay="indefinite"/>
                      </p:stCondLst>
                      <p:childTnLst>
                        <p:par>
                          <p:cTn id="120" fill="hold">
                            <p:stCondLst>
                              <p:cond delay="0"/>
                            </p:stCondLst>
                            <p:childTnLst>
                              <p:par>
                                <p:cTn id="121" presetID="42" presetClass="entr" presetSubtype="0" fill="hold" nodeType="clickEffect">
                                  <p:stCondLst>
                                    <p:cond delay="0"/>
                                  </p:stCondLst>
                                  <p:childTnLst>
                                    <p:set>
                                      <p:cBhvr>
                                        <p:cTn id="122" dur="1" fill="hold">
                                          <p:stCondLst>
                                            <p:cond delay="0"/>
                                          </p:stCondLst>
                                        </p:cTn>
                                        <p:tgtEl>
                                          <p:spTgt spid="23"/>
                                        </p:tgtEl>
                                        <p:attrNameLst>
                                          <p:attrName>style.visibility</p:attrName>
                                        </p:attrNameLst>
                                      </p:cBhvr>
                                      <p:to>
                                        <p:strVal val="visible"/>
                                      </p:to>
                                    </p:set>
                                    <p:animEffect transition="in" filter="fade">
                                      <p:cBhvr>
                                        <p:cTn id="123" dur="1000"/>
                                        <p:tgtEl>
                                          <p:spTgt spid="23"/>
                                        </p:tgtEl>
                                      </p:cBhvr>
                                    </p:animEffect>
                                    <p:anim calcmode="lin" valueType="num">
                                      <p:cBhvr>
                                        <p:cTn id="124" dur="1000" fill="hold"/>
                                        <p:tgtEl>
                                          <p:spTgt spid="23"/>
                                        </p:tgtEl>
                                        <p:attrNameLst>
                                          <p:attrName>ppt_x</p:attrName>
                                        </p:attrNameLst>
                                      </p:cBhvr>
                                      <p:tavLst>
                                        <p:tav tm="0">
                                          <p:val>
                                            <p:strVal val="#ppt_x"/>
                                          </p:val>
                                        </p:tav>
                                        <p:tav tm="100000">
                                          <p:val>
                                            <p:strVal val="#ppt_x"/>
                                          </p:val>
                                        </p:tav>
                                      </p:tavLst>
                                    </p:anim>
                                    <p:anim calcmode="lin" valueType="num">
                                      <p:cBhvr>
                                        <p:cTn id="125" dur="1000" fill="hold"/>
                                        <p:tgtEl>
                                          <p:spTgt spid="23"/>
                                        </p:tgtEl>
                                        <p:attrNameLst>
                                          <p:attrName>ppt_y</p:attrName>
                                        </p:attrNameLst>
                                      </p:cBhvr>
                                      <p:tavLst>
                                        <p:tav tm="0">
                                          <p:val>
                                            <p:strVal val="#ppt_y+.1"/>
                                          </p:val>
                                        </p:tav>
                                        <p:tav tm="100000">
                                          <p:val>
                                            <p:strVal val="#ppt_y"/>
                                          </p:val>
                                        </p:tav>
                                      </p:tavLst>
                                    </p:anim>
                                  </p:childTnLst>
                                </p:cTn>
                              </p:par>
                              <p:par>
                                <p:cTn id="126" presetID="42" presetClass="entr" presetSubtype="0" fill="hold" grpId="0" nodeType="withEffect">
                                  <p:stCondLst>
                                    <p:cond delay="0"/>
                                  </p:stCondLst>
                                  <p:childTnLst>
                                    <p:set>
                                      <p:cBhvr>
                                        <p:cTn id="127" dur="1" fill="hold">
                                          <p:stCondLst>
                                            <p:cond delay="0"/>
                                          </p:stCondLst>
                                        </p:cTn>
                                        <p:tgtEl>
                                          <p:spTgt spid="32"/>
                                        </p:tgtEl>
                                        <p:attrNameLst>
                                          <p:attrName>style.visibility</p:attrName>
                                        </p:attrNameLst>
                                      </p:cBhvr>
                                      <p:to>
                                        <p:strVal val="visible"/>
                                      </p:to>
                                    </p:set>
                                    <p:animEffect transition="in" filter="fade">
                                      <p:cBhvr>
                                        <p:cTn id="128" dur="1000"/>
                                        <p:tgtEl>
                                          <p:spTgt spid="32"/>
                                        </p:tgtEl>
                                      </p:cBhvr>
                                    </p:animEffect>
                                    <p:anim calcmode="lin" valueType="num">
                                      <p:cBhvr>
                                        <p:cTn id="129" dur="1000" fill="hold"/>
                                        <p:tgtEl>
                                          <p:spTgt spid="32"/>
                                        </p:tgtEl>
                                        <p:attrNameLst>
                                          <p:attrName>ppt_x</p:attrName>
                                        </p:attrNameLst>
                                      </p:cBhvr>
                                      <p:tavLst>
                                        <p:tav tm="0">
                                          <p:val>
                                            <p:strVal val="#ppt_x"/>
                                          </p:val>
                                        </p:tav>
                                        <p:tav tm="100000">
                                          <p:val>
                                            <p:strVal val="#ppt_x"/>
                                          </p:val>
                                        </p:tav>
                                      </p:tavLst>
                                    </p:anim>
                                    <p:anim calcmode="lin" valueType="num">
                                      <p:cBhvr>
                                        <p:cTn id="130" dur="1000" fill="hold"/>
                                        <p:tgtEl>
                                          <p:spTgt spid="32"/>
                                        </p:tgtEl>
                                        <p:attrNameLst>
                                          <p:attrName>ppt_y</p:attrName>
                                        </p:attrNameLst>
                                      </p:cBhvr>
                                      <p:tavLst>
                                        <p:tav tm="0">
                                          <p:val>
                                            <p:strVal val="#ppt_y+.1"/>
                                          </p:val>
                                        </p:tav>
                                        <p:tav tm="100000">
                                          <p:val>
                                            <p:strVal val="#ppt_y"/>
                                          </p:val>
                                        </p:tav>
                                      </p:tavLst>
                                    </p:anim>
                                  </p:childTnLst>
                                </p:cTn>
                              </p:par>
                            </p:childTnLst>
                          </p:cTn>
                        </p:par>
                      </p:childTnLst>
                    </p:cTn>
                  </p:par>
                  <p:par>
                    <p:cTn id="131" fill="hold">
                      <p:stCondLst>
                        <p:cond delay="indefinite"/>
                      </p:stCondLst>
                      <p:childTnLst>
                        <p:par>
                          <p:cTn id="132" fill="hold">
                            <p:stCondLst>
                              <p:cond delay="0"/>
                            </p:stCondLst>
                            <p:childTnLst>
                              <p:par>
                                <p:cTn id="133" presetID="42" presetClass="entr" presetSubtype="0" fill="hold" nodeType="clickEffect">
                                  <p:stCondLst>
                                    <p:cond delay="0"/>
                                  </p:stCondLst>
                                  <p:childTnLst>
                                    <p:set>
                                      <p:cBhvr>
                                        <p:cTn id="134" dur="1" fill="hold">
                                          <p:stCondLst>
                                            <p:cond delay="0"/>
                                          </p:stCondLst>
                                        </p:cTn>
                                        <p:tgtEl>
                                          <p:spTgt spid="25"/>
                                        </p:tgtEl>
                                        <p:attrNameLst>
                                          <p:attrName>style.visibility</p:attrName>
                                        </p:attrNameLst>
                                      </p:cBhvr>
                                      <p:to>
                                        <p:strVal val="visible"/>
                                      </p:to>
                                    </p:set>
                                    <p:animEffect transition="in" filter="fade">
                                      <p:cBhvr>
                                        <p:cTn id="135" dur="1000"/>
                                        <p:tgtEl>
                                          <p:spTgt spid="25"/>
                                        </p:tgtEl>
                                      </p:cBhvr>
                                    </p:animEffect>
                                    <p:anim calcmode="lin" valueType="num">
                                      <p:cBhvr>
                                        <p:cTn id="136" dur="1000" fill="hold"/>
                                        <p:tgtEl>
                                          <p:spTgt spid="25"/>
                                        </p:tgtEl>
                                        <p:attrNameLst>
                                          <p:attrName>ppt_x</p:attrName>
                                        </p:attrNameLst>
                                      </p:cBhvr>
                                      <p:tavLst>
                                        <p:tav tm="0">
                                          <p:val>
                                            <p:strVal val="#ppt_x"/>
                                          </p:val>
                                        </p:tav>
                                        <p:tav tm="100000">
                                          <p:val>
                                            <p:strVal val="#ppt_x"/>
                                          </p:val>
                                        </p:tav>
                                      </p:tavLst>
                                    </p:anim>
                                    <p:anim calcmode="lin" valueType="num">
                                      <p:cBhvr>
                                        <p:cTn id="137" dur="1000" fill="hold"/>
                                        <p:tgtEl>
                                          <p:spTgt spid="25"/>
                                        </p:tgtEl>
                                        <p:attrNameLst>
                                          <p:attrName>ppt_y</p:attrName>
                                        </p:attrNameLst>
                                      </p:cBhvr>
                                      <p:tavLst>
                                        <p:tav tm="0">
                                          <p:val>
                                            <p:strVal val="#ppt_y+.1"/>
                                          </p:val>
                                        </p:tav>
                                        <p:tav tm="100000">
                                          <p:val>
                                            <p:strVal val="#ppt_y"/>
                                          </p:val>
                                        </p:tav>
                                      </p:tavLst>
                                    </p:anim>
                                  </p:childTnLst>
                                </p:cTn>
                              </p:par>
                              <p:par>
                                <p:cTn id="138" presetID="42" presetClass="entr" presetSubtype="0" fill="hold" grpId="0" nodeType="withEffect">
                                  <p:stCondLst>
                                    <p:cond delay="0"/>
                                  </p:stCondLst>
                                  <p:childTnLst>
                                    <p:set>
                                      <p:cBhvr>
                                        <p:cTn id="139" dur="1" fill="hold">
                                          <p:stCondLst>
                                            <p:cond delay="0"/>
                                          </p:stCondLst>
                                        </p:cTn>
                                        <p:tgtEl>
                                          <p:spTgt spid="37"/>
                                        </p:tgtEl>
                                        <p:attrNameLst>
                                          <p:attrName>style.visibility</p:attrName>
                                        </p:attrNameLst>
                                      </p:cBhvr>
                                      <p:to>
                                        <p:strVal val="visible"/>
                                      </p:to>
                                    </p:set>
                                    <p:animEffect transition="in" filter="fade">
                                      <p:cBhvr>
                                        <p:cTn id="140" dur="1000"/>
                                        <p:tgtEl>
                                          <p:spTgt spid="37"/>
                                        </p:tgtEl>
                                      </p:cBhvr>
                                    </p:animEffect>
                                    <p:anim calcmode="lin" valueType="num">
                                      <p:cBhvr>
                                        <p:cTn id="141" dur="1000" fill="hold"/>
                                        <p:tgtEl>
                                          <p:spTgt spid="37"/>
                                        </p:tgtEl>
                                        <p:attrNameLst>
                                          <p:attrName>ppt_x</p:attrName>
                                        </p:attrNameLst>
                                      </p:cBhvr>
                                      <p:tavLst>
                                        <p:tav tm="0">
                                          <p:val>
                                            <p:strVal val="#ppt_x"/>
                                          </p:val>
                                        </p:tav>
                                        <p:tav tm="100000">
                                          <p:val>
                                            <p:strVal val="#ppt_x"/>
                                          </p:val>
                                        </p:tav>
                                      </p:tavLst>
                                    </p:anim>
                                    <p:anim calcmode="lin" valueType="num">
                                      <p:cBhvr>
                                        <p:cTn id="142" dur="1000" fill="hold"/>
                                        <p:tgtEl>
                                          <p:spTgt spid="37"/>
                                        </p:tgtEl>
                                        <p:attrNameLst>
                                          <p:attrName>ppt_y</p:attrName>
                                        </p:attrNameLst>
                                      </p:cBhvr>
                                      <p:tavLst>
                                        <p:tav tm="0">
                                          <p:val>
                                            <p:strVal val="#ppt_y+.1"/>
                                          </p:val>
                                        </p:tav>
                                        <p:tav tm="100000">
                                          <p:val>
                                            <p:strVal val="#ppt_y"/>
                                          </p:val>
                                        </p:tav>
                                      </p:tavLst>
                                    </p:anim>
                                  </p:childTnLst>
                                </p:cTn>
                              </p:par>
                            </p:childTnLst>
                          </p:cTn>
                        </p:par>
                      </p:childTnLst>
                    </p:cTn>
                  </p:par>
                  <p:par>
                    <p:cTn id="143" fill="hold">
                      <p:stCondLst>
                        <p:cond delay="indefinite"/>
                      </p:stCondLst>
                      <p:childTnLst>
                        <p:par>
                          <p:cTn id="144" fill="hold">
                            <p:stCondLst>
                              <p:cond delay="0"/>
                            </p:stCondLst>
                            <p:childTnLst>
                              <p:par>
                                <p:cTn id="145" presetID="42" presetClass="entr" presetSubtype="0" fill="hold" nodeType="clickEffect">
                                  <p:stCondLst>
                                    <p:cond delay="0"/>
                                  </p:stCondLst>
                                  <p:childTnLst>
                                    <p:set>
                                      <p:cBhvr>
                                        <p:cTn id="146" dur="1" fill="hold">
                                          <p:stCondLst>
                                            <p:cond delay="0"/>
                                          </p:stCondLst>
                                        </p:cTn>
                                        <p:tgtEl>
                                          <p:spTgt spid="27"/>
                                        </p:tgtEl>
                                        <p:attrNameLst>
                                          <p:attrName>style.visibility</p:attrName>
                                        </p:attrNameLst>
                                      </p:cBhvr>
                                      <p:to>
                                        <p:strVal val="visible"/>
                                      </p:to>
                                    </p:set>
                                    <p:animEffect transition="in" filter="fade">
                                      <p:cBhvr>
                                        <p:cTn id="147" dur="1000"/>
                                        <p:tgtEl>
                                          <p:spTgt spid="27"/>
                                        </p:tgtEl>
                                      </p:cBhvr>
                                    </p:animEffect>
                                    <p:anim calcmode="lin" valueType="num">
                                      <p:cBhvr>
                                        <p:cTn id="148" dur="1000" fill="hold"/>
                                        <p:tgtEl>
                                          <p:spTgt spid="27"/>
                                        </p:tgtEl>
                                        <p:attrNameLst>
                                          <p:attrName>ppt_x</p:attrName>
                                        </p:attrNameLst>
                                      </p:cBhvr>
                                      <p:tavLst>
                                        <p:tav tm="0">
                                          <p:val>
                                            <p:strVal val="#ppt_x"/>
                                          </p:val>
                                        </p:tav>
                                        <p:tav tm="100000">
                                          <p:val>
                                            <p:strVal val="#ppt_x"/>
                                          </p:val>
                                        </p:tav>
                                      </p:tavLst>
                                    </p:anim>
                                    <p:anim calcmode="lin" valueType="num">
                                      <p:cBhvr>
                                        <p:cTn id="149" dur="1000" fill="hold"/>
                                        <p:tgtEl>
                                          <p:spTgt spid="27"/>
                                        </p:tgtEl>
                                        <p:attrNameLst>
                                          <p:attrName>ppt_y</p:attrName>
                                        </p:attrNameLst>
                                      </p:cBhvr>
                                      <p:tavLst>
                                        <p:tav tm="0">
                                          <p:val>
                                            <p:strVal val="#ppt_y+.1"/>
                                          </p:val>
                                        </p:tav>
                                        <p:tav tm="100000">
                                          <p:val>
                                            <p:strVal val="#ppt_y"/>
                                          </p:val>
                                        </p:tav>
                                      </p:tavLst>
                                    </p:anim>
                                  </p:childTnLst>
                                </p:cTn>
                              </p:par>
                              <p:par>
                                <p:cTn id="150" presetID="42" presetClass="entr" presetSubtype="0" fill="hold" grpId="0" nodeType="withEffect">
                                  <p:stCondLst>
                                    <p:cond delay="0"/>
                                  </p:stCondLst>
                                  <p:childTnLst>
                                    <p:set>
                                      <p:cBhvr>
                                        <p:cTn id="151" dur="1" fill="hold">
                                          <p:stCondLst>
                                            <p:cond delay="0"/>
                                          </p:stCondLst>
                                        </p:cTn>
                                        <p:tgtEl>
                                          <p:spTgt spid="38"/>
                                        </p:tgtEl>
                                        <p:attrNameLst>
                                          <p:attrName>style.visibility</p:attrName>
                                        </p:attrNameLst>
                                      </p:cBhvr>
                                      <p:to>
                                        <p:strVal val="visible"/>
                                      </p:to>
                                    </p:set>
                                    <p:animEffect transition="in" filter="fade">
                                      <p:cBhvr>
                                        <p:cTn id="152" dur="1000"/>
                                        <p:tgtEl>
                                          <p:spTgt spid="38"/>
                                        </p:tgtEl>
                                      </p:cBhvr>
                                    </p:animEffect>
                                    <p:anim calcmode="lin" valueType="num">
                                      <p:cBhvr>
                                        <p:cTn id="153" dur="1000" fill="hold"/>
                                        <p:tgtEl>
                                          <p:spTgt spid="38"/>
                                        </p:tgtEl>
                                        <p:attrNameLst>
                                          <p:attrName>ppt_x</p:attrName>
                                        </p:attrNameLst>
                                      </p:cBhvr>
                                      <p:tavLst>
                                        <p:tav tm="0">
                                          <p:val>
                                            <p:strVal val="#ppt_x"/>
                                          </p:val>
                                        </p:tav>
                                        <p:tav tm="100000">
                                          <p:val>
                                            <p:strVal val="#ppt_x"/>
                                          </p:val>
                                        </p:tav>
                                      </p:tavLst>
                                    </p:anim>
                                    <p:anim calcmode="lin" valueType="num">
                                      <p:cBhvr>
                                        <p:cTn id="154" dur="1000" fill="hold"/>
                                        <p:tgtEl>
                                          <p:spTgt spid="3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6" grpId="1" animBg="1"/>
      <p:bldP spid="7" grpId="0" animBg="1"/>
      <p:bldP spid="7" grpId="1" animBg="1"/>
      <p:bldP spid="8" grpId="0" animBg="1"/>
      <p:bldP spid="8" grpId="1" animBg="1"/>
      <p:bldP spid="10" grpId="0" animBg="1"/>
      <p:bldP spid="10" grpId="1" animBg="1"/>
      <p:bldP spid="11" grpId="0" animBg="1"/>
      <p:bldP spid="11" grpId="1" animBg="1"/>
      <p:bldP spid="33" grpId="0"/>
      <p:bldP spid="35" grpId="0" animBg="1"/>
      <p:bldP spid="35" grpId="1" animBg="1"/>
      <p:bldP spid="13" grpId="0" animBg="1"/>
      <p:bldP spid="13" grpId="1" animBg="1"/>
      <p:bldP spid="3" grpId="0" animBg="1"/>
      <p:bldP spid="3" grpId="1" animBg="1"/>
      <p:bldP spid="4" grpId="0" animBg="1"/>
      <p:bldP spid="4" grpId="1" animBg="1"/>
      <p:bldP spid="12" grpId="0" animBg="1"/>
      <p:bldP spid="12" grpId="1" animBg="1"/>
      <p:bldP spid="29" grpId="0"/>
      <p:bldP spid="32" grpId="0"/>
      <p:bldP spid="37" grpId="0"/>
      <p:bldP spid="38" grpId="0"/>
      <p:bldP spid="9" grpId="0" animBg="1"/>
      <p:bldP spid="9" grpId="1" animBg="1"/>
      <p:bldP spid="9" grpId="2" animBg="1"/>
      <p:bldP spid="9" grpId="3" animBg="1"/>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94D10F-EE5A-47F6-57A7-0351AC9935FC}"/>
            </a:ext>
          </a:extLst>
        </p:cNvPr>
        <p:cNvGrpSpPr/>
        <p:nvPr/>
      </p:nvGrpSpPr>
      <p:grpSpPr>
        <a:xfrm>
          <a:off x="0" y="0"/>
          <a:ext cx="0" cy="0"/>
          <a:chOff x="0" y="0"/>
          <a:chExt cx="0" cy="0"/>
        </a:xfrm>
      </p:grpSpPr>
      <p:sp>
        <p:nvSpPr>
          <p:cNvPr id="6" name="Rectangle 5">
            <a:extLst>
              <a:ext uri="{FF2B5EF4-FFF2-40B4-BE49-F238E27FC236}">
                <a16:creationId xmlns:a16="http://schemas.microsoft.com/office/drawing/2014/main" id="{519FAFE2-119A-0E32-E2DC-81C53E8D69C3}"/>
              </a:ext>
            </a:extLst>
          </p:cNvPr>
          <p:cNvSpPr/>
          <p:nvPr/>
        </p:nvSpPr>
        <p:spPr>
          <a:xfrm>
            <a:off x="-3" y="0"/>
            <a:ext cx="1814286" cy="5143500"/>
          </a:xfrm>
          <a:prstGeom prst="rect">
            <a:avLst/>
          </a:prstGeom>
          <a:ln>
            <a:solidFill>
              <a:schemeClr val="bg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 name="TextBox 6">
            <a:extLst>
              <a:ext uri="{FF2B5EF4-FFF2-40B4-BE49-F238E27FC236}">
                <a16:creationId xmlns:a16="http://schemas.microsoft.com/office/drawing/2014/main" id="{4DBB4329-44AA-16BB-B9AE-D0FC2FC2B630}"/>
              </a:ext>
            </a:extLst>
          </p:cNvPr>
          <p:cNvSpPr txBox="1"/>
          <p:nvPr/>
        </p:nvSpPr>
        <p:spPr>
          <a:xfrm>
            <a:off x="-1" y="140901"/>
            <a:ext cx="1814285" cy="276999"/>
          </a:xfrm>
          <a:prstGeom prst="rect">
            <a:avLst/>
          </a:prstGeom>
          <a:solidFill>
            <a:schemeClr val="bg2">
              <a:lumMod val="60000"/>
              <a:lumOff val="40000"/>
            </a:schemeClr>
          </a:solidFill>
        </p:spPr>
        <p:txBody>
          <a:bodyPr wrap="square" rtlCol="0">
            <a:spAutoFit/>
          </a:bodyPr>
          <a:lstStyle/>
          <a:p>
            <a:r>
              <a:rPr lang="en-GB" sz="1200" dirty="0"/>
              <a:t>INDEX:</a:t>
            </a:r>
          </a:p>
        </p:txBody>
      </p:sp>
      <p:sp>
        <p:nvSpPr>
          <p:cNvPr id="8" name="TextBox 7">
            <a:extLst>
              <a:ext uri="{FF2B5EF4-FFF2-40B4-BE49-F238E27FC236}">
                <a16:creationId xmlns:a16="http://schemas.microsoft.com/office/drawing/2014/main" id="{594A90CD-5AE8-EADE-A5C6-1F076DEB0B97}"/>
              </a:ext>
            </a:extLst>
          </p:cNvPr>
          <p:cNvSpPr txBox="1"/>
          <p:nvPr/>
        </p:nvSpPr>
        <p:spPr>
          <a:xfrm>
            <a:off x="12697" y="3140863"/>
            <a:ext cx="1785600" cy="461665"/>
          </a:xfrm>
          <a:prstGeom prst="rect">
            <a:avLst/>
          </a:prstGeom>
          <a:solidFill>
            <a:schemeClr val="bg2">
              <a:lumMod val="20000"/>
              <a:lumOff val="80000"/>
            </a:schemeClr>
          </a:solidFill>
        </p:spPr>
        <p:txBody>
          <a:bodyPr wrap="square" rtlCol="0">
            <a:spAutoFit/>
          </a:bodyPr>
          <a:lstStyle/>
          <a:p>
            <a:r>
              <a:rPr lang="en-GB" sz="1200" dirty="0"/>
              <a:t>6) MITIGATION - </a:t>
            </a:r>
            <a:r>
              <a:rPr lang="en-GB" sz="1200" dirty="0" err="1"/>
              <a:t>QLoRA</a:t>
            </a:r>
            <a:endParaRPr lang="en-GB" sz="1200" dirty="0"/>
          </a:p>
        </p:txBody>
      </p:sp>
      <p:sp>
        <p:nvSpPr>
          <p:cNvPr id="9" name="TextBox 8">
            <a:extLst>
              <a:ext uri="{FF2B5EF4-FFF2-40B4-BE49-F238E27FC236}">
                <a16:creationId xmlns:a16="http://schemas.microsoft.com/office/drawing/2014/main" id="{DDC4A8C4-AE73-0C82-2A64-A6CCE6535511}"/>
              </a:ext>
            </a:extLst>
          </p:cNvPr>
          <p:cNvSpPr txBox="1"/>
          <p:nvPr/>
        </p:nvSpPr>
        <p:spPr>
          <a:xfrm>
            <a:off x="19624" y="583449"/>
            <a:ext cx="1778400" cy="276999"/>
          </a:xfrm>
          <a:prstGeom prst="rect">
            <a:avLst/>
          </a:prstGeom>
          <a:solidFill>
            <a:schemeClr val="bg2">
              <a:lumMod val="20000"/>
              <a:lumOff val="80000"/>
            </a:schemeClr>
          </a:solidFill>
        </p:spPr>
        <p:txBody>
          <a:bodyPr wrap="square" rtlCol="0">
            <a:spAutoFit/>
          </a:bodyPr>
          <a:lstStyle/>
          <a:p>
            <a:r>
              <a:rPr lang="en-GB" sz="1200" dirty="0"/>
              <a:t>1) MOTIVATION</a:t>
            </a:r>
          </a:p>
        </p:txBody>
      </p:sp>
      <p:sp>
        <p:nvSpPr>
          <p:cNvPr id="10" name="TextBox 9">
            <a:extLst>
              <a:ext uri="{FF2B5EF4-FFF2-40B4-BE49-F238E27FC236}">
                <a16:creationId xmlns:a16="http://schemas.microsoft.com/office/drawing/2014/main" id="{1FB98B81-E433-04F3-CA13-A38B99C6C66C}"/>
              </a:ext>
            </a:extLst>
          </p:cNvPr>
          <p:cNvSpPr txBox="1"/>
          <p:nvPr/>
        </p:nvSpPr>
        <p:spPr>
          <a:xfrm>
            <a:off x="15806" y="1646211"/>
            <a:ext cx="1785600" cy="276999"/>
          </a:xfrm>
          <a:prstGeom prst="rect">
            <a:avLst/>
          </a:prstGeom>
          <a:solidFill>
            <a:schemeClr val="bg2">
              <a:lumMod val="20000"/>
              <a:lumOff val="80000"/>
            </a:schemeClr>
          </a:solidFill>
        </p:spPr>
        <p:txBody>
          <a:bodyPr wrap="square" rtlCol="0">
            <a:spAutoFit/>
          </a:bodyPr>
          <a:lstStyle/>
          <a:p>
            <a:r>
              <a:rPr lang="en-GB" sz="1200" dirty="0"/>
              <a:t>3) HYPOTHESIS</a:t>
            </a:r>
          </a:p>
        </p:txBody>
      </p:sp>
      <p:sp>
        <p:nvSpPr>
          <p:cNvPr id="11" name="TextBox 10">
            <a:extLst>
              <a:ext uri="{FF2B5EF4-FFF2-40B4-BE49-F238E27FC236}">
                <a16:creationId xmlns:a16="http://schemas.microsoft.com/office/drawing/2014/main" id="{2A914F4C-D75E-0FFD-26B0-2511FA21ED5F}"/>
              </a:ext>
            </a:extLst>
          </p:cNvPr>
          <p:cNvSpPr txBox="1"/>
          <p:nvPr/>
        </p:nvSpPr>
        <p:spPr>
          <a:xfrm>
            <a:off x="13569" y="2082873"/>
            <a:ext cx="1778400" cy="276999"/>
          </a:xfrm>
          <a:prstGeom prst="rect">
            <a:avLst/>
          </a:prstGeom>
          <a:solidFill>
            <a:schemeClr val="bg2">
              <a:lumMod val="20000"/>
              <a:lumOff val="80000"/>
            </a:schemeClr>
          </a:solidFill>
        </p:spPr>
        <p:txBody>
          <a:bodyPr wrap="square" rtlCol="0">
            <a:spAutoFit/>
          </a:bodyPr>
          <a:lstStyle/>
          <a:p>
            <a:r>
              <a:rPr lang="en-GB" sz="1200" dirty="0"/>
              <a:t>4) EVALUATION</a:t>
            </a:r>
          </a:p>
        </p:txBody>
      </p:sp>
      <p:sp>
        <p:nvSpPr>
          <p:cNvPr id="33" name="Google Shape;159;p34">
            <a:extLst>
              <a:ext uri="{FF2B5EF4-FFF2-40B4-BE49-F238E27FC236}">
                <a16:creationId xmlns:a16="http://schemas.microsoft.com/office/drawing/2014/main" id="{AAC87D49-A6D7-C245-5556-752CEE38DF01}"/>
              </a:ext>
            </a:extLst>
          </p:cNvPr>
          <p:cNvSpPr txBox="1">
            <a:spLocks noGrp="1"/>
          </p:cNvSpPr>
          <p:nvPr>
            <p:ph type="ctrTitle"/>
          </p:nvPr>
        </p:nvSpPr>
        <p:spPr>
          <a:xfrm>
            <a:off x="2430653" y="252606"/>
            <a:ext cx="4282694" cy="510750"/>
          </a:xfrm>
          <a:prstGeom prst="rect">
            <a:avLst/>
          </a:prstGeom>
        </p:spPr>
        <p:txBody>
          <a:bodyPr spcFirstLastPara="1" wrap="square" lIns="91425" tIns="91425" rIns="91425" bIns="91425" anchor="t" anchorCtr="0">
            <a:noAutofit/>
          </a:bodyPr>
          <a:lstStyle/>
          <a:p>
            <a:r>
              <a:rPr lang="en-GB" dirty="0"/>
              <a:t>SOLUTION - QUANTIZATION</a:t>
            </a:r>
          </a:p>
        </p:txBody>
      </p:sp>
      <p:sp>
        <p:nvSpPr>
          <p:cNvPr id="13" name="TextBox 12">
            <a:extLst>
              <a:ext uri="{FF2B5EF4-FFF2-40B4-BE49-F238E27FC236}">
                <a16:creationId xmlns:a16="http://schemas.microsoft.com/office/drawing/2014/main" id="{E6BD83DC-BE2D-8F03-C964-36316ACC43D3}"/>
              </a:ext>
            </a:extLst>
          </p:cNvPr>
          <p:cNvSpPr txBox="1"/>
          <p:nvPr/>
        </p:nvSpPr>
        <p:spPr>
          <a:xfrm>
            <a:off x="13750" y="2519535"/>
            <a:ext cx="1785600" cy="461665"/>
          </a:xfrm>
          <a:prstGeom prst="rect">
            <a:avLst/>
          </a:prstGeom>
          <a:solidFill>
            <a:schemeClr val="bg2">
              <a:lumMod val="20000"/>
              <a:lumOff val="80000"/>
            </a:schemeClr>
          </a:solidFill>
        </p:spPr>
        <p:txBody>
          <a:bodyPr wrap="square" rtlCol="0">
            <a:spAutoFit/>
          </a:bodyPr>
          <a:lstStyle/>
          <a:p>
            <a:r>
              <a:rPr lang="en-GB" sz="1200" dirty="0"/>
              <a:t>5) IMPACT OF QUANTIZATION</a:t>
            </a:r>
          </a:p>
        </p:txBody>
      </p:sp>
      <p:sp>
        <p:nvSpPr>
          <p:cNvPr id="3" name="TextBox 2">
            <a:extLst>
              <a:ext uri="{FF2B5EF4-FFF2-40B4-BE49-F238E27FC236}">
                <a16:creationId xmlns:a16="http://schemas.microsoft.com/office/drawing/2014/main" id="{C0ABE23D-F324-6A37-6729-DDDA294D2500}"/>
              </a:ext>
            </a:extLst>
          </p:cNvPr>
          <p:cNvSpPr txBox="1"/>
          <p:nvPr/>
        </p:nvSpPr>
        <p:spPr>
          <a:xfrm>
            <a:off x="13750" y="3762191"/>
            <a:ext cx="1785600" cy="276999"/>
          </a:xfrm>
          <a:prstGeom prst="rect">
            <a:avLst/>
          </a:prstGeom>
          <a:solidFill>
            <a:schemeClr val="bg2">
              <a:lumMod val="20000"/>
              <a:lumOff val="80000"/>
            </a:schemeClr>
          </a:solidFill>
        </p:spPr>
        <p:txBody>
          <a:bodyPr wrap="square" rtlCol="0">
            <a:spAutoFit/>
          </a:bodyPr>
          <a:lstStyle/>
          <a:p>
            <a:r>
              <a:rPr lang="en-GB" sz="1200" dirty="0"/>
              <a:t>7) FINE - TUNING</a:t>
            </a:r>
          </a:p>
        </p:txBody>
      </p:sp>
      <p:sp>
        <p:nvSpPr>
          <p:cNvPr id="4" name="TextBox 3">
            <a:extLst>
              <a:ext uri="{FF2B5EF4-FFF2-40B4-BE49-F238E27FC236}">
                <a16:creationId xmlns:a16="http://schemas.microsoft.com/office/drawing/2014/main" id="{64413EE5-E60F-0793-1A75-23852537FEB4}"/>
              </a:ext>
            </a:extLst>
          </p:cNvPr>
          <p:cNvSpPr txBox="1"/>
          <p:nvPr/>
        </p:nvSpPr>
        <p:spPr>
          <a:xfrm>
            <a:off x="17852" y="4198853"/>
            <a:ext cx="1785600" cy="276999"/>
          </a:xfrm>
          <a:prstGeom prst="rect">
            <a:avLst/>
          </a:prstGeom>
          <a:solidFill>
            <a:schemeClr val="bg2">
              <a:lumMod val="20000"/>
              <a:lumOff val="80000"/>
            </a:schemeClr>
          </a:solidFill>
        </p:spPr>
        <p:txBody>
          <a:bodyPr wrap="square" rtlCol="0">
            <a:spAutoFit/>
          </a:bodyPr>
          <a:lstStyle/>
          <a:p>
            <a:r>
              <a:rPr lang="en-GB" sz="1200" dirty="0"/>
              <a:t>8) RESULTS</a:t>
            </a:r>
          </a:p>
        </p:txBody>
      </p:sp>
      <p:sp>
        <p:nvSpPr>
          <p:cNvPr id="12" name="TextBox 11">
            <a:extLst>
              <a:ext uri="{FF2B5EF4-FFF2-40B4-BE49-F238E27FC236}">
                <a16:creationId xmlns:a16="http://schemas.microsoft.com/office/drawing/2014/main" id="{8D17CC9B-323B-0660-95B4-B152E82CE5F8}"/>
              </a:ext>
            </a:extLst>
          </p:cNvPr>
          <p:cNvSpPr txBox="1"/>
          <p:nvPr/>
        </p:nvSpPr>
        <p:spPr>
          <a:xfrm>
            <a:off x="17852" y="4635515"/>
            <a:ext cx="1785600" cy="276999"/>
          </a:xfrm>
          <a:prstGeom prst="rect">
            <a:avLst/>
          </a:prstGeom>
          <a:solidFill>
            <a:schemeClr val="bg2">
              <a:lumMod val="20000"/>
              <a:lumOff val="80000"/>
            </a:schemeClr>
          </a:solidFill>
        </p:spPr>
        <p:txBody>
          <a:bodyPr wrap="square" rtlCol="0">
            <a:spAutoFit/>
          </a:bodyPr>
          <a:lstStyle/>
          <a:p>
            <a:r>
              <a:rPr lang="en-GB" sz="1200" dirty="0"/>
              <a:t>9) CONCLUSION</a:t>
            </a:r>
          </a:p>
        </p:txBody>
      </p:sp>
      <p:pic>
        <p:nvPicPr>
          <p:cNvPr id="15" name="Picture 14">
            <a:extLst>
              <a:ext uri="{FF2B5EF4-FFF2-40B4-BE49-F238E27FC236}">
                <a16:creationId xmlns:a16="http://schemas.microsoft.com/office/drawing/2014/main" id="{76A60551-D128-8AE9-C95A-73913AA708F0}"/>
              </a:ext>
            </a:extLst>
          </p:cNvPr>
          <p:cNvPicPr>
            <a:picLocks noChangeAspect="1"/>
          </p:cNvPicPr>
          <p:nvPr/>
        </p:nvPicPr>
        <p:blipFill>
          <a:blip r:embed="rId3"/>
          <a:stretch>
            <a:fillRect/>
          </a:stretch>
        </p:blipFill>
        <p:spPr>
          <a:xfrm>
            <a:off x="565530" y="1106211"/>
            <a:ext cx="1080000" cy="1080000"/>
          </a:xfrm>
          <a:prstGeom prst="rect">
            <a:avLst/>
          </a:prstGeom>
        </p:spPr>
      </p:pic>
      <p:sp>
        <p:nvSpPr>
          <p:cNvPr id="16" name="TextBox 15">
            <a:extLst>
              <a:ext uri="{FF2B5EF4-FFF2-40B4-BE49-F238E27FC236}">
                <a16:creationId xmlns:a16="http://schemas.microsoft.com/office/drawing/2014/main" id="{B1E8FB25-9618-89B6-8F43-2AA8D844534B}"/>
              </a:ext>
            </a:extLst>
          </p:cNvPr>
          <p:cNvSpPr txBox="1"/>
          <p:nvPr/>
        </p:nvSpPr>
        <p:spPr>
          <a:xfrm>
            <a:off x="1706644" y="1242345"/>
            <a:ext cx="2865356" cy="738664"/>
          </a:xfrm>
          <a:prstGeom prst="rect">
            <a:avLst/>
          </a:prstGeom>
          <a:noFill/>
        </p:spPr>
        <p:txBody>
          <a:bodyPr wrap="square">
            <a:spAutoFit/>
          </a:bodyPr>
          <a:lstStyle/>
          <a:p>
            <a:r>
              <a:rPr lang="en-US" b="1" dirty="0"/>
              <a:t>Concept:</a:t>
            </a:r>
            <a:r>
              <a:rPr lang="en-US" dirty="0"/>
              <a:t> Reducing the precision of model weights from 16-bit to 4-bit.</a:t>
            </a:r>
          </a:p>
        </p:txBody>
      </p:sp>
      <p:sp>
        <p:nvSpPr>
          <p:cNvPr id="18" name="TextBox 17">
            <a:extLst>
              <a:ext uri="{FF2B5EF4-FFF2-40B4-BE49-F238E27FC236}">
                <a16:creationId xmlns:a16="http://schemas.microsoft.com/office/drawing/2014/main" id="{628E2C7B-0741-75FD-2EFF-9B19227E5D62}"/>
              </a:ext>
            </a:extLst>
          </p:cNvPr>
          <p:cNvSpPr txBox="1"/>
          <p:nvPr/>
        </p:nvSpPr>
        <p:spPr>
          <a:xfrm>
            <a:off x="565530" y="2306060"/>
            <a:ext cx="4526732" cy="1131079"/>
          </a:xfrm>
          <a:prstGeom prst="rect">
            <a:avLst/>
          </a:prstGeom>
          <a:noFill/>
        </p:spPr>
        <p:txBody>
          <a:bodyPr wrap="square">
            <a:spAutoFit/>
          </a:bodyPr>
          <a:lstStyle/>
          <a:p>
            <a:pPr algn="l">
              <a:lnSpc>
                <a:spcPts val="1500"/>
              </a:lnSpc>
              <a:spcAft>
                <a:spcPts val="225"/>
              </a:spcAft>
              <a:buNone/>
            </a:pPr>
            <a:r>
              <a:rPr lang="en-US" b="1" dirty="0">
                <a:solidFill>
                  <a:schemeClr val="tx1"/>
                </a:solidFill>
                <a:effectLst/>
                <a:latin typeface="+mj-lt"/>
              </a:rPr>
              <a:t>Analogy:</a:t>
            </a:r>
            <a:r>
              <a:rPr lang="en-US" b="0" dirty="0">
                <a:solidFill>
                  <a:schemeClr val="tx1"/>
                </a:solidFill>
                <a:effectLst/>
                <a:latin typeface="+mj-lt"/>
              </a:rPr>
              <a:t> 'Rounding’ precise numbers to the nearest whole 'bucket’ or simply discretizing.</a:t>
            </a:r>
          </a:p>
          <a:p>
            <a:pPr algn="l">
              <a:lnSpc>
                <a:spcPts val="1500"/>
              </a:lnSpc>
              <a:spcAft>
                <a:spcPts val="225"/>
              </a:spcAft>
              <a:buNone/>
            </a:pPr>
            <a:r>
              <a:rPr lang="en-US" dirty="0">
                <a:solidFill>
                  <a:schemeClr val="tx1"/>
                </a:solidFill>
                <a:latin typeface="+mj-lt"/>
              </a:rPr>
              <a:t>For example:</a:t>
            </a:r>
            <a:endParaRPr lang="en-US" b="0" dirty="0">
              <a:solidFill>
                <a:schemeClr val="tx1"/>
              </a:solidFill>
              <a:effectLst/>
              <a:latin typeface="+mj-lt"/>
            </a:endParaRPr>
          </a:p>
          <a:p>
            <a:pPr marL="285750" indent="-285750" algn="l">
              <a:lnSpc>
                <a:spcPts val="1500"/>
              </a:lnSpc>
              <a:spcAft>
                <a:spcPts val="225"/>
              </a:spcAft>
              <a:buFont typeface="Arial" panose="020B0604020202020204" pitchFamily="34" charset="0"/>
              <a:buChar char="•"/>
            </a:pPr>
            <a:r>
              <a:rPr lang="en-US" dirty="0">
                <a:solidFill>
                  <a:schemeClr val="tx1"/>
                </a:solidFill>
                <a:latin typeface="+mj-lt"/>
              </a:rPr>
              <a:t>1</a:t>
            </a:r>
            <a:r>
              <a:rPr lang="en-US" b="0" dirty="0">
                <a:solidFill>
                  <a:schemeClr val="tx1"/>
                </a:solidFill>
                <a:effectLst/>
                <a:latin typeface="+mj-lt"/>
              </a:rPr>
              <a:t>6-bit: 0.12345678 (high </a:t>
            </a:r>
            <a:r>
              <a:rPr lang="en-US" dirty="0">
                <a:solidFill>
                  <a:schemeClr val="tx1"/>
                </a:solidFill>
                <a:latin typeface="+mj-lt"/>
              </a:rPr>
              <a:t>p</a:t>
            </a:r>
            <a:r>
              <a:rPr lang="en-US" b="0" dirty="0">
                <a:solidFill>
                  <a:schemeClr val="tx1"/>
                </a:solidFill>
                <a:effectLst/>
                <a:latin typeface="+mj-lt"/>
              </a:rPr>
              <a:t>recision, high </a:t>
            </a:r>
            <a:r>
              <a:rPr lang="en-US" dirty="0">
                <a:solidFill>
                  <a:schemeClr val="tx1"/>
                </a:solidFill>
                <a:latin typeface="+mj-lt"/>
              </a:rPr>
              <a:t>m</a:t>
            </a:r>
            <a:r>
              <a:rPr lang="en-US" b="0" dirty="0">
                <a:solidFill>
                  <a:schemeClr val="tx1"/>
                </a:solidFill>
                <a:effectLst/>
                <a:latin typeface="+mj-lt"/>
              </a:rPr>
              <a:t>emory)</a:t>
            </a:r>
          </a:p>
          <a:p>
            <a:pPr marL="285750" indent="-285750" algn="l">
              <a:lnSpc>
                <a:spcPts val="1500"/>
              </a:lnSpc>
              <a:spcAft>
                <a:spcPts val="225"/>
              </a:spcAft>
              <a:buFont typeface="Arial" panose="020B0604020202020204" pitchFamily="34" charset="0"/>
              <a:buChar char="•"/>
            </a:pPr>
            <a:r>
              <a:rPr lang="en-US" b="0" dirty="0">
                <a:solidFill>
                  <a:schemeClr val="tx1"/>
                </a:solidFill>
                <a:effectLst/>
                <a:latin typeface="+mj-lt"/>
              </a:rPr>
              <a:t>4-bit: 0.1 (</a:t>
            </a:r>
            <a:r>
              <a:rPr lang="en-US" dirty="0">
                <a:solidFill>
                  <a:schemeClr val="tx1"/>
                </a:solidFill>
                <a:latin typeface="+mj-lt"/>
              </a:rPr>
              <a:t>l</a:t>
            </a:r>
            <a:r>
              <a:rPr lang="en-US" b="0" dirty="0">
                <a:solidFill>
                  <a:schemeClr val="tx1"/>
                </a:solidFill>
                <a:effectLst/>
                <a:latin typeface="+mj-lt"/>
              </a:rPr>
              <a:t>ow precision, </a:t>
            </a:r>
            <a:r>
              <a:rPr lang="en-US" dirty="0">
                <a:solidFill>
                  <a:schemeClr val="tx1"/>
                </a:solidFill>
                <a:latin typeface="+mj-lt"/>
              </a:rPr>
              <a:t>l</a:t>
            </a:r>
            <a:r>
              <a:rPr lang="en-US" b="0" dirty="0">
                <a:solidFill>
                  <a:schemeClr val="tx1"/>
                </a:solidFill>
                <a:effectLst/>
                <a:latin typeface="+mj-lt"/>
              </a:rPr>
              <a:t>ow </a:t>
            </a:r>
            <a:r>
              <a:rPr lang="en-US" dirty="0">
                <a:solidFill>
                  <a:schemeClr val="tx1"/>
                </a:solidFill>
                <a:latin typeface="+mj-lt"/>
              </a:rPr>
              <a:t>m</a:t>
            </a:r>
            <a:r>
              <a:rPr lang="en-US" b="0" dirty="0">
                <a:solidFill>
                  <a:schemeClr val="tx1"/>
                </a:solidFill>
                <a:effectLst/>
                <a:latin typeface="+mj-lt"/>
              </a:rPr>
              <a:t>emory)</a:t>
            </a:r>
          </a:p>
        </p:txBody>
      </p:sp>
      <p:sp>
        <p:nvSpPr>
          <p:cNvPr id="20" name="TextBox 19">
            <a:extLst>
              <a:ext uri="{FF2B5EF4-FFF2-40B4-BE49-F238E27FC236}">
                <a16:creationId xmlns:a16="http://schemas.microsoft.com/office/drawing/2014/main" id="{59E30B72-B9E2-15CA-C4A4-40BFDD20D45C}"/>
              </a:ext>
            </a:extLst>
          </p:cNvPr>
          <p:cNvSpPr txBox="1"/>
          <p:nvPr/>
        </p:nvSpPr>
        <p:spPr>
          <a:xfrm>
            <a:off x="565530" y="3659498"/>
            <a:ext cx="4526732" cy="307777"/>
          </a:xfrm>
          <a:prstGeom prst="rect">
            <a:avLst/>
          </a:prstGeom>
          <a:noFill/>
        </p:spPr>
        <p:txBody>
          <a:bodyPr wrap="square">
            <a:spAutoFit/>
          </a:bodyPr>
          <a:lstStyle/>
          <a:p>
            <a:r>
              <a:rPr lang="en-US" b="1" i="0" dirty="0">
                <a:solidFill>
                  <a:schemeClr val="tx1"/>
                </a:solidFill>
                <a:effectLst/>
                <a:latin typeface="+mj-lt"/>
              </a:rPr>
              <a:t>Method Used:</a:t>
            </a:r>
            <a:r>
              <a:rPr lang="en-US" b="0" i="0" dirty="0">
                <a:solidFill>
                  <a:schemeClr val="tx1"/>
                </a:solidFill>
                <a:effectLst/>
                <a:latin typeface="+mj-lt"/>
              </a:rPr>
              <a:t> </a:t>
            </a:r>
            <a:r>
              <a:rPr lang="en-US" i="0" dirty="0">
                <a:solidFill>
                  <a:schemeClr val="tx1"/>
                </a:solidFill>
                <a:effectLst/>
                <a:latin typeface="+mj-lt"/>
              </a:rPr>
              <a:t>NF4</a:t>
            </a:r>
            <a:endParaRPr lang="en-IN" dirty="0">
              <a:solidFill>
                <a:schemeClr val="tx1"/>
              </a:solidFill>
              <a:latin typeface="+mj-lt"/>
            </a:endParaRPr>
          </a:p>
        </p:txBody>
      </p:sp>
      <p:pic>
        <p:nvPicPr>
          <p:cNvPr id="2050" name="Picture 2">
            <a:extLst>
              <a:ext uri="{FF2B5EF4-FFF2-40B4-BE49-F238E27FC236}">
                <a16:creationId xmlns:a16="http://schemas.microsoft.com/office/drawing/2014/main" id="{998CF5F2-9878-3525-7B97-211EAF377E50}"/>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033107" y="860448"/>
            <a:ext cx="3937472" cy="1953697"/>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rgbClr val="FFFFFF"/>
                </a:solidFill>
              </a14:hiddenFill>
            </a:ext>
          </a:extLst>
        </p:spPr>
      </p:pic>
      <p:pic>
        <p:nvPicPr>
          <p:cNvPr id="2052" name="Picture 4">
            <a:extLst>
              <a:ext uri="{FF2B5EF4-FFF2-40B4-BE49-F238E27FC236}">
                <a16:creationId xmlns:a16="http://schemas.microsoft.com/office/drawing/2014/main" id="{6EE42BB0-FB4F-51E7-8CCA-4A407CC84B61}"/>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033106" y="2937196"/>
            <a:ext cx="3937473" cy="1953698"/>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rgbClr val="FFFFFF"/>
                </a:solidFill>
              </a14:hiddenFill>
            </a:ext>
          </a:extLst>
        </p:spPr>
      </p:pic>
      <p:sp>
        <p:nvSpPr>
          <p:cNvPr id="35" name="TextBox 34">
            <a:extLst>
              <a:ext uri="{FF2B5EF4-FFF2-40B4-BE49-F238E27FC236}">
                <a16:creationId xmlns:a16="http://schemas.microsoft.com/office/drawing/2014/main" id="{231E8968-C5BB-C827-688E-1FAD566585D4}"/>
              </a:ext>
            </a:extLst>
          </p:cNvPr>
          <p:cNvSpPr txBox="1"/>
          <p:nvPr/>
        </p:nvSpPr>
        <p:spPr>
          <a:xfrm>
            <a:off x="10618" y="1024883"/>
            <a:ext cx="1784302" cy="461665"/>
          </a:xfrm>
          <a:prstGeom prst="rect">
            <a:avLst/>
          </a:prstGeom>
          <a:solidFill>
            <a:schemeClr val="bg2">
              <a:lumMod val="20000"/>
              <a:lumOff val="80000"/>
            </a:schemeClr>
          </a:solidFill>
        </p:spPr>
        <p:txBody>
          <a:bodyPr wrap="square" rtlCol="0">
            <a:spAutoFit/>
          </a:bodyPr>
          <a:lstStyle/>
          <a:p>
            <a:r>
              <a:rPr lang="en-GB" sz="1200" dirty="0"/>
              <a:t>2) SOLUTION - QUANTIZATION</a:t>
            </a:r>
          </a:p>
        </p:txBody>
      </p:sp>
      <p:sp>
        <p:nvSpPr>
          <p:cNvPr id="23" name="TextBox 22">
            <a:extLst>
              <a:ext uri="{FF2B5EF4-FFF2-40B4-BE49-F238E27FC236}">
                <a16:creationId xmlns:a16="http://schemas.microsoft.com/office/drawing/2014/main" id="{2443CAEF-0E59-6D52-1816-D8E76C2F91BB}"/>
              </a:ext>
            </a:extLst>
          </p:cNvPr>
          <p:cNvSpPr txBox="1"/>
          <p:nvPr/>
        </p:nvSpPr>
        <p:spPr>
          <a:xfrm>
            <a:off x="4753905" y="4666750"/>
            <a:ext cx="409304" cy="215444"/>
          </a:xfrm>
          <a:prstGeom prst="rect">
            <a:avLst/>
          </a:prstGeom>
          <a:noFill/>
        </p:spPr>
        <p:txBody>
          <a:bodyPr wrap="square">
            <a:spAutoFit/>
          </a:bodyPr>
          <a:lstStyle/>
          <a:p>
            <a:r>
              <a:rPr lang="en-IN" sz="800" dirty="0">
                <a:solidFill>
                  <a:schemeClr val="tx1"/>
                </a:solidFill>
                <a:latin typeface="+mj-lt"/>
              </a:rPr>
              <a:t>[2]</a:t>
            </a:r>
          </a:p>
        </p:txBody>
      </p:sp>
    </p:spTree>
    <p:extLst>
      <p:ext uri="{BB962C8B-B14F-4D97-AF65-F5344CB8AC3E}">
        <p14:creationId xmlns:p14="http://schemas.microsoft.com/office/powerpoint/2010/main" val="9900175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0-#ppt_w/2"/>
                                          </p:val>
                                        </p:tav>
                                        <p:tav tm="100000">
                                          <p:val>
                                            <p:strVal val="#ppt_x"/>
                                          </p:val>
                                        </p:tav>
                                      </p:tavLst>
                                    </p:anim>
                                    <p:anim calcmode="lin" valueType="num">
                                      <p:cBhvr additive="base">
                                        <p:cTn id="8" dur="500" fill="hold"/>
                                        <p:tgtEl>
                                          <p:spTgt spid="6"/>
                                        </p:tgtEl>
                                        <p:attrNameLst>
                                          <p:attrName>ppt_y</p:attrName>
                                        </p:attrNameLst>
                                      </p:cBhvr>
                                      <p:tavLst>
                                        <p:tav tm="0">
                                          <p:val>
                                            <p:strVal val="#ppt_y"/>
                                          </p:val>
                                        </p:tav>
                                        <p:tav tm="100000">
                                          <p:val>
                                            <p:strVal val="#ppt_y"/>
                                          </p:val>
                                        </p:tav>
                                      </p:tavLst>
                                    </p:anim>
                                  </p:childTnLst>
                                </p:cTn>
                              </p:par>
                              <p:par>
                                <p:cTn id="9" presetID="2" presetClass="entr" presetSubtype="8" fill="hold" grpId="0" nodeType="withEffect">
                                  <p:stCondLst>
                                    <p:cond delay="0"/>
                                  </p:stCondLst>
                                  <p:childTnLst>
                                    <p:set>
                                      <p:cBhvr>
                                        <p:cTn id="10" dur="1" fill="hold">
                                          <p:stCondLst>
                                            <p:cond delay="0"/>
                                          </p:stCondLst>
                                        </p:cTn>
                                        <p:tgtEl>
                                          <p:spTgt spid="7"/>
                                        </p:tgtEl>
                                        <p:attrNameLst>
                                          <p:attrName>style.visibility</p:attrName>
                                        </p:attrNameLst>
                                      </p:cBhvr>
                                      <p:to>
                                        <p:strVal val="visible"/>
                                      </p:to>
                                    </p:set>
                                    <p:anim calcmode="lin" valueType="num">
                                      <p:cBhvr additive="base">
                                        <p:cTn id="11" dur="500" fill="hold"/>
                                        <p:tgtEl>
                                          <p:spTgt spid="7"/>
                                        </p:tgtEl>
                                        <p:attrNameLst>
                                          <p:attrName>ppt_x</p:attrName>
                                        </p:attrNameLst>
                                      </p:cBhvr>
                                      <p:tavLst>
                                        <p:tav tm="0">
                                          <p:val>
                                            <p:strVal val="0-#ppt_w/2"/>
                                          </p:val>
                                        </p:tav>
                                        <p:tav tm="100000">
                                          <p:val>
                                            <p:strVal val="#ppt_x"/>
                                          </p:val>
                                        </p:tav>
                                      </p:tavLst>
                                    </p:anim>
                                    <p:anim calcmode="lin" valueType="num">
                                      <p:cBhvr additive="base">
                                        <p:cTn id="12" dur="500" fill="hold"/>
                                        <p:tgtEl>
                                          <p:spTgt spid="7"/>
                                        </p:tgtEl>
                                        <p:attrNameLst>
                                          <p:attrName>ppt_y</p:attrName>
                                        </p:attrNameLst>
                                      </p:cBhvr>
                                      <p:tavLst>
                                        <p:tav tm="0">
                                          <p:val>
                                            <p:strVal val="#ppt_y"/>
                                          </p:val>
                                        </p:tav>
                                        <p:tav tm="100000">
                                          <p:val>
                                            <p:strVal val="#ppt_y"/>
                                          </p:val>
                                        </p:tav>
                                      </p:tavLst>
                                    </p:anim>
                                  </p:childTnLst>
                                </p:cTn>
                              </p:par>
                              <p:par>
                                <p:cTn id="13" presetID="2" presetClass="entr" presetSubtype="8" fill="hold" grpId="0" nodeType="withEffect">
                                  <p:stCondLst>
                                    <p:cond delay="0"/>
                                  </p:stCondLst>
                                  <p:childTnLst>
                                    <p:set>
                                      <p:cBhvr>
                                        <p:cTn id="14" dur="1" fill="hold">
                                          <p:stCondLst>
                                            <p:cond delay="0"/>
                                          </p:stCondLst>
                                        </p:cTn>
                                        <p:tgtEl>
                                          <p:spTgt spid="8"/>
                                        </p:tgtEl>
                                        <p:attrNameLst>
                                          <p:attrName>style.visibility</p:attrName>
                                        </p:attrNameLst>
                                      </p:cBhvr>
                                      <p:to>
                                        <p:strVal val="visible"/>
                                      </p:to>
                                    </p:set>
                                    <p:anim calcmode="lin" valueType="num">
                                      <p:cBhvr additive="base">
                                        <p:cTn id="15" dur="500" fill="hold"/>
                                        <p:tgtEl>
                                          <p:spTgt spid="8"/>
                                        </p:tgtEl>
                                        <p:attrNameLst>
                                          <p:attrName>ppt_x</p:attrName>
                                        </p:attrNameLst>
                                      </p:cBhvr>
                                      <p:tavLst>
                                        <p:tav tm="0">
                                          <p:val>
                                            <p:strVal val="0-#ppt_w/2"/>
                                          </p:val>
                                        </p:tav>
                                        <p:tav tm="100000">
                                          <p:val>
                                            <p:strVal val="#ppt_x"/>
                                          </p:val>
                                        </p:tav>
                                      </p:tavLst>
                                    </p:anim>
                                    <p:anim calcmode="lin" valueType="num">
                                      <p:cBhvr additive="base">
                                        <p:cTn id="16" dur="500" fill="hold"/>
                                        <p:tgtEl>
                                          <p:spTgt spid="8"/>
                                        </p:tgtEl>
                                        <p:attrNameLst>
                                          <p:attrName>ppt_y</p:attrName>
                                        </p:attrNameLst>
                                      </p:cBhvr>
                                      <p:tavLst>
                                        <p:tav tm="0">
                                          <p:val>
                                            <p:strVal val="#ppt_y"/>
                                          </p:val>
                                        </p:tav>
                                        <p:tav tm="100000">
                                          <p:val>
                                            <p:strVal val="#ppt_y"/>
                                          </p:val>
                                        </p:tav>
                                      </p:tavLst>
                                    </p:anim>
                                  </p:childTnLst>
                                </p:cTn>
                              </p:par>
                              <p:par>
                                <p:cTn id="17" presetID="2" presetClass="entr" presetSubtype="8" fill="hold" grpId="0" nodeType="withEffect">
                                  <p:stCondLst>
                                    <p:cond delay="0"/>
                                  </p:stCondLst>
                                  <p:childTnLst>
                                    <p:set>
                                      <p:cBhvr>
                                        <p:cTn id="18" dur="1" fill="hold">
                                          <p:stCondLst>
                                            <p:cond delay="0"/>
                                          </p:stCondLst>
                                        </p:cTn>
                                        <p:tgtEl>
                                          <p:spTgt spid="9"/>
                                        </p:tgtEl>
                                        <p:attrNameLst>
                                          <p:attrName>style.visibility</p:attrName>
                                        </p:attrNameLst>
                                      </p:cBhvr>
                                      <p:to>
                                        <p:strVal val="visible"/>
                                      </p:to>
                                    </p:set>
                                    <p:anim calcmode="lin" valueType="num">
                                      <p:cBhvr additive="base">
                                        <p:cTn id="19" dur="500" fill="hold"/>
                                        <p:tgtEl>
                                          <p:spTgt spid="9"/>
                                        </p:tgtEl>
                                        <p:attrNameLst>
                                          <p:attrName>ppt_x</p:attrName>
                                        </p:attrNameLst>
                                      </p:cBhvr>
                                      <p:tavLst>
                                        <p:tav tm="0">
                                          <p:val>
                                            <p:strVal val="0-#ppt_w/2"/>
                                          </p:val>
                                        </p:tav>
                                        <p:tav tm="100000">
                                          <p:val>
                                            <p:strVal val="#ppt_x"/>
                                          </p:val>
                                        </p:tav>
                                      </p:tavLst>
                                    </p:anim>
                                    <p:anim calcmode="lin" valueType="num">
                                      <p:cBhvr additive="base">
                                        <p:cTn id="20" dur="500" fill="hold"/>
                                        <p:tgtEl>
                                          <p:spTgt spid="9"/>
                                        </p:tgtEl>
                                        <p:attrNameLst>
                                          <p:attrName>ppt_y</p:attrName>
                                        </p:attrNameLst>
                                      </p:cBhvr>
                                      <p:tavLst>
                                        <p:tav tm="0">
                                          <p:val>
                                            <p:strVal val="#ppt_y"/>
                                          </p:val>
                                        </p:tav>
                                        <p:tav tm="100000">
                                          <p:val>
                                            <p:strVal val="#ppt_y"/>
                                          </p:val>
                                        </p:tav>
                                      </p:tavLst>
                                    </p:anim>
                                  </p:childTnLst>
                                </p:cTn>
                              </p:par>
                              <p:par>
                                <p:cTn id="21" presetID="2" presetClass="entr" presetSubtype="8" fill="hold" grpId="0" nodeType="withEffect">
                                  <p:stCondLst>
                                    <p:cond delay="0"/>
                                  </p:stCondLst>
                                  <p:childTnLst>
                                    <p:set>
                                      <p:cBhvr>
                                        <p:cTn id="22" dur="1" fill="hold">
                                          <p:stCondLst>
                                            <p:cond delay="0"/>
                                          </p:stCondLst>
                                        </p:cTn>
                                        <p:tgtEl>
                                          <p:spTgt spid="13"/>
                                        </p:tgtEl>
                                        <p:attrNameLst>
                                          <p:attrName>style.visibility</p:attrName>
                                        </p:attrNameLst>
                                      </p:cBhvr>
                                      <p:to>
                                        <p:strVal val="visible"/>
                                      </p:to>
                                    </p:set>
                                    <p:anim calcmode="lin" valueType="num">
                                      <p:cBhvr additive="base">
                                        <p:cTn id="23" dur="500" fill="hold"/>
                                        <p:tgtEl>
                                          <p:spTgt spid="13"/>
                                        </p:tgtEl>
                                        <p:attrNameLst>
                                          <p:attrName>ppt_x</p:attrName>
                                        </p:attrNameLst>
                                      </p:cBhvr>
                                      <p:tavLst>
                                        <p:tav tm="0">
                                          <p:val>
                                            <p:strVal val="0-#ppt_w/2"/>
                                          </p:val>
                                        </p:tav>
                                        <p:tav tm="100000">
                                          <p:val>
                                            <p:strVal val="#ppt_x"/>
                                          </p:val>
                                        </p:tav>
                                      </p:tavLst>
                                    </p:anim>
                                    <p:anim calcmode="lin" valueType="num">
                                      <p:cBhvr additive="base">
                                        <p:cTn id="24" dur="500" fill="hold"/>
                                        <p:tgtEl>
                                          <p:spTgt spid="13"/>
                                        </p:tgtEl>
                                        <p:attrNameLst>
                                          <p:attrName>ppt_y</p:attrName>
                                        </p:attrNameLst>
                                      </p:cBhvr>
                                      <p:tavLst>
                                        <p:tav tm="0">
                                          <p:val>
                                            <p:strVal val="#ppt_y"/>
                                          </p:val>
                                        </p:tav>
                                        <p:tav tm="100000">
                                          <p:val>
                                            <p:strVal val="#ppt_y"/>
                                          </p:val>
                                        </p:tav>
                                      </p:tavLst>
                                    </p:anim>
                                  </p:childTnLst>
                                </p:cTn>
                              </p:par>
                              <p:par>
                                <p:cTn id="25" presetID="2" presetClass="entr" presetSubtype="8" fill="hold" grpId="0" nodeType="withEffect">
                                  <p:stCondLst>
                                    <p:cond delay="0"/>
                                  </p:stCondLst>
                                  <p:childTnLst>
                                    <p:set>
                                      <p:cBhvr>
                                        <p:cTn id="26" dur="1" fill="hold">
                                          <p:stCondLst>
                                            <p:cond delay="0"/>
                                          </p:stCondLst>
                                        </p:cTn>
                                        <p:tgtEl>
                                          <p:spTgt spid="10"/>
                                        </p:tgtEl>
                                        <p:attrNameLst>
                                          <p:attrName>style.visibility</p:attrName>
                                        </p:attrNameLst>
                                      </p:cBhvr>
                                      <p:to>
                                        <p:strVal val="visible"/>
                                      </p:to>
                                    </p:set>
                                    <p:anim calcmode="lin" valueType="num">
                                      <p:cBhvr additive="base">
                                        <p:cTn id="27" dur="500" fill="hold"/>
                                        <p:tgtEl>
                                          <p:spTgt spid="10"/>
                                        </p:tgtEl>
                                        <p:attrNameLst>
                                          <p:attrName>ppt_x</p:attrName>
                                        </p:attrNameLst>
                                      </p:cBhvr>
                                      <p:tavLst>
                                        <p:tav tm="0">
                                          <p:val>
                                            <p:strVal val="0-#ppt_w/2"/>
                                          </p:val>
                                        </p:tav>
                                        <p:tav tm="100000">
                                          <p:val>
                                            <p:strVal val="#ppt_x"/>
                                          </p:val>
                                        </p:tav>
                                      </p:tavLst>
                                    </p:anim>
                                    <p:anim calcmode="lin" valueType="num">
                                      <p:cBhvr additive="base">
                                        <p:cTn id="28" dur="500" fill="hold"/>
                                        <p:tgtEl>
                                          <p:spTgt spid="10"/>
                                        </p:tgtEl>
                                        <p:attrNameLst>
                                          <p:attrName>ppt_y</p:attrName>
                                        </p:attrNameLst>
                                      </p:cBhvr>
                                      <p:tavLst>
                                        <p:tav tm="0">
                                          <p:val>
                                            <p:strVal val="#ppt_y"/>
                                          </p:val>
                                        </p:tav>
                                        <p:tav tm="100000">
                                          <p:val>
                                            <p:strVal val="#ppt_y"/>
                                          </p:val>
                                        </p:tav>
                                      </p:tavLst>
                                    </p:anim>
                                  </p:childTnLst>
                                </p:cTn>
                              </p:par>
                              <p:par>
                                <p:cTn id="29" presetID="2" presetClass="entr" presetSubtype="8" fill="hold" grpId="0" nodeType="withEffect">
                                  <p:stCondLst>
                                    <p:cond delay="0"/>
                                  </p:stCondLst>
                                  <p:childTnLst>
                                    <p:set>
                                      <p:cBhvr>
                                        <p:cTn id="30" dur="1" fill="hold">
                                          <p:stCondLst>
                                            <p:cond delay="0"/>
                                          </p:stCondLst>
                                        </p:cTn>
                                        <p:tgtEl>
                                          <p:spTgt spid="11"/>
                                        </p:tgtEl>
                                        <p:attrNameLst>
                                          <p:attrName>style.visibility</p:attrName>
                                        </p:attrNameLst>
                                      </p:cBhvr>
                                      <p:to>
                                        <p:strVal val="visible"/>
                                      </p:to>
                                    </p:set>
                                    <p:anim calcmode="lin" valueType="num">
                                      <p:cBhvr additive="base">
                                        <p:cTn id="31" dur="500" fill="hold"/>
                                        <p:tgtEl>
                                          <p:spTgt spid="11"/>
                                        </p:tgtEl>
                                        <p:attrNameLst>
                                          <p:attrName>ppt_x</p:attrName>
                                        </p:attrNameLst>
                                      </p:cBhvr>
                                      <p:tavLst>
                                        <p:tav tm="0">
                                          <p:val>
                                            <p:strVal val="0-#ppt_w/2"/>
                                          </p:val>
                                        </p:tav>
                                        <p:tav tm="100000">
                                          <p:val>
                                            <p:strVal val="#ppt_x"/>
                                          </p:val>
                                        </p:tav>
                                      </p:tavLst>
                                    </p:anim>
                                    <p:anim calcmode="lin" valueType="num">
                                      <p:cBhvr additive="base">
                                        <p:cTn id="32" dur="500" fill="hold"/>
                                        <p:tgtEl>
                                          <p:spTgt spid="11"/>
                                        </p:tgtEl>
                                        <p:attrNameLst>
                                          <p:attrName>ppt_y</p:attrName>
                                        </p:attrNameLst>
                                      </p:cBhvr>
                                      <p:tavLst>
                                        <p:tav tm="0">
                                          <p:val>
                                            <p:strVal val="#ppt_y"/>
                                          </p:val>
                                        </p:tav>
                                        <p:tav tm="100000">
                                          <p:val>
                                            <p:strVal val="#ppt_y"/>
                                          </p:val>
                                        </p:tav>
                                      </p:tavLst>
                                    </p:anim>
                                  </p:childTnLst>
                                </p:cTn>
                              </p:par>
                              <p:par>
                                <p:cTn id="33" presetID="2" presetClass="entr" presetSubtype="8" fill="hold" grpId="0" nodeType="withEffect">
                                  <p:stCondLst>
                                    <p:cond delay="0"/>
                                  </p:stCondLst>
                                  <p:childTnLst>
                                    <p:set>
                                      <p:cBhvr>
                                        <p:cTn id="34" dur="1" fill="hold">
                                          <p:stCondLst>
                                            <p:cond delay="0"/>
                                          </p:stCondLst>
                                        </p:cTn>
                                        <p:tgtEl>
                                          <p:spTgt spid="3"/>
                                        </p:tgtEl>
                                        <p:attrNameLst>
                                          <p:attrName>style.visibility</p:attrName>
                                        </p:attrNameLst>
                                      </p:cBhvr>
                                      <p:to>
                                        <p:strVal val="visible"/>
                                      </p:to>
                                    </p:set>
                                    <p:anim calcmode="lin" valueType="num">
                                      <p:cBhvr additive="base">
                                        <p:cTn id="35" dur="500" fill="hold"/>
                                        <p:tgtEl>
                                          <p:spTgt spid="3"/>
                                        </p:tgtEl>
                                        <p:attrNameLst>
                                          <p:attrName>ppt_x</p:attrName>
                                        </p:attrNameLst>
                                      </p:cBhvr>
                                      <p:tavLst>
                                        <p:tav tm="0">
                                          <p:val>
                                            <p:strVal val="0-#ppt_w/2"/>
                                          </p:val>
                                        </p:tav>
                                        <p:tav tm="100000">
                                          <p:val>
                                            <p:strVal val="#ppt_x"/>
                                          </p:val>
                                        </p:tav>
                                      </p:tavLst>
                                    </p:anim>
                                    <p:anim calcmode="lin" valueType="num">
                                      <p:cBhvr additive="base">
                                        <p:cTn id="36" dur="500" fill="hold"/>
                                        <p:tgtEl>
                                          <p:spTgt spid="3"/>
                                        </p:tgtEl>
                                        <p:attrNameLst>
                                          <p:attrName>ppt_y</p:attrName>
                                        </p:attrNameLst>
                                      </p:cBhvr>
                                      <p:tavLst>
                                        <p:tav tm="0">
                                          <p:val>
                                            <p:strVal val="#ppt_y"/>
                                          </p:val>
                                        </p:tav>
                                        <p:tav tm="100000">
                                          <p:val>
                                            <p:strVal val="#ppt_y"/>
                                          </p:val>
                                        </p:tav>
                                      </p:tavLst>
                                    </p:anim>
                                  </p:childTnLst>
                                </p:cTn>
                              </p:par>
                              <p:par>
                                <p:cTn id="37" presetID="2" presetClass="entr" presetSubtype="8" fill="hold" grpId="0" nodeType="withEffect">
                                  <p:stCondLst>
                                    <p:cond delay="0"/>
                                  </p:stCondLst>
                                  <p:childTnLst>
                                    <p:set>
                                      <p:cBhvr>
                                        <p:cTn id="38" dur="1" fill="hold">
                                          <p:stCondLst>
                                            <p:cond delay="0"/>
                                          </p:stCondLst>
                                        </p:cTn>
                                        <p:tgtEl>
                                          <p:spTgt spid="4"/>
                                        </p:tgtEl>
                                        <p:attrNameLst>
                                          <p:attrName>style.visibility</p:attrName>
                                        </p:attrNameLst>
                                      </p:cBhvr>
                                      <p:to>
                                        <p:strVal val="visible"/>
                                      </p:to>
                                    </p:set>
                                    <p:anim calcmode="lin" valueType="num">
                                      <p:cBhvr additive="base">
                                        <p:cTn id="39" dur="500" fill="hold"/>
                                        <p:tgtEl>
                                          <p:spTgt spid="4"/>
                                        </p:tgtEl>
                                        <p:attrNameLst>
                                          <p:attrName>ppt_x</p:attrName>
                                        </p:attrNameLst>
                                      </p:cBhvr>
                                      <p:tavLst>
                                        <p:tav tm="0">
                                          <p:val>
                                            <p:strVal val="0-#ppt_w/2"/>
                                          </p:val>
                                        </p:tav>
                                        <p:tav tm="100000">
                                          <p:val>
                                            <p:strVal val="#ppt_x"/>
                                          </p:val>
                                        </p:tav>
                                      </p:tavLst>
                                    </p:anim>
                                    <p:anim calcmode="lin" valueType="num">
                                      <p:cBhvr additive="base">
                                        <p:cTn id="40" dur="500" fill="hold"/>
                                        <p:tgtEl>
                                          <p:spTgt spid="4"/>
                                        </p:tgtEl>
                                        <p:attrNameLst>
                                          <p:attrName>ppt_y</p:attrName>
                                        </p:attrNameLst>
                                      </p:cBhvr>
                                      <p:tavLst>
                                        <p:tav tm="0">
                                          <p:val>
                                            <p:strVal val="#ppt_y"/>
                                          </p:val>
                                        </p:tav>
                                        <p:tav tm="100000">
                                          <p:val>
                                            <p:strVal val="#ppt_y"/>
                                          </p:val>
                                        </p:tav>
                                      </p:tavLst>
                                    </p:anim>
                                  </p:childTnLst>
                                </p:cTn>
                              </p:par>
                              <p:par>
                                <p:cTn id="41" presetID="2" presetClass="entr" presetSubtype="8" fill="hold" grpId="0" nodeType="withEffect">
                                  <p:stCondLst>
                                    <p:cond delay="0"/>
                                  </p:stCondLst>
                                  <p:childTnLst>
                                    <p:set>
                                      <p:cBhvr>
                                        <p:cTn id="42" dur="1" fill="hold">
                                          <p:stCondLst>
                                            <p:cond delay="0"/>
                                          </p:stCondLst>
                                        </p:cTn>
                                        <p:tgtEl>
                                          <p:spTgt spid="12"/>
                                        </p:tgtEl>
                                        <p:attrNameLst>
                                          <p:attrName>style.visibility</p:attrName>
                                        </p:attrNameLst>
                                      </p:cBhvr>
                                      <p:to>
                                        <p:strVal val="visible"/>
                                      </p:to>
                                    </p:set>
                                    <p:anim calcmode="lin" valueType="num">
                                      <p:cBhvr additive="base">
                                        <p:cTn id="43" dur="500" fill="hold"/>
                                        <p:tgtEl>
                                          <p:spTgt spid="12"/>
                                        </p:tgtEl>
                                        <p:attrNameLst>
                                          <p:attrName>ppt_x</p:attrName>
                                        </p:attrNameLst>
                                      </p:cBhvr>
                                      <p:tavLst>
                                        <p:tav tm="0">
                                          <p:val>
                                            <p:strVal val="0-#ppt_w/2"/>
                                          </p:val>
                                        </p:tav>
                                        <p:tav tm="100000">
                                          <p:val>
                                            <p:strVal val="#ppt_x"/>
                                          </p:val>
                                        </p:tav>
                                      </p:tavLst>
                                    </p:anim>
                                    <p:anim calcmode="lin" valueType="num">
                                      <p:cBhvr additive="base">
                                        <p:cTn id="44" dur="500" fill="hold"/>
                                        <p:tgtEl>
                                          <p:spTgt spid="12"/>
                                        </p:tgtEl>
                                        <p:attrNameLst>
                                          <p:attrName>ppt_y</p:attrName>
                                        </p:attrNameLst>
                                      </p:cBhvr>
                                      <p:tavLst>
                                        <p:tav tm="0">
                                          <p:val>
                                            <p:strVal val="#ppt_y"/>
                                          </p:val>
                                        </p:tav>
                                        <p:tav tm="100000">
                                          <p:val>
                                            <p:strVal val="#ppt_y"/>
                                          </p:val>
                                        </p:tav>
                                      </p:tavLst>
                                    </p:anim>
                                  </p:childTnLst>
                                </p:cTn>
                              </p:par>
                              <p:par>
                                <p:cTn id="45" presetID="2" presetClass="entr" presetSubtype="8" fill="hold" grpId="0" nodeType="withEffect">
                                  <p:stCondLst>
                                    <p:cond delay="0"/>
                                  </p:stCondLst>
                                  <p:childTnLst>
                                    <p:set>
                                      <p:cBhvr>
                                        <p:cTn id="46" dur="1" fill="hold">
                                          <p:stCondLst>
                                            <p:cond delay="0"/>
                                          </p:stCondLst>
                                        </p:cTn>
                                        <p:tgtEl>
                                          <p:spTgt spid="35"/>
                                        </p:tgtEl>
                                        <p:attrNameLst>
                                          <p:attrName>style.visibility</p:attrName>
                                        </p:attrNameLst>
                                      </p:cBhvr>
                                      <p:to>
                                        <p:strVal val="visible"/>
                                      </p:to>
                                    </p:set>
                                    <p:anim calcmode="lin" valueType="num">
                                      <p:cBhvr additive="base">
                                        <p:cTn id="47" dur="500" fill="hold"/>
                                        <p:tgtEl>
                                          <p:spTgt spid="35"/>
                                        </p:tgtEl>
                                        <p:attrNameLst>
                                          <p:attrName>ppt_x</p:attrName>
                                        </p:attrNameLst>
                                      </p:cBhvr>
                                      <p:tavLst>
                                        <p:tav tm="0">
                                          <p:val>
                                            <p:strVal val="0-#ppt_w/2"/>
                                          </p:val>
                                        </p:tav>
                                        <p:tav tm="100000">
                                          <p:val>
                                            <p:strVal val="#ppt_x"/>
                                          </p:val>
                                        </p:tav>
                                      </p:tavLst>
                                    </p:anim>
                                    <p:anim calcmode="lin" valueType="num">
                                      <p:cBhvr additive="base">
                                        <p:cTn id="48" dur="500" fill="hold"/>
                                        <p:tgtEl>
                                          <p:spTgt spid="35"/>
                                        </p:tgtEl>
                                        <p:attrNameLst>
                                          <p:attrName>ppt_y</p:attrName>
                                        </p:attrNameLst>
                                      </p:cBhvr>
                                      <p:tavLst>
                                        <p:tav tm="0">
                                          <p:val>
                                            <p:strVal val="#ppt_y"/>
                                          </p:val>
                                        </p:tav>
                                        <p:tav tm="100000">
                                          <p:val>
                                            <p:strVal val="#ppt_y"/>
                                          </p:val>
                                        </p:tav>
                                      </p:tavLst>
                                    </p:anim>
                                  </p:childTnLst>
                                </p:cTn>
                              </p:par>
                            </p:childTnLst>
                          </p:cTn>
                        </p:par>
                      </p:childTnLst>
                    </p:cTn>
                  </p:par>
                  <p:par>
                    <p:cTn id="49" fill="hold">
                      <p:stCondLst>
                        <p:cond delay="indefinite"/>
                      </p:stCondLst>
                      <p:childTnLst>
                        <p:par>
                          <p:cTn id="50" fill="hold">
                            <p:stCondLst>
                              <p:cond delay="0"/>
                            </p:stCondLst>
                            <p:childTnLst>
                              <p:par>
                                <p:cTn id="51" presetID="42" presetClass="path" presetSubtype="0" accel="50000" decel="50000" fill="hold" grpId="2" nodeType="clickEffect">
                                  <p:stCondLst>
                                    <p:cond delay="0"/>
                                  </p:stCondLst>
                                  <p:childTnLst>
                                    <p:animMotion origin="layout" path="M -4.72222E-6 4.19753E-6 L 0.40122 -0.1355 " pathEditMode="relative" rAng="0" ptsTypes="AA">
                                      <p:cBhvr>
                                        <p:cTn id="52" dur="2000" fill="hold"/>
                                        <p:tgtEl>
                                          <p:spTgt spid="35"/>
                                        </p:tgtEl>
                                        <p:attrNameLst>
                                          <p:attrName>ppt_x</p:attrName>
                                          <p:attrName>ppt_y</p:attrName>
                                        </p:attrNameLst>
                                      </p:cBhvr>
                                      <p:rCtr x="20052" y="-6790"/>
                                    </p:animMotion>
                                  </p:childTnLst>
                                </p:cTn>
                              </p:par>
                            </p:childTnLst>
                          </p:cTn>
                        </p:par>
                      </p:childTnLst>
                    </p:cTn>
                  </p:par>
                  <p:par>
                    <p:cTn id="53" fill="hold">
                      <p:stCondLst>
                        <p:cond delay="indefinite"/>
                      </p:stCondLst>
                      <p:childTnLst>
                        <p:par>
                          <p:cTn id="54" fill="hold">
                            <p:stCondLst>
                              <p:cond delay="0"/>
                            </p:stCondLst>
                            <p:childTnLst>
                              <p:par>
                                <p:cTn id="55" presetID="10" presetClass="exit" presetSubtype="0" fill="hold" grpId="3" nodeType="clickEffect">
                                  <p:stCondLst>
                                    <p:cond delay="0"/>
                                  </p:stCondLst>
                                  <p:childTnLst>
                                    <p:animEffect transition="out" filter="fade">
                                      <p:cBhvr>
                                        <p:cTn id="56" dur="500"/>
                                        <p:tgtEl>
                                          <p:spTgt spid="35"/>
                                        </p:tgtEl>
                                      </p:cBhvr>
                                    </p:animEffect>
                                    <p:set>
                                      <p:cBhvr>
                                        <p:cTn id="57" dur="1" fill="hold">
                                          <p:stCondLst>
                                            <p:cond delay="499"/>
                                          </p:stCondLst>
                                        </p:cTn>
                                        <p:tgtEl>
                                          <p:spTgt spid="35"/>
                                        </p:tgtEl>
                                        <p:attrNameLst>
                                          <p:attrName>style.visibility</p:attrName>
                                        </p:attrNameLst>
                                      </p:cBhvr>
                                      <p:to>
                                        <p:strVal val="hidden"/>
                                      </p:to>
                                    </p:set>
                                  </p:childTnLst>
                                </p:cTn>
                              </p:par>
                              <p:par>
                                <p:cTn id="58" presetID="10" presetClass="entr" presetSubtype="0" fill="hold" grpId="0" nodeType="withEffect">
                                  <p:stCondLst>
                                    <p:cond delay="0"/>
                                  </p:stCondLst>
                                  <p:childTnLst>
                                    <p:set>
                                      <p:cBhvr>
                                        <p:cTn id="59" dur="1" fill="hold">
                                          <p:stCondLst>
                                            <p:cond delay="0"/>
                                          </p:stCondLst>
                                        </p:cTn>
                                        <p:tgtEl>
                                          <p:spTgt spid="33"/>
                                        </p:tgtEl>
                                        <p:attrNameLst>
                                          <p:attrName>style.visibility</p:attrName>
                                        </p:attrNameLst>
                                      </p:cBhvr>
                                      <p:to>
                                        <p:strVal val="visible"/>
                                      </p:to>
                                    </p:set>
                                    <p:animEffect transition="in" filter="fade">
                                      <p:cBhvr>
                                        <p:cTn id="60" dur="500"/>
                                        <p:tgtEl>
                                          <p:spTgt spid="33"/>
                                        </p:tgtEl>
                                      </p:cBhvr>
                                    </p:animEffect>
                                  </p:childTnLst>
                                </p:cTn>
                              </p:par>
                            </p:childTnLst>
                          </p:cTn>
                        </p:par>
                      </p:childTnLst>
                    </p:cTn>
                  </p:par>
                  <p:par>
                    <p:cTn id="61" fill="hold">
                      <p:stCondLst>
                        <p:cond delay="indefinite"/>
                      </p:stCondLst>
                      <p:childTnLst>
                        <p:par>
                          <p:cTn id="62" fill="hold">
                            <p:stCondLst>
                              <p:cond delay="0"/>
                            </p:stCondLst>
                            <p:childTnLst>
                              <p:par>
                                <p:cTn id="63" presetID="2" presetClass="exit" presetSubtype="8" fill="hold" grpId="1" nodeType="clickEffect">
                                  <p:stCondLst>
                                    <p:cond delay="0"/>
                                  </p:stCondLst>
                                  <p:childTnLst>
                                    <p:anim calcmode="lin" valueType="num">
                                      <p:cBhvr additive="base">
                                        <p:cTn id="64" dur="500"/>
                                        <p:tgtEl>
                                          <p:spTgt spid="6"/>
                                        </p:tgtEl>
                                        <p:attrNameLst>
                                          <p:attrName>ppt_x</p:attrName>
                                        </p:attrNameLst>
                                      </p:cBhvr>
                                      <p:tavLst>
                                        <p:tav tm="0">
                                          <p:val>
                                            <p:strVal val="ppt_x"/>
                                          </p:val>
                                        </p:tav>
                                        <p:tav tm="100000">
                                          <p:val>
                                            <p:strVal val="0-ppt_w/2"/>
                                          </p:val>
                                        </p:tav>
                                      </p:tavLst>
                                    </p:anim>
                                    <p:anim calcmode="lin" valueType="num">
                                      <p:cBhvr additive="base">
                                        <p:cTn id="65" dur="500"/>
                                        <p:tgtEl>
                                          <p:spTgt spid="6"/>
                                        </p:tgtEl>
                                        <p:attrNameLst>
                                          <p:attrName>ppt_y</p:attrName>
                                        </p:attrNameLst>
                                      </p:cBhvr>
                                      <p:tavLst>
                                        <p:tav tm="0">
                                          <p:val>
                                            <p:strVal val="ppt_y"/>
                                          </p:val>
                                        </p:tav>
                                        <p:tav tm="100000">
                                          <p:val>
                                            <p:strVal val="ppt_y"/>
                                          </p:val>
                                        </p:tav>
                                      </p:tavLst>
                                    </p:anim>
                                    <p:set>
                                      <p:cBhvr>
                                        <p:cTn id="66" dur="1" fill="hold">
                                          <p:stCondLst>
                                            <p:cond delay="499"/>
                                          </p:stCondLst>
                                        </p:cTn>
                                        <p:tgtEl>
                                          <p:spTgt spid="6"/>
                                        </p:tgtEl>
                                        <p:attrNameLst>
                                          <p:attrName>style.visibility</p:attrName>
                                        </p:attrNameLst>
                                      </p:cBhvr>
                                      <p:to>
                                        <p:strVal val="hidden"/>
                                      </p:to>
                                    </p:set>
                                  </p:childTnLst>
                                </p:cTn>
                              </p:par>
                              <p:par>
                                <p:cTn id="67" presetID="2" presetClass="exit" presetSubtype="8" fill="hold" grpId="1" nodeType="withEffect">
                                  <p:stCondLst>
                                    <p:cond delay="0"/>
                                  </p:stCondLst>
                                  <p:childTnLst>
                                    <p:anim calcmode="lin" valueType="num">
                                      <p:cBhvr additive="base">
                                        <p:cTn id="68" dur="500"/>
                                        <p:tgtEl>
                                          <p:spTgt spid="7"/>
                                        </p:tgtEl>
                                        <p:attrNameLst>
                                          <p:attrName>ppt_x</p:attrName>
                                        </p:attrNameLst>
                                      </p:cBhvr>
                                      <p:tavLst>
                                        <p:tav tm="0">
                                          <p:val>
                                            <p:strVal val="ppt_x"/>
                                          </p:val>
                                        </p:tav>
                                        <p:tav tm="100000">
                                          <p:val>
                                            <p:strVal val="0-ppt_w/2"/>
                                          </p:val>
                                        </p:tav>
                                      </p:tavLst>
                                    </p:anim>
                                    <p:anim calcmode="lin" valueType="num">
                                      <p:cBhvr additive="base">
                                        <p:cTn id="69" dur="500"/>
                                        <p:tgtEl>
                                          <p:spTgt spid="7"/>
                                        </p:tgtEl>
                                        <p:attrNameLst>
                                          <p:attrName>ppt_y</p:attrName>
                                        </p:attrNameLst>
                                      </p:cBhvr>
                                      <p:tavLst>
                                        <p:tav tm="0">
                                          <p:val>
                                            <p:strVal val="ppt_y"/>
                                          </p:val>
                                        </p:tav>
                                        <p:tav tm="100000">
                                          <p:val>
                                            <p:strVal val="ppt_y"/>
                                          </p:val>
                                        </p:tav>
                                      </p:tavLst>
                                    </p:anim>
                                    <p:set>
                                      <p:cBhvr>
                                        <p:cTn id="70" dur="1" fill="hold">
                                          <p:stCondLst>
                                            <p:cond delay="499"/>
                                          </p:stCondLst>
                                        </p:cTn>
                                        <p:tgtEl>
                                          <p:spTgt spid="7"/>
                                        </p:tgtEl>
                                        <p:attrNameLst>
                                          <p:attrName>style.visibility</p:attrName>
                                        </p:attrNameLst>
                                      </p:cBhvr>
                                      <p:to>
                                        <p:strVal val="hidden"/>
                                      </p:to>
                                    </p:set>
                                  </p:childTnLst>
                                </p:cTn>
                              </p:par>
                              <p:par>
                                <p:cTn id="71" presetID="2" presetClass="exit" presetSubtype="8" fill="hold" grpId="1" nodeType="withEffect">
                                  <p:stCondLst>
                                    <p:cond delay="0"/>
                                  </p:stCondLst>
                                  <p:childTnLst>
                                    <p:anim calcmode="lin" valueType="num">
                                      <p:cBhvr additive="base">
                                        <p:cTn id="72" dur="500"/>
                                        <p:tgtEl>
                                          <p:spTgt spid="8"/>
                                        </p:tgtEl>
                                        <p:attrNameLst>
                                          <p:attrName>ppt_x</p:attrName>
                                        </p:attrNameLst>
                                      </p:cBhvr>
                                      <p:tavLst>
                                        <p:tav tm="0">
                                          <p:val>
                                            <p:strVal val="ppt_x"/>
                                          </p:val>
                                        </p:tav>
                                        <p:tav tm="100000">
                                          <p:val>
                                            <p:strVal val="0-ppt_w/2"/>
                                          </p:val>
                                        </p:tav>
                                      </p:tavLst>
                                    </p:anim>
                                    <p:anim calcmode="lin" valueType="num">
                                      <p:cBhvr additive="base">
                                        <p:cTn id="73" dur="500"/>
                                        <p:tgtEl>
                                          <p:spTgt spid="8"/>
                                        </p:tgtEl>
                                        <p:attrNameLst>
                                          <p:attrName>ppt_y</p:attrName>
                                        </p:attrNameLst>
                                      </p:cBhvr>
                                      <p:tavLst>
                                        <p:tav tm="0">
                                          <p:val>
                                            <p:strVal val="ppt_y"/>
                                          </p:val>
                                        </p:tav>
                                        <p:tav tm="100000">
                                          <p:val>
                                            <p:strVal val="ppt_y"/>
                                          </p:val>
                                        </p:tav>
                                      </p:tavLst>
                                    </p:anim>
                                    <p:set>
                                      <p:cBhvr>
                                        <p:cTn id="74" dur="1" fill="hold">
                                          <p:stCondLst>
                                            <p:cond delay="499"/>
                                          </p:stCondLst>
                                        </p:cTn>
                                        <p:tgtEl>
                                          <p:spTgt spid="8"/>
                                        </p:tgtEl>
                                        <p:attrNameLst>
                                          <p:attrName>style.visibility</p:attrName>
                                        </p:attrNameLst>
                                      </p:cBhvr>
                                      <p:to>
                                        <p:strVal val="hidden"/>
                                      </p:to>
                                    </p:set>
                                  </p:childTnLst>
                                </p:cTn>
                              </p:par>
                              <p:par>
                                <p:cTn id="75" presetID="2" presetClass="exit" presetSubtype="8" fill="hold" grpId="3" nodeType="withEffect">
                                  <p:stCondLst>
                                    <p:cond delay="0"/>
                                  </p:stCondLst>
                                  <p:childTnLst>
                                    <p:anim calcmode="lin" valueType="num">
                                      <p:cBhvr additive="base">
                                        <p:cTn id="76" dur="500"/>
                                        <p:tgtEl>
                                          <p:spTgt spid="9"/>
                                        </p:tgtEl>
                                        <p:attrNameLst>
                                          <p:attrName>ppt_x</p:attrName>
                                        </p:attrNameLst>
                                      </p:cBhvr>
                                      <p:tavLst>
                                        <p:tav tm="0">
                                          <p:val>
                                            <p:strVal val="ppt_x"/>
                                          </p:val>
                                        </p:tav>
                                        <p:tav tm="100000">
                                          <p:val>
                                            <p:strVal val="0-ppt_w/2"/>
                                          </p:val>
                                        </p:tav>
                                      </p:tavLst>
                                    </p:anim>
                                    <p:anim calcmode="lin" valueType="num">
                                      <p:cBhvr additive="base">
                                        <p:cTn id="77" dur="500"/>
                                        <p:tgtEl>
                                          <p:spTgt spid="9"/>
                                        </p:tgtEl>
                                        <p:attrNameLst>
                                          <p:attrName>ppt_y</p:attrName>
                                        </p:attrNameLst>
                                      </p:cBhvr>
                                      <p:tavLst>
                                        <p:tav tm="0">
                                          <p:val>
                                            <p:strVal val="ppt_y"/>
                                          </p:val>
                                        </p:tav>
                                        <p:tav tm="100000">
                                          <p:val>
                                            <p:strVal val="ppt_y"/>
                                          </p:val>
                                        </p:tav>
                                      </p:tavLst>
                                    </p:anim>
                                    <p:set>
                                      <p:cBhvr>
                                        <p:cTn id="78" dur="1" fill="hold">
                                          <p:stCondLst>
                                            <p:cond delay="499"/>
                                          </p:stCondLst>
                                        </p:cTn>
                                        <p:tgtEl>
                                          <p:spTgt spid="9"/>
                                        </p:tgtEl>
                                        <p:attrNameLst>
                                          <p:attrName>style.visibility</p:attrName>
                                        </p:attrNameLst>
                                      </p:cBhvr>
                                      <p:to>
                                        <p:strVal val="hidden"/>
                                      </p:to>
                                    </p:set>
                                  </p:childTnLst>
                                </p:cTn>
                              </p:par>
                              <p:par>
                                <p:cTn id="79" presetID="2" presetClass="exit" presetSubtype="8" fill="hold" grpId="1" nodeType="withEffect">
                                  <p:stCondLst>
                                    <p:cond delay="0"/>
                                  </p:stCondLst>
                                  <p:childTnLst>
                                    <p:anim calcmode="lin" valueType="num">
                                      <p:cBhvr additive="base">
                                        <p:cTn id="80" dur="500"/>
                                        <p:tgtEl>
                                          <p:spTgt spid="10"/>
                                        </p:tgtEl>
                                        <p:attrNameLst>
                                          <p:attrName>ppt_x</p:attrName>
                                        </p:attrNameLst>
                                      </p:cBhvr>
                                      <p:tavLst>
                                        <p:tav tm="0">
                                          <p:val>
                                            <p:strVal val="ppt_x"/>
                                          </p:val>
                                        </p:tav>
                                        <p:tav tm="100000">
                                          <p:val>
                                            <p:strVal val="0-ppt_w/2"/>
                                          </p:val>
                                        </p:tav>
                                      </p:tavLst>
                                    </p:anim>
                                    <p:anim calcmode="lin" valueType="num">
                                      <p:cBhvr additive="base">
                                        <p:cTn id="81" dur="500"/>
                                        <p:tgtEl>
                                          <p:spTgt spid="10"/>
                                        </p:tgtEl>
                                        <p:attrNameLst>
                                          <p:attrName>ppt_y</p:attrName>
                                        </p:attrNameLst>
                                      </p:cBhvr>
                                      <p:tavLst>
                                        <p:tav tm="0">
                                          <p:val>
                                            <p:strVal val="ppt_y"/>
                                          </p:val>
                                        </p:tav>
                                        <p:tav tm="100000">
                                          <p:val>
                                            <p:strVal val="ppt_y"/>
                                          </p:val>
                                        </p:tav>
                                      </p:tavLst>
                                    </p:anim>
                                    <p:set>
                                      <p:cBhvr>
                                        <p:cTn id="82" dur="1" fill="hold">
                                          <p:stCondLst>
                                            <p:cond delay="499"/>
                                          </p:stCondLst>
                                        </p:cTn>
                                        <p:tgtEl>
                                          <p:spTgt spid="10"/>
                                        </p:tgtEl>
                                        <p:attrNameLst>
                                          <p:attrName>style.visibility</p:attrName>
                                        </p:attrNameLst>
                                      </p:cBhvr>
                                      <p:to>
                                        <p:strVal val="hidden"/>
                                      </p:to>
                                    </p:set>
                                  </p:childTnLst>
                                </p:cTn>
                              </p:par>
                              <p:par>
                                <p:cTn id="83" presetID="2" presetClass="exit" presetSubtype="8" fill="hold" grpId="1" nodeType="withEffect">
                                  <p:stCondLst>
                                    <p:cond delay="0"/>
                                  </p:stCondLst>
                                  <p:childTnLst>
                                    <p:anim calcmode="lin" valueType="num">
                                      <p:cBhvr additive="base">
                                        <p:cTn id="84" dur="500"/>
                                        <p:tgtEl>
                                          <p:spTgt spid="11"/>
                                        </p:tgtEl>
                                        <p:attrNameLst>
                                          <p:attrName>ppt_x</p:attrName>
                                        </p:attrNameLst>
                                      </p:cBhvr>
                                      <p:tavLst>
                                        <p:tav tm="0">
                                          <p:val>
                                            <p:strVal val="ppt_x"/>
                                          </p:val>
                                        </p:tav>
                                        <p:tav tm="100000">
                                          <p:val>
                                            <p:strVal val="0-ppt_w/2"/>
                                          </p:val>
                                        </p:tav>
                                      </p:tavLst>
                                    </p:anim>
                                    <p:anim calcmode="lin" valueType="num">
                                      <p:cBhvr additive="base">
                                        <p:cTn id="85" dur="500"/>
                                        <p:tgtEl>
                                          <p:spTgt spid="11"/>
                                        </p:tgtEl>
                                        <p:attrNameLst>
                                          <p:attrName>ppt_y</p:attrName>
                                        </p:attrNameLst>
                                      </p:cBhvr>
                                      <p:tavLst>
                                        <p:tav tm="0">
                                          <p:val>
                                            <p:strVal val="ppt_y"/>
                                          </p:val>
                                        </p:tav>
                                        <p:tav tm="100000">
                                          <p:val>
                                            <p:strVal val="ppt_y"/>
                                          </p:val>
                                        </p:tav>
                                      </p:tavLst>
                                    </p:anim>
                                    <p:set>
                                      <p:cBhvr>
                                        <p:cTn id="86" dur="1" fill="hold">
                                          <p:stCondLst>
                                            <p:cond delay="499"/>
                                          </p:stCondLst>
                                        </p:cTn>
                                        <p:tgtEl>
                                          <p:spTgt spid="11"/>
                                        </p:tgtEl>
                                        <p:attrNameLst>
                                          <p:attrName>style.visibility</p:attrName>
                                        </p:attrNameLst>
                                      </p:cBhvr>
                                      <p:to>
                                        <p:strVal val="hidden"/>
                                      </p:to>
                                    </p:set>
                                  </p:childTnLst>
                                </p:cTn>
                              </p:par>
                              <p:par>
                                <p:cTn id="87" presetID="2" presetClass="exit" presetSubtype="8" fill="hold" grpId="1" nodeType="withEffect">
                                  <p:stCondLst>
                                    <p:cond delay="0"/>
                                  </p:stCondLst>
                                  <p:childTnLst>
                                    <p:anim calcmode="lin" valueType="num">
                                      <p:cBhvr additive="base">
                                        <p:cTn id="88" dur="500"/>
                                        <p:tgtEl>
                                          <p:spTgt spid="35"/>
                                        </p:tgtEl>
                                        <p:attrNameLst>
                                          <p:attrName>ppt_x</p:attrName>
                                        </p:attrNameLst>
                                      </p:cBhvr>
                                      <p:tavLst>
                                        <p:tav tm="0">
                                          <p:val>
                                            <p:strVal val="ppt_x"/>
                                          </p:val>
                                        </p:tav>
                                        <p:tav tm="100000">
                                          <p:val>
                                            <p:strVal val="0-ppt_w/2"/>
                                          </p:val>
                                        </p:tav>
                                      </p:tavLst>
                                    </p:anim>
                                    <p:anim calcmode="lin" valueType="num">
                                      <p:cBhvr additive="base">
                                        <p:cTn id="89" dur="500"/>
                                        <p:tgtEl>
                                          <p:spTgt spid="35"/>
                                        </p:tgtEl>
                                        <p:attrNameLst>
                                          <p:attrName>ppt_y</p:attrName>
                                        </p:attrNameLst>
                                      </p:cBhvr>
                                      <p:tavLst>
                                        <p:tav tm="0">
                                          <p:val>
                                            <p:strVal val="ppt_y"/>
                                          </p:val>
                                        </p:tav>
                                        <p:tav tm="100000">
                                          <p:val>
                                            <p:strVal val="ppt_y"/>
                                          </p:val>
                                        </p:tav>
                                      </p:tavLst>
                                    </p:anim>
                                    <p:set>
                                      <p:cBhvr>
                                        <p:cTn id="90" dur="1" fill="hold">
                                          <p:stCondLst>
                                            <p:cond delay="499"/>
                                          </p:stCondLst>
                                        </p:cTn>
                                        <p:tgtEl>
                                          <p:spTgt spid="35"/>
                                        </p:tgtEl>
                                        <p:attrNameLst>
                                          <p:attrName>style.visibility</p:attrName>
                                        </p:attrNameLst>
                                      </p:cBhvr>
                                      <p:to>
                                        <p:strVal val="hidden"/>
                                      </p:to>
                                    </p:set>
                                  </p:childTnLst>
                                </p:cTn>
                              </p:par>
                              <p:par>
                                <p:cTn id="91" presetID="2" presetClass="exit" presetSubtype="8" fill="hold" grpId="1" nodeType="withEffect">
                                  <p:stCondLst>
                                    <p:cond delay="0"/>
                                  </p:stCondLst>
                                  <p:childTnLst>
                                    <p:anim calcmode="lin" valueType="num">
                                      <p:cBhvr additive="base">
                                        <p:cTn id="92" dur="500"/>
                                        <p:tgtEl>
                                          <p:spTgt spid="13"/>
                                        </p:tgtEl>
                                        <p:attrNameLst>
                                          <p:attrName>ppt_x</p:attrName>
                                        </p:attrNameLst>
                                      </p:cBhvr>
                                      <p:tavLst>
                                        <p:tav tm="0">
                                          <p:val>
                                            <p:strVal val="ppt_x"/>
                                          </p:val>
                                        </p:tav>
                                        <p:tav tm="100000">
                                          <p:val>
                                            <p:strVal val="0-ppt_w/2"/>
                                          </p:val>
                                        </p:tav>
                                      </p:tavLst>
                                    </p:anim>
                                    <p:anim calcmode="lin" valueType="num">
                                      <p:cBhvr additive="base">
                                        <p:cTn id="93" dur="500"/>
                                        <p:tgtEl>
                                          <p:spTgt spid="13"/>
                                        </p:tgtEl>
                                        <p:attrNameLst>
                                          <p:attrName>ppt_y</p:attrName>
                                        </p:attrNameLst>
                                      </p:cBhvr>
                                      <p:tavLst>
                                        <p:tav tm="0">
                                          <p:val>
                                            <p:strVal val="ppt_y"/>
                                          </p:val>
                                        </p:tav>
                                        <p:tav tm="100000">
                                          <p:val>
                                            <p:strVal val="ppt_y"/>
                                          </p:val>
                                        </p:tav>
                                      </p:tavLst>
                                    </p:anim>
                                    <p:set>
                                      <p:cBhvr>
                                        <p:cTn id="94" dur="1" fill="hold">
                                          <p:stCondLst>
                                            <p:cond delay="499"/>
                                          </p:stCondLst>
                                        </p:cTn>
                                        <p:tgtEl>
                                          <p:spTgt spid="13"/>
                                        </p:tgtEl>
                                        <p:attrNameLst>
                                          <p:attrName>style.visibility</p:attrName>
                                        </p:attrNameLst>
                                      </p:cBhvr>
                                      <p:to>
                                        <p:strVal val="hidden"/>
                                      </p:to>
                                    </p:set>
                                  </p:childTnLst>
                                </p:cTn>
                              </p:par>
                              <p:par>
                                <p:cTn id="95" presetID="2" presetClass="exit" presetSubtype="8" fill="hold" grpId="1" nodeType="withEffect">
                                  <p:stCondLst>
                                    <p:cond delay="0"/>
                                  </p:stCondLst>
                                  <p:childTnLst>
                                    <p:anim calcmode="lin" valueType="num">
                                      <p:cBhvr additive="base">
                                        <p:cTn id="96" dur="500"/>
                                        <p:tgtEl>
                                          <p:spTgt spid="3"/>
                                        </p:tgtEl>
                                        <p:attrNameLst>
                                          <p:attrName>ppt_x</p:attrName>
                                        </p:attrNameLst>
                                      </p:cBhvr>
                                      <p:tavLst>
                                        <p:tav tm="0">
                                          <p:val>
                                            <p:strVal val="ppt_x"/>
                                          </p:val>
                                        </p:tav>
                                        <p:tav tm="100000">
                                          <p:val>
                                            <p:strVal val="0-ppt_w/2"/>
                                          </p:val>
                                        </p:tav>
                                      </p:tavLst>
                                    </p:anim>
                                    <p:anim calcmode="lin" valueType="num">
                                      <p:cBhvr additive="base">
                                        <p:cTn id="97" dur="500"/>
                                        <p:tgtEl>
                                          <p:spTgt spid="3"/>
                                        </p:tgtEl>
                                        <p:attrNameLst>
                                          <p:attrName>ppt_y</p:attrName>
                                        </p:attrNameLst>
                                      </p:cBhvr>
                                      <p:tavLst>
                                        <p:tav tm="0">
                                          <p:val>
                                            <p:strVal val="ppt_y"/>
                                          </p:val>
                                        </p:tav>
                                        <p:tav tm="100000">
                                          <p:val>
                                            <p:strVal val="ppt_y"/>
                                          </p:val>
                                        </p:tav>
                                      </p:tavLst>
                                    </p:anim>
                                    <p:set>
                                      <p:cBhvr>
                                        <p:cTn id="98" dur="1" fill="hold">
                                          <p:stCondLst>
                                            <p:cond delay="499"/>
                                          </p:stCondLst>
                                        </p:cTn>
                                        <p:tgtEl>
                                          <p:spTgt spid="3"/>
                                        </p:tgtEl>
                                        <p:attrNameLst>
                                          <p:attrName>style.visibility</p:attrName>
                                        </p:attrNameLst>
                                      </p:cBhvr>
                                      <p:to>
                                        <p:strVal val="hidden"/>
                                      </p:to>
                                    </p:set>
                                  </p:childTnLst>
                                </p:cTn>
                              </p:par>
                              <p:par>
                                <p:cTn id="99" presetID="2" presetClass="exit" presetSubtype="8" fill="hold" grpId="1" nodeType="withEffect">
                                  <p:stCondLst>
                                    <p:cond delay="0"/>
                                  </p:stCondLst>
                                  <p:childTnLst>
                                    <p:anim calcmode="lin" valueType="num">
                                      <p:cBhvr additive="base">
                                        <p:cTn id="100" dur="500"/>
                                        <p:tgtEl>
                                          <p:spTgt spid="4"/>
                                        </p:tgtEl>
                                        <p:attrNameLst>
                                          <p:attrName>ppt_x</p:attrName>
                                        </p:attrNameLst>
                                      </p:cBhvr>
                                      <p:tavLst>
                                        <p:tav tm="0">
                                          <p:val>
                                            <p:strVal val="ppt_x"/>
                                          </p:val>
                                        </p:tav>
                                        <p:tav tm="100000">
                                          <p:val>
                                            <p:strVal val="0-ppt_w/2"/>
                                          </p:val>
                                        </p:tav>
                                      </p:tavLst>
                                    </p:anim>
                                    <p:anim calcmode="lin" valueType="num">
                                      <p:cBhvr additive="base">
                                        <p:cTn id="101" dur="500"/>
                                        <p:tgtEl>
                                          <p:spTgt spid="4"/>
                                        </p:tgtEl>
                                        <p:attrNameLst>
                                          <p:attrName>ppt_y</p:attrName>
                                        </p:attrNameLst>
                                      </p:cBhvr>
                                      <p:tavLst>
                                        <p:tav tm="0">
                                          <p:val>
                                            <p:strVal val="ppt_y"/>
                                          </p:val>
                                        </p:tav>
                                        <p:tav tm="100000">
                                          <p:val>
                                            <p:strVal val="ppt_y"/>
                                          </p:val>
                                        </p:tav>
                                      </p:tavLst>
                                    </p:anim>
                                    <p:set>
                                      <p:cBhvr>
                                        <p:cTn id="102" dur="1" fill="hold">
                                          <p:stCondLst>
                                            <p:cond delay="499"/>
                                          </p:stCondLst>
                                        </p:cTn>
                                        <p:tgtEl>
                                          <p:spTgt spid="4"/>
                                        </p:tgtEl>
                                        <p:attrNameLst>
                                          <p:attrName>style.visibility</p:attrName>
                                        </p:attrNameLst>
                                      </p:cBhvr>
                                      <p:to>
                                        <p:strVal val="hidden"/>
                                      </p:to>
                                    </p:set>
                                  </p:childTnLst>
                                </p:cTn>
                              </p:par>
                              <p:par>
                                <p:cTn id="103" presetID="2" presetClass="exit" presetSubtype="8" fill="hold" grpId="1" nodeType="withEffect">
                                  <p:stCondLst>
                                    <p:cond delay="0"/>
                                  </p:stCondLst>
                                  <p:childTnLst>
                                    <p:anim calcmode="lin" valueType="num">
                                      <p:cBhvr additive="base">
                                        <p:cTn id="104" dur="500"/>
                                        <p:tgtEl>
                                          <p:spTgt spid="12"/>
                                        </p:tgtEl>
                                        <p:attrNameLst>
                                          <p:attrName>ppt_x</p:attrName>
                                        </p:attrNameLst>
                                      </p:cBhvr>
                                      <p:tavLst>
                                        <p:tav tm="0">
                                          <p:val>
                                            <p:strVal val="ppt_x"/>
                                          </p:val>
                                        </p:tav>
                                        <p:tav tm="100000">
                                          <p:val>
                                            <p:strVal val="0-ppt_w/2"/>
                                          </p:val>
                                        </p:tav>
                                      </p:tavLst>
                                    </p:anim>
                                    <p:anim calcmode="lin" valueType="num">
                                      <p:cBhvr additive="base">
                                        <p:cTn id="105" dur="500"/>
                                        <p:tgtEl>
                                          <p:spTgt spid="12"/>
                                        </p:tgtEl>
                                        <p:attrNameLst>
                                          <p:attrName>ppt_y</p:attrName>
                                        </p:attrNameLst>
                                      </p:cBhvr>
                                      <p:tavLst>
                                        <p:tav tm="0">
                                          <p:val>
                                            <p:strVal val="ppt_y"/>
                                          </p:val>
                                        </p:tav>
                                        <p:tav tm="100000">
                                          <p:val>
                                            <p:strVal val="ppt_y"/>
                                          </p:val>
                                        </p:tav>
                                      </p:tavLst>
                                    </p:anim>
                                    <p:set>
                                      <p:cBhvr>
                                        <p:cTn id="106" dur="1" fill="hold">
                                          <p:stCondLst>
                                            <p:cond delay="499"/>
                                          </p:stCondLst>
                                        </p:cTn>
                                        <p:tgtEl>
                                          <p:spTgt spid="12"/>
                                        </p:tgtEl>
                                        <p:attrNameLst>
                                          <p:attrName>style.visibility</p:attrName>
                                        </p:attrNameLst>
                                      </p:cBhvr>
                                      <p:to>
                                        <p:strVal val="hidden"/>
                                      </p:to>
                                    </p:set>
                                  </p:childTnLst>
                                </p:cTn>
                              </p:par>
                            </p:childTnLst>
                          </p:cTn>
                        </p:par>
                      </p:childTnLst>
                    </p:cTn>
                  </p:par>
                  <p:par>
                    <p:cTn id="107" fill="hold">
                      <p:stCondLst>
                        <p:cond delay="indefinite"/>
                      </p:stCondLst>
                      <p:childTnLst>
                        <p:par>
                          <p:cTn id="108" fill="hold">
                            <p:stCondLst>
                              <p:cond delay="0"/>
                            </p:stCondLst>
                            <p:childTnLst>
                              <p:par>
                                <p:cTn id="109" presetID="42" presetClass="entr" presetSubtype="0" fill="hold" nodeType="clickEffect">
                                  <p:stCondLst>
                                    <p:cond delay="0"/>
                                  </p:stCondLst>
                                  <p:childTnLst>
                                    <p:set>
                                      <p:cBhvr>
                                        <p:cTn id="110" dur="1" fill="hold">
                                          <p:stCondLst>
                                            <p:cond delay="0"/>
                                          </p:stCondLst>
                                        </p:cTn>
                                        <p:tgtEl>
                                          <p:spTgt spid="15"/>
                                        </p:tgtEl>
                                        <p:attrNameLst>
                                          <p:attrName>style.visibility</p:attrName>
                                        </p:attrNameLst>
                                      </p:cBhvr>
                                      <p:to>
                                        <p:strVal val="visible"/>
                                      </p:to>
                                    </p:set>
                                    <p:animEffect transition="in" filter="fade">
                                      <p:cBhvr>
                                        <p:cTn id="111" dur="1000"/>
                                        <p:tgtEl>
                                          <p:spTgt spid="15"/>
                                        </p:tgtEl>
                                      </p:cBhvr>
                                    </p:animEffect>
                                    <p:anim calcmode="lin" valueType="num">
                                      <p:cBhvr>
                                        <p:cTn id="112" dur="1000" fill="hold"/>
                                        <p:tgtEl>
                                          <p:spTgt spid="15"/>
                                        </p:tgtEl>
                                        <p:attrNameLst>
                                          <p:attrName>ppt_x</p:attrName>
                                        </p:attrNameLst>
                                      </p:cBhvr>
                                      <p:tavLst>
                                        <p:tav tm="0">
                                          <p:val>
                                            <p:strVal val="#ppt_x"/>
                                          </p:val>
                                        </p:tav>
                                        <p:tav tm="100000">
                                          <p:val>
                                            <p:strVal val="#ppt_x"/>
                                          </p:val>
                                        </p:tav>
                                      </p:tavLst>
                                    </p:anim>
                                    <p:anim calcmode="lin" valueType="num">
                                      <p:cBhvr>
                                        <p:cTn id="113" dur="1000" fill="hold"/>
                                        <p:tgtEl>
                                          <p:spTgt spid="15"/>
                                        </p:tgtEl>
                                        <p:attrNameLst>
                                          <p:attrName>ppt_y</p:attrName>
                                        </p:attrNameLst>
                                      </p:cBhvr>
                                      <p:tavLst>
                                        <p:tav tm="0">
                                          <p:val>
                                            <p:strVal val="#ppt_y+.1"/>
                                          </p:val>
                                        </p:tav>
                                        <p:tav tm="100000">
                                          <p:val>
                                            <p:strVal val="#ppt_y"/>
                                          </p:val>
                                        </p:tav>
                                      </p:tavLst>
                                    </p:anim>
                                  </p:childTnLst>
                                </p:cTn>
                              </p:par>
                              <p:par>
                                <p:cTn id="114" presetID="42" presetClass="entr" presetSubtype="0" fill="hold" grpId="0" nodeType="withEffect">
                                  <p:stCondLst>
                                    <p:cond delay="0"/>
                                  </p:stCondLst>
                                  <p:childTnLst>
                                    <p:set>
                                      <p:cBhvr>
                                        <p:cTn id="115" dur="1" fill="hold">
                                          <p:stCondLst>
                                            <p:cond delay="0"/>
                                          </p:stCondLst>
                                        </p:cTn>
                                        <p:tgtEl>
                                          <p:spTgt spid="16"/>
                                        </p:tgtEl>
                                        <p:attrNameLst>
                                          <p:attrName>style.visibility</p:attrName>
                                        </p:attrNameLst>
                                      </p:cBhvr>
                                      <p:to>
                                        <p:strVal val="visible"/>
                                      </p:to>
                                    </p:set>
                                    <p:animEffect transition="in" filter="fade">
                                      <p:cBhvr>
                                        <p:cTn id="116" dur="1000"/>
                                        <p:tgtEl>
                                          <p:spTgt spid="16"/>
                                        </p:tgtEl>
                                      </p:cBhvr>
                                    </p:animEffect>
                                    <p:anim calcmode="lin" valueType="num">
                                      <p:cBhvr>
                                        <p:cTn id="117" dur="1000" fill="hold"/>
                                        <p:tgtEl>
                                          <p:spTgt spid="16"/>
                                        </p:tgtEl>
                                        <p:attrNameLst>
                                          <p:attrName>ppt_x</p:attrName>
                                        </p:attrNameLst>
                                      </p:cBhvr>
                                      <p:tavLst>
                                        <p:tav tm="0">
                                          <p:val>
                                            <p:strVal val="#ppt_x"/>
                                          </p:val>
                                        </p:tav>
                                        <p:tav tm="100000">
                                          <p:val>
                                            <p:strVal val="#ppt_x"/>
                                          </p:val>
                                        </p:tav>
                                      </p:tavLst>
                                    </p:anim>
                                    <p:anim calcmode="lin" valueType="num">
                                      <p:cBhvr>
                                        <p:cTn id="118" dur="1000" fill="hold"/>
                                        <p:tgtEl>
                                          <p:spTgt spid="16"/>
                                        </p:tgtEl>
                                        <p:attrNameLst>
                                          <p:attrName>ppt_y</p:attrName>
                                        </p:attrNameLst>
                                      </p:cBhvr>
                                      <p:tavLst>
                                        <p:tav tm="0">
                                          <p:val>
                                            <p:strVal val="#ppt_y+.1"/>
                                          </p:val>
                                        </p:tav>
                                        <p:tav tm="100000">
                                          <p:val>
                                            <p:strVal val="#ppt_y"/>
                                          </p:val>
                                        </p:tav>
                                      </p:tavLst>
                                    </p:anim>
                                  </p:childTnLst>
                                </p:cTn>
                              </p:par>
                            </p:childTnLst>
                          </p:cTn>
                        </p:par>
                      </p:childTnLst>
                    </p:cTn>
                  </p:par>
                  <p:par>
                    <p:cTn id="119" fill="hold">
                      <p:stCondLst>
                        <p:cond delay="indefinite"/>
                      </p:stCondLst>
                      <p:childTnLst>
                        <p:par>
                          <p:cTn id="120" fill="hold">
                            <p:stCondLst>
                              <p:cond delay="0"/>
                            </p:stCondLst>
                            <p:childTnLst>
                              <p:par>
                                <p:cTn id="121" presetID="42" presetClass="entr" presetSubtype="0" fill="hold" grpId="0" nodeType="clickEffect">
                                  <p:stCondLst>
                                    <p:cond delay="0"/>
                                  </p:stCondLst>
                                  <p:childTnLst>
                                    <p:set>
                                      <p:cBhvr>
                                        <p:cTn id="122" dur="1" fill="hold">
                                          <p:stCondLst>
                                            <p:cond delay="0"/>
                                          </p:stCondLst>
                                        </p:cTn>
                                        <p:tgtEl>
                                          <p:spTgt spid="18"/>
                                        </p:tgtEl>
                                        <p:attrNameLst>
                                          <p:attrName>style.visibility</p:attrName>
                                        </p:attrNameLst>
                                      </p:cBhvr>
                                      <p:to>
                                        <p:strVal val="visible"/>
                                      </p:to>
                                    </p:set>
                                    <p:animEffect transition="in" filter="fade">
                                      <p:cBhvr>
                                        <p:cTn id="123" dur="1000"/>
                                        <p:tgtEl>
                                          <p:spTgt spid="18"/>
                                        </p:tgtEl>
                                      </p:cBhvr>
                                    </p:animEffect>
                                    <p:anim calcmode="lin" valueType="num">
                                      <p:cBhvr>
                                        <p:cTn id="124" dur="1000" fill="hold"/>
                                        <p:tgtEl>
                                          <p:spTgt spid="18"/>
                                        </p:tgtEl>
                                        <p:attrNameLst>
                                          <p:attrName>ppt_x</p:attrName>
                                        </p:attrNameLst>
                                      </p:cBhvr>
                                      <p:tavLst>
                                        <p:tav tm="0">
                                          <p:val>
                                            <p:strVal val="#ppt_x"/>
                                          </p:val>
                                        </p:tav>
                                        <p:tav tm="100000">
                                          <p:val>
                                            <p:strVal val="#ppt_x"/>
                                          </p:val>
                                        </p:tav>
                                      </p:tavLst>
                                    </p:anim>
                                    <p:anim calcmode="lin" valueType="num">
                                      <p:cBhvr>
                                        <p:cTn id="125" dur="1000" fill="hold"/>
                                        <p:tgtEl>
                                          <p:spTgt spid="18"/>
                                        </p:tgtEl>
                                        <p:attrNameLst>
                                          <p:attrName>ppt_y</p:attrName>
                                        </p:attrNameLst>
                                      </p:cBhvr>
                                      <p:tavLst>
                                        <p:tav tm="0">
                                          <p:val>
                                            <p:strVal val="#ppt_y+.1"/>
                                          </p:val>
                                        </p:tav>
                                        <p:tav tm="100000">
                                          <p:val>
                                            <p:strVal val="#ppt_y"/>
                                          </p:val>
                                        </p:tav>
                                      </p:tavLst>
                                    </p:anim>
                                  </p:childTnLst>
                                </p:cTn>
                              </p:par>
                            </p:childTnLst>
                          </p:cTn>
                        </p:par>
                      </p:childTnLst>
                    </p:cTn>
                  </p:par>
                  <p:par>
                    <p:cTn id="126" fill="hold">
                      <p:stCondLst>
                        <p:cond delay="indefinite"/>
                      </p:stCondLst>
                      <p:childTnLst>
                        <p:par>
                          <p:cTn id="127" fill="hold">
                            <p:stCondLst>
                              <p:cond delay="0"/>
                            </p:stCondLst>
                            <p:childTnLst>
                              <p:par>
                                <p:cTn id="128" presetID="42" presetClass="entr" presetSubtype="0" fill="hold" grpId="0" nodeType="clickEffect">
                                  <p:stCondLst>
                                    <p:cond delay="0"/>
                                  </p:stCondLst>
                                  <p:childTnLst>
                                    <p:set>
                                      <p:cBhvr>
                                        <p:cTn id="129" dur="1" fill="hold">
                                          <p:stCondLst>
                                            <p:cond delay="0"/>
                                          </p:stCondLst>
                                        </p:cTn>
                                        <p:tgtEl>
                                          <p:spTgt spid="20"/>
                                        </p:tgtEl>
                                        <p:attrNameLst>
                                          <p:attrName>style.visibility</p:attrName>
                                        </p:attrNameLst>
                                      </p:cBhvr>
                                      <p:to>
                                        <p:strVal val="visible"/>
                                      </p:to>
                                    </p:set>
                                    <p:animEffect transition="in" filter="fade">
                                      <p:cBhvr>
                                        <p:cTn id="130" dur="1000"/>
                                        <p:tgtEl>
                                          <p:spTgt spid="20"/>
                                        </p:tgtEl>
                                      </p:cBhvr>
                                    </p:animEffect>
                                    <p:anim calcmode="lin" valueType="num">
                                      <p:cBhvr>
                                        <p:cTn id="131" dur="1000" fill="hold"/>
                                        <p:tgtEl>
                                          <p:spTgt spid="20"/>
                                        </p:tgtEl>
                                        <p:attrNameLst>
                                          <p:attrName>ppt_x</p:attrName>
                                        </p:attrNameLst>
                                      </p:cBhvr>
                                      <p:tavLst>
                                        <p:tav tm="0">
                                          <p:val>
                                            <p:strVal val="#ppt_x"/>
                                          </p:val>
                                        </p:tav>
                                        <p:tav tm="100000">
                                          <p:val>
                                            <p:strVal val="#ppt_x"/>
                                          </p:val>
                                        </p:tav>
                                      </p:tavLst>
                                    </p:anim>
                                    <p:anim calcmode="lin" valueType="num">
                                      <p:cBhvr>
                                        <p:cTn id="132" dur="1000" fill="hold"/>
                                        <p:tgtEl>
                                          <p:spTgt spid="20"/>
                                        </p:tgtEl>
                                        <p:attrNameLst>
                                          <p:attrName>ppt_y</p:attrName>
                                        </p:attrNameLst>
                                      </p:cBhvr>
                                      <p:tavLst>
                                        <p:tav tm="0">
                                          <p:val>
                                            <p:strVal val="#ppt_y+.1"/>
                                          </p:val>
                                        </p:tav>
                                        <p:tav tm="100000">
                                          <p:val>
                                            <p:strVal val="#ppt_y"/>
                                          </p:val>
                                        </p:tav>
                                      </p:tavLst>
                                    </p:anim>
                                  </p:childTnLst>
                                </p:cTn>
                              </p:par>
                            </p:childTnLst>
                          </p:cTn>
                        </p:par>
                      </p:childTnLst>
                    </p:cTn>
                  </p:par>
                  <p:par>
                    <p:cTn id="133" fill="hold">
                      <p:stCondLst>
                        <p:cond delay="indefinite"/>
                      </p:stCondLst>
                      <p:childTnLst>
                        <p:par>
                          <p:cTn id="134" fill="hold">
                            <p:stCondLst>
                              <p:cond delay="0"/>
                            </p:stCondLst>
                            <p:childTnLst>
                              <p:par>
                                <p:cTn id="135" presetID="42" presetClass="entr" presetSubtype="0" fill="hold" nodeType="clickEffect">
                                  <p:stCondLst>
                                    <p:cond delay="0"/>
                                  </p:stCondLst>
                                  <p:childTnLst>
                                    <p:set>
                                      <p:cBhvr>
                                        <p:cTn id="136" dur="1" fill="hold">
                                          <p:stCondLst>
                                            <p:cond delay="0"/>
                                          </p:stCondLst>
                                        </p:cTn>
                                        <p:tgtEl>
                                          <p:spTgt spid="2050"/>
                                        </p:tgtEl>
                                        <p:attrNameLst>
                                          <p:attrName>style.visibility</p:attrName>
                                        </p:attrNameLst>
                                      </p:cBhvr>
                                      <p:to>
                                        <p:strVal val="visible"/>
                                      </p:to>
                                    </p:set>
                                    <p:animEffect transition="in" filter="fade">
                                      <p:cBhvr>
                                        <p:cTn id="137" dur="1000"/>
                                        <p:tgtEl>
                                          <p:spTgt spid="2050"/>
                                        </p:tgtEl>
                                      </p:cBhvr>
                                    </p:animEffect>
                                    <p:anim calcmode="lin" valueType="num">
                                      <p:cBhvr>
                                        <p:cTn id="138" dur="1000" fill="hold"/>
                                        <p:tgtEl>
                                          <p:spTgt spid="2050"/>
                                        </p:tgtEl>
                                        <p:attrNameLst>
                                          <p:attrName>ppt_x</p:attrName>
                                        </p:attrNameLst>
                                      </p:cBhvr>
                                      <p:tavLst>
                                        <p:tav tm="0">
                                          <p:val>
                                            <p:strVal val="#ppt_x"/>
                                          </p:val>
                                        </p:tav>
                                        <p:tav tm="100000">
                                          <p:val>
                                            <p:strVal val="#ppt_x"/>
                                          </p:val>
                                        </p:tav>
                                      </p:tavLst>
                                    </p:anim>
                                    <p:anim calcmode="lin" valueType="num">
                                      <p:cBhvr>
                                        <p:cTn id="139" dur="1000" fill="hold"/>
                                        <p:tgtEl>
                                          <p:spTgt spid="2050"/>
                                        </p:tgtEl>
                                        <p:attrNameLst>
                                          <p:attrName>ppt_y</p:attrName>
                                        </p:attrNameLst>
                                      </p:cBhvr>
                                      <p:tavLst>
                                        <p:tav tm="0">
                                          <p:val>
                                            <p:strVal val="#ppt_y+.1"/>
                                          </p:val>
                                        </p:tav>
                                        <p:tav tm="100000">
                                          <p:val>
                                            <p:strVal val="#ppt_y"/>
                                          </p:val>
                                        </p:tav>
                                      </p:tavLst>
                                    </p:anim>
                                  </p:childTnLst>
                                </p:cTn>
                              </p:par>
                            </p:childTnLst>
                          </p:cTn>
                        </p:par>
                      </p:childTnLst>
                    </p:cTn>
                  </p:par>
                  <p:par>
                    <p:cTn id="140" fill="hold">
                      <p:stCondLst>
                        <p:cond delay="indefinite"/>
                      </p:stCondLst>
                      <p:childTnLst>
                        <p:par>
                          <p:cTn id="141" fill="hold">
                            <p:stCondLst>
                              <p:cond delay="0"/>
                            </p:stCondLst>
                            <p:childTnLst>
                              <p:par>
                                <p:cTn id="142" presetID="42" presetClass="entr" presetSubtype="0" fill="hold" nodeType="clickEffect">
                                  <p:stCondLst>
                                    <p:cond delay="0"/>
                                  </p:stCondLst>
                                  <p:childTnLst>
                                    <p:set>
                                      <p:cBhvr>
                                        <p:cTn id="143" dur="1" fill="hold">
                                          <p:stCondLst>
                                            <p:cond delay="0"/>
                                          </p:stCondLst>
                                        </p:cTn>
                                        <p:tgtEl>
                                          <p:spTgt spid="2052"/>
                                        </p:tgtEl>
                                        <p:attrNameLst>
                                          <p:attrName>style.visibility</p:attrName>
                                        </p:attrNameLst>
                                      </p:cBhvr>
                                      <p:to>
                                        <p:strVal val="visible"/>
                                      </p:to>
                                    </p:set>
                                    <p:animEffect transition="in" filter="fade">
                                      <p:cBhvr>
                                        <p:cTn id="144" dur="1000"/>
                                        <p:tgtEl>
                                          <p:spTgt spid="2052"/>
                                        </p:tgtEl>
                                      </p:cBhvr>
                                    </p:animEffect>
                                    <p:anim calcmode="lin" valueType="num">
                                      <p:cBhvr>
                                        <p:cTn id="145" dur="1000" fill="hold"/>
                                        <p:tgtEl>
                                          <p:spTgt spid="2052"/>
                                        </p:tgtEl>
                                        <p:attrNameLst>
                                          <p:attrName>ppt_x</p:attrName>
                                        </p:attrNameLst>
                                      </p:cBhvr>
                                      <p:tavLst>
                                        <p:tav tm="0">
                                          <p:val>
                                            <p:strVal val="#ppt_x"/>
                                          </p:val>
                                        </p:tav>
                                        <p:tav tm="100000">
                                          <p:val>
                                            <p:strVal val="#ppt_x"/>
                                          </p:val>
                                        </p:tav>
                                      </p:tavLst>
                                    </p:anim>
                                    <p:anim calcmode="lin" valueType="num">
                                      <p:cBhvr>
                                        <p:cTn id="146" dur="1000" fill="hold"/>
                                        <p:tgtEl>
                                          <p:spTgt spid="2052"/>
                                        </p:tgtEl>
                                        <p:attrNameLst>
                                          <p:attrName>ppt_y</p:attrName>
                                        </p:attrNameLst>
                                      </p:cBhvr>
                                      <p:tavLst>
                                        <p:tav tm="0">
                                          <p:val>
                                            <p:strVal val="#ppt_y+.1"/>
                                          </p:val>
                                        </p:tav>
                                        <p:tav tm="100000">
                                          <p:val>
                                            <p:strVal val="#ppt_y"/>
                                          </p:val>
                                        </p:tav>
                                      </p:tavLst>
                                    </p:anim>
                                  </p:childTnLst>
                                </p:cTn>
                              </p:par>
                              <p:par>
                                <p:cTn id="147" presetID="42" presetClass="entr" presetSubtype="0" fill="hold" grpId="0" nodeType="withEffect">
                                  <p:stCondLst>
                                    <p:cond delay="0"/>
                                  </p:stCondLst>
                                  <p:childTnLst>
                                    <p:set>
                                      <p:cBhvr>
                                        <p:cTn id="148" dur="1" fill="hold">
                                          <p:stCondLst>
                                            <p:cond delay="0"/>
                                          </p:stCondLst>
                                        </p:cTn>
                                        <p:tgtEl>
                                          <p:spTgt spid="23"/>
                                        </p:tgtEl>
                                        <p:attrNameLst>
                                          <p:attrName>style.visibility</p:attrName>
                                        </p:attrNameLst>
                                      </p:cBhvr>
                                      <p:to>
                                        <p:strVal val="visible"/>
                                      </p:to>
                                    </p:set>
                                    <p:animEffect transition="in" filter="fade">
                                      <p:cBhvr>
                                        <p:cTn id="149" dur="1000"/>
                                        <p:tgtEl>
                                          <p:spTgt spid="23"/>
                                        </p:tgtEl>
                                      </p:cBhvr>
                                    </p:animEffect>
                                    <p:anim calcmode="lin" valueType="num">
                                      <p:cBhvr>
                                        <p:cTn id="150" dur="1000" fill="hold"/>
                                        <p:tgtEl>
                                          <p:spTgt spid="23"/>
                                        </p:tgtEl>
                                        <p:attrNameLst>
                                          <p:attrName>ppt_x</p:attrName>
                                        </p:attrNameLst>
                                      </p:cBhvr>
                                      <p:tavLst>
                                        <p:tav tm="0">
                                          <p:val>
                                            <p:strVal val="#ppt_x"/>
                                          </p:val>
                                        </p:tav>
                                        <p:tav tm="100000">
                                          <p:val>
                                            <p:strVal val="#ppt_x"/>
                                          </p:val>
                                        </p:tav>
                                      </p:tavLst>
                                    </p:anim>
                                    <p:anim calcmode="lin" valueType="num">
                                      <p:cBhvr>
                                        <p:cTn id="151" dur="1000" fill="hold"/>
                                        <p:tgtEl>
                                          <p:spTgt spid="2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6" grpId="1" animBg="1"/>
      <p:bldP spid="7" grpId="0" animBg="1"/>
      <p:bldP spid="7" grpId="1" animBg="1"/>
      <p:bldP spid="8" grpId="0" animBg="1"/>
      <p:bldP spid="8" grpId="1" animBg="1"/>
      <p:bldP spid="9" grpId="0" animBg="1"/>
      <p:bldP spid="9" grpId="3" animBg="1"/>
      <p:bldP spid="10" grpId="0" animBg="1"/>
      <p:bldP spid="10" grpId="1" animBg="1"/>
      <p:bldP spid="11" grpId="0" animBg="1"/>
      <p:bldP spid="11" grpId="1" animBg="1"/>
      <p:bldP spid="33" grpId="0"/>
      <p:bldP spid="13" grpId="0" animBg="1"/>
      <p:bldP spid="13" grpId="1" animBg="1"/>
      <p:bldP spid="3" grpId="0" animBg="1"/>
      <p:bldP spid="3" grpId="1" animBg="1"/>
      <p:bldP spid="4" grpId="0" animBg="1"/>
      <p:bldP spid="4" grpId="1" animBg="1"/>
      <p:bldP spid="12" grpId="0" animBg="1"/>
      <p:bldP spid="12" grpId="1" animBg="1"/>
      <p:bldP spid="16" grpId="0"/>
      <p:bldP spid="18" grpId="0"/>
      <p:bldP spid="20" grpId="0"/>
      <p:bldP spid="35" grpId="0" animBg="1"/>
      <p:bldP spid="35" grpId="1" animBg="1"/>
      <p:bldP spid="35" grpId="2" animBg="1"/>
      <p:bldP spid="35" grpId="3" animBg="1"/>
      <p:bldP spid="23"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EC7064-3C74-2863-BF26-407B6A187568}"/>
            </a:ext>
          </a:extLst>
        </p:cNvPr>
        <p:cNvGrpSpPr/>
        <p:nvPr/>
      </p:nvGrpSpPr>
      <p:grpSpPr>
        <a:xfrm>
          <a:off x="0" y="0"/>
          <a:ext cx="0" cy="0"/>
          <a:chOff x="0" y="0"/>
          <a:chExt cx="0" cy="0"/>
        </a:xfrm>
      </p:grpSpPr>
      <p:sp>
        <p:nvSpPr>
          <p:cNvPr id="6" name="Rectangle 5">
            <a:extLst>
              <a:ext uri="{FF2B5EF4-FFF2-40B4-BE49-F238E27FC236}">
                <a16:creationId xmlns:a16="http://schemas.microsoft.com/office/drawing/2014/main" id="{40402EC9-EC1B-C95D-1978-1C9AF0DC0C77}"/>
              </a:ext>
            </a:extLst>
          </p:cNvPr>
          <p:cNvSpPr/>
          <p:nvPr/>
        </p:nvSpPr>
        <p:spPr>
          <a:xfrm>
            <a:off x="-3" y="0"/>
            <a:ext cx="1814286" cy="5143500"/>
          </a:xfrm>
          <a:prstGeom prst="rect">
            <a:avLst/>
          </a:prstGeom>
          <a:ln>
            <a:solidFill>
              <a:schemeClr val="bg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 name="TextBox 6">
            <a:extLst>
              <a:ext uri="{FF2B5EF4-FFF2-40B4-BE49-F238E27FC236}">
                <a16:creationId xmlns:a16="http://schemas.microsoft.com/office/drawing/2014/main" id="{594D8DE5-0F6B-AA78-926F-EB191D010F3A}"/>
              </a:ext>
            </a:extLst>
          </p:cNvPr>
          <p:cNvSpPr txBox="1"/>
          <p:nvPr/>
        </p:nvSpPr>
        <p:spPr>
          <a:xfrm>
            <a:off x="-1" y="140901"/>
            <a:ext cx="1814285" cy="276999"/>
          </a:xfrm>
          <a:prstGeom prst="rect">
            <a:avLst/>
          </a:prstGeom>
          <a:solidFill>
            <a:schemeClr val="bg2">
              <a:lumMod val="60000"/>
              <a:lumOff val="40000"/>
            </a:schemeClr>
          </a:solidFill>
        </p:spPr>
        <p:txBody>
          <a:bodyPr wrap="square" rtlCol="0">
            <a:spAutoFit/>
          </a:bodyPr>
          <a:lstStyle/>
          <a:p>
            <a:r>
              <a:rPr lang="en-GB" sz="1200" dirty="0"/>
              <a:t>INDEX:</a:t>
            </a:r>
          </a:p>
        </p:txBody>
      </p:sp>
      <p:sp>
        <p:nvSpPr>
          <p:cNvPr id="8" name="TextBox 7">
            <a:extLst>
              <a:ext uri="{FF2B5EF4-FFF2-40B4-BE49-F238E27FC236}">
                <a16:creationId xmlns:a16="http://schemas.microsoft.com/office/drawing/2014/main" id="{961079D5-91FC-7653-C5AD-02C543F03CD7}"/>
              </a:ext>
            </a:extLst>
          </p:cNvPr>
          <p:cNvSpPr txBox="1"/>
          <p:nvPr/>
        </p:nvSpPr>
        <p:spPr>
          <a:xfrm>
            <a:off x="12697" y="3140863"/>
            <a:ext cx="1785600" cy="461665"/>
          </a:xfrm>
          <a:prstGeom prst="rect">
            <a:avLst/>
          </a:prstGeom>
          <a:solidFill>
            <a:schemeClr val="bg2">
              <a:lumMod val="20000"/>
              <a:lumOff val="80000"/>
            </a:schemeClr>
          </a:solidFill>
        </p:spPr>
        <p:txBody>
          <a:bodyPr wrap="square" rtlCol="0">
            <a:spAutoFit/>
          </a:bodyPr>
          <a:lstStyle/>
          <a:p>
            <a:r>
              <a:rPr lang="en-GB" sz="1200" dirty="0"/>
              <a:t>6) MITIGATION - </a:t>
            </a:r>
            <a:r>
              <a:rPr lang="en-GB" sz="1200" dirty="0" err="1"/>
              <a:t>QLoRA</a:t>
            </a:r>
            <a:endParaRPr lang="en-GB" sz="1200" dirty="0"/>
          </a:p>
        </p:txBody>
      </p:sp>
      <p:sp>
        <p:nvSpPr>
          <p:cNvPr id="9" name="TextBox 8">
            <a:extLst>
              <a:ext uri="{FF2B5EF4-FFF2-40B4-BE49-F238E27FC236}">
                <a16:creationId xmlns:a16="http://schemas.microsoft.com/office/drawing/2014/main" id="{36967730-65D0-8590-A290-9DB6EB2AD16C}"/>
              </a:ext>
            </a:extLst>
          </p:cNvPr>
          <p:cNvSpPr txBox="1"/>
          <p:nvPr/>
        </p:nvSpPr>
        <p:spPr>
          <a:xfrm>
            <a:off x="19624" y="583449"/>
            <a:ext cx="1778400" cy="276999"/>
          </a:xfrm>
          <a:prstGeom prst="rect">
            <a:avLst/>
          </a:prstGeom>
          <a:solidFill>
            <a:schemeClr val="bg2">
              <a:lumMod val="20000"/>
              <a:lumOff val="80000"/>
            </a:schemeClr>
          </a:solidFill>
        </p:spPr>
        <p:txBody>
          <a:bodyPr wrap="square" rtlCol="0">
            <a:spAutoFit/>
          </a:bodyPr>
          <a:lstStyle/>
          <a:p>
            <a:r>
              <a:rPr lang="en-GB" sz="1200" dirty="0"/>
              <a:t>1) MOTIVATION</a:t>
            </a:r>
          </a:p>
        </p:txBody>
      </p:sp>
      <p:sp>
        <p:nvSpPr>
          <p:cNvPr id="11" name="TextBox 10">
            <a:extLst>
              <a:ext uri="{FF2B5EF4-FFF2-40B4-BE49-F238E27FC236}">
                <a16:creationId xmlns:a16="http://schemas.microsoft.com/office/drawing/2014/main" id="{9B2B815D-3713-C717-E674-CD21E4E4A706}"/>
              </a:ext>
            </a:extLst>
          </p:cNvPr>
          <p:cNvSpPr txBox="1"/>
          <p:nvPr/>
        </p:nvSpPr>
        <p:spPr>
          <a:xfrm>
            <a:off x="13569" y="2082873"/>
            <a:ext cx="1778400" cy="276999"/>
          </a:xfrm>
          <a:prstGeom prst="rect">
            <a:avLst/>
          </a:prstGeom>
          <a:solidFill>
            <a:schemeClr val="bg2">
              <a:lumMod val="20000"/>
              <a:lumOff val="80000"/>
            </a:schemeClr>
          </a:solidFill>
        </p:spPr>
        <p:txBody>
          <a:bodyPr wrap="square" rtlCol="0">
            <a:spAutoFit/>
          </a:bodyPr>
          <a:lstStyle/>
          <a:p>
            <a:r>
              <a:rPr lang="en-GB" sz="1200" dirty="0"/>
              <a:t>4) EVALUATION</a:t>
            </a:r>
          </a:p>
        </p:txBody>
      </p:sp>
      <p:sp>
        <p:nvSpPr>
          <p:cNvPr id="33" name="Google Shape;159;p34">
            <a:extLst>
              <a:ext uri="{FF2B5EF4-FFF2-40B4-BE49-F238E27FC236}">
                <a16:creationId xmlns:a16="http://schemas.microsoft.com/office/drawing/2014/main" id="{501E6AD9-E5C5-FB77-2A1A-718C9BEF2C0C}"/>
              </a:ext>
            </a:extLst>
          </p:cNvPr>
          <p:cNvSpPr txBox="1">
            <a:spLocks noGrp="1"/>
          </p:cNvSpPr>
          <p:nvPr>
            <p:ph type="ctrTitle"/>
          </p:nvPr>
        </p:nvSpPr>
        <p:spPr>
          <a:xfrm>
            <a:off x="2898499" y="230982"/>
            <a:ext cx="3637282" cy="51075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GB" u="sng" dirty="0"/>
              <a:t>HYPOTHESIS</a:t>
            </a:r>
            <a:endParaRPr u="sng" dirty="0"/>
          </a:p>
        </p:txBody>
      </p:sp>
      <p:sp>
        <p:nvSpPr>
          <p:cNvPr id="35" name="TextBox 34">
            <a:extLst>
              <a:ext uri="{FF2B5EF4-FFF2-40B4-BE49-F238E27FC236}">
                <a16:creationId xmlns:a16="http://schemas.microsoft.com/office/drawing/2014/main" id="{5D7D8899-F53D-B3D0-7BE1-7DE6A7A52848}"/>
              </a:ext>
            </a:extLst>
          </p:cNvPr>
          <p:cNvSpPr txBox="1"/>
          <p:nvPr/>
        </p:nvSpPr>
        <p:spPr>
          <a:xfrm>
            <a:off x="10618" y="1024883"/>
            <a:ext cx="1784302" cy="461665"/>
          </a:xfrm>
          <a:prstGeom prst="rect">
            <a:avLst/>
          </a:prstGeom>
          <a:solidFill>
            <a:schemeClr val="bg2">
              <a:lumMod val="20000"/>
              <a:lumOff val="80000"/>
            </a:schemeClr>
          </a:solidFill>
        </p:spPr>
        <p:txBody>
          <a:bodyPr wrap="square" rtlCol="0">
            <a:spAutoFit/>
          </a:bodyPr>
          <a:lstStyle/>
          <a:p>
            <a:r>
              <a:rPr lang="en-GB" sz="1200" dirty="0"/>
              <a:t>2) SOLUTION - QUANTIZATION</a:t>
            </a:r>
          </a:p>
        </p:txBody>
      </p:sp>
      <p:sp>
        <p:nvSpPr>
          <p:cNvPr id="13" name="TextBox 12">
            <a:extLst>
              <a:ext uri="{FF2B5EF4-FFF2-40B4-BE49-F238E27FC236}">
                <a16:creationId xmlns:a16="http://schemas.microsoft.com/office/drawing/2014/main" id="{9449703E-49E9-EABA-C4CA-FA951EB6B078}"/>
              </a:ext>
            </a:extLst>
          </p:cNvPr>
          <p:cNvSpPr txBox="1"/>
          <p:nvPr/>
        </p:nvSpPr>
        <p:spPr>
          <a:xfrm>
            <a:off x="13750" y="2519535"/>
            <a:ext cx="1785600" cy="461665"/>
          </a:xfrm>
          <a:prstGeom prst="rect">
            <a:avLst/>
          </a:prstGeom>
          <a:solidFill>
            <a:schemeClr val="bg2">
              <a:lumMod val="20000"/>
              <a:lumOff val="80000"/>
            </a:schemeClr>
          </a:solidFill>
        </p:spPr>
        <p:txBody>
          <a:bodyPr wrap="square" rtlCol="0">
            <a:spAutoFit/>
          </a:bodyPr>
          <a:lstStyle/>
          <a:p>
            <a:r>
              <a:rPr lang="en-GB" sz="1200" dirty="0"/>
              <a:t>5) IMPACT OF QUANTIZATION</a:t>
            </a:r>
          </a:p>
        </p:txBody>
      </p:sp>
      <p:sp>
        <p:nvSpPr>
          <p:cNvPr id="3" name="TextBox 2">
            <a:extLst>
              <a:ext uri="{FF2B5EF4-FFF2-40B4-BE49-F238E27FC236}">
                <a16:creationId xmlns:a16="http://schemas.microsoft.com/office/drawing/2014/main" id="{FA9EF1D5-32D1-AA48-70D2-AF4382C364DB}"/>
              </a:ext>
            </a:extLst>
          </p:cNvPr>
          <p:cNvSpPr txBox="1"/>
          <p:nvPr/>
        </p:nvSpPr>
        <p:spPr>
          <a:xfrm>
            <a:off x="13750" y="3762191"/>
            <a:ext cx="1785600" cy="276999"/>
          </a:xfrm>
          <a:prstGeom prst="rect">
            <a:avLst/>
          </a:prstGeom>
          <a:solidFill>
            <a:schemeClr val="bg2">
              <a:lumMod val="20000"/>
              <a:lumOff val="80000"/>
            </a:schemeClr>
          </a:solidFill>
        </p:spPr>
        <p:txBody>
          <a:bodyPr wrap="square" rtlCol="0">
            <a:spAutoFit/>
          </a:bodyPr>
          <a:lstStyle/>
          <a:p>
            <a:r>
              <a:rPr lang="en-GB" sz="1200" dirty="0"/>
              <a:t>7) FINE - TUNING</a:t>
            </a:r>
          </a:p>
        </p:txBody>
      </p:sp>
      <p:sp>
        <p:nvSpPr>
          <p:cNvPr id="4" name="TextBox 3">
            <a:extLst>
              <a:ext uri="{FF2B5EF4-FFF2-40B4-BE49-F238E27FC236}">
                <a16:creationId xmlns:a16="http://schemas.microsoft.com/office/drawing/2014/main" id="{D20B853E-6187-3CEA-885B-0C4D0E965624}"/>
              </a:ext>
            </a:extLst>
          </p:cNvPr>
          <p:cNvSpPr txBox="1"/>
          <p:nvPr/>
        </p:nvSpPr>
        <p:spPr>
          <a:xfrm>
            <a:off x="17852" y="4198853"/>
            <a:ext cx="1785600" cy="276999"/>
          </a:xfrm>
          <a:prstGeom prst="rect">
            <a:avLst/>
          </a:prstGeom>
          <a:solidFill>
            <a:schemeClr val="bg2">
              <a:lumMod val="20000"/>
              <a:lumOff val="80000"/>
            </a:schemeClr>
          </a:solidFill>
        </p:spPr>
        <p:txBody>
          <a:bodyPr wrap="square" rtlCol="0">
            <a:spAutoFit/>
          </a:bodyPr>
          <a:lstStyle/>
          <a:p>
            <a:r>
              <a:rPr lang="en-GB" sz="1200" dirty="0"/>
              <a:t>8) RESULTS</a:t>
            </a:r>
          </a:p>
        </p:txBody>
      </p:sp>
      <p:sp>
        <p:nvSpPr>
          <p:cNvPr id="12" name="TextBox 11">
            <a:extLst>
              <a:ext uri="{FF2B5EF4-FFF2-40B4-BE49-F238E27FC236}">
                <a16:creationId xmlns:a16="http://schemas.microsoft.com/office/drawing/2014/main" id="{8137DF74-991C-CF4E-77AD-94E1D3860C1A}"/>
              </a:ext>
            </a:extLst>
          </p:cNvPr>
          <p:cNvSpPr txBox="1"/>
          <p:nvPr/>
        </p:nvSpPr>
        <p:spPr>
          <a:xfrm>
            <a:off x="17852" y="4635515"/>
            <a:ext cx="1785600" cy="276999"/>
          </a:xfrm>
          <a:prstGeom prst="rect">
            <a:avLst/>
          </a:prstGeom>
          <a:solidFill>
            <a:schemeClr val="bg2">
              <a:lumMod val="20000"/>
              <a:lumOff val="80000"/>
            </a:schemeClr>
          </a:solidFill>
        </p:spPr>
        <p:txBody>
          <a:bodyPr wrap="square" rtlCol="0">
            <a:spAutoFit/>
          </a:bodyPr>
          <a:lstStyle/>
          <a:p>
            <a:r>
              <a:rPr lang="en-GB" sz="1200" dirty="0"/>
              <a:t>9) CONCLUSION</a:t>
            </a:r>
          </a:p>
        </p:txBody>
      </p:sp>
      <p:sp>
        <p:nvSpPr>
          <p:cNvPr id="2" name="TextBox 1">
            <a:extLst>
              <a:ext uri="{FF2B5EF4-FFF2-40B4-BE49-F238E27FC236}">
                <a16:creationId xmlns:a16="http://schemas.microsoft.com/office/drawing/2014/main" id="{095CE58C-C48B-A51C-D5B5-268F48E3E6F9}"/>
              </a:ext>
            </a:extLst>
          </p:cNvPr>
          <p:cNvSpPr txBox="1"/>
          <p:nvPr/>
        </p:nvSpPr>
        <p:spPr>
          <a:xfrm>
            <a:off x="3744289" y="2399287"/>
            <a:ext cx="1945701" cy="1384995"/>
          </a:xfrm>
          <a:prstGeom prst="rect">
            <a:avLst/>
          </a:prstGeom>
          <a:noFill/>
        </p:spPr>
        <p:txBody>
          <a:bodyPr wrap="square">
            <a:spAutoFit/>
          </a:bodyPr>
          <a:lstStyle/>
          <a:p>
            <a:pPr algn="ctr"/>
            <a:r>
              <a:rPr lang="en-US" b="1" dirty="0">
                <a:solidFill>
                  <a:schemeClr val="tx1"/>
                </a:solidFill>
                <a:latin typeface="+mj-lt"/>
              </a:rPr>
              <a:t>Hypothesis:</a:t>
            </a:r>
            <a:r>
              <a:rPr lang="en-US" dirty="0">
                <a:solidFill>
                  <a:schemeClr val="tx1"/>
                </a:solidFill>
                <a:latin typeface="+mj-lt"/>
              </a:rPr>
              <a:t> We predict that quantization would disproportionately damage Swedish performance.</a:t>
            </a:r>
            <a:endParaRPr lang="en-US" dirty="0">
              <a:latin typeface="+mj-lt"/>
            </a:endParaRPr>
          </a:p>
        </p:txBody>
      </p:sp>
      <p:sp>
        <p:nvSpPr>
          <p:cNvPr id="14" name="TextBox 13">
            <a:extLst>
              <a:ext uri="{FF2B5EF4-FFF2-40B4-BE49-F238E27FC236}">
                <a16:creationId xmlns:a16="http://schemas.microsoft.com/office/drawing/2014/main" id="{C682AC6C-5012-38AA-C0DA-CD3A142B6748}"/>
              </a:ext>
            </a:extLst>
          </p:cNvPr>
          <p:cNvSpPr txBox="1"/>
          <p:nvPr/>
        </p:nvSpPr>
        <p:spPr>
          <a:xfrm>
            <a:off x="6535781" y="2407974"/>
            <a:ext cx="1945701" cy="2031325"/>
          </a:xfrm>
          <a:prstGeom prst="rect">
            <a:avLst/>
          </a:prstGeom>
          <a:noFill/>
        </p:spPr>
        <p:txBody>
          <a:bodyPr wrap="square">
            <a:spAutoFit/>
          </a:bodyPr>
          <a:lstStyle/>
          <a:p>
            <a:pPr algn="ctr"/>
            <a:r>
              <a:rPr lang="en-US" b="1" dirty="0">
                <a:solidFill>
                  <a:schemeClr val="tx1"/>
                </a:solidFill>
                <a:latin typeface="+mj-lt"/>
              </a:rPr>
              <a:t>Reasoning:</a:t>
            </a:r>
            <a:r>
              <a:rPr lang="en-US" dirty="0">
                <a:solidFill>
                  <a:schemeClr val="tx1"/>
                </a:solidFill>
                <a:latin typeface="+mj-lt"/>
              </a:rPr>
              <a:t> Swedish is a lower-resource language in the training set and hence its representations might be more fragile and susceptible to errors when we discretize.</a:t>
            </a:r>
            <a:endParaRPr lang="en-US" dirty="0">
              <a:latin typeface="+mj-lt"/>
            </a:endParaRPr>
          </a:p>
        </p:txBody>
      </p:sp>
      <p:sp>
        <p:nvSpPr>
          <p:cNvPr id="15" name="TextBox 14">
            <a:extLst>
              <a:ext uri="{FF2B5EF4-FFF2-40B4-BE49-F238E27FC236}">
                <a16:creationId xmlns:a16="http://schemas.microsoft.com/office/drawing/2014/main" id="{C0BB968E-1007-39CF-4B99-EA4DC2B54CD7}"/>
              </a:ext>
            </a:extLst>
          </p:cNvPr>
          <p:cNvSpPr txBox="1"/>
          <p:nvPr/>
        </p:nvSpPr>
        <p:spPr>
          <a:xfrm>
            <a:off x="597162" y="2407974"/>
            <a:ext cx="1945701" cy="1169551"/>
          </a:xfrm>
          <a:prstGeom prst="rect">
            <a:avLst/>
          </a:prstGeom>
          <a:noFill/>
        </p:spPr>
        <p:txBody>
          <a:bodyPr wrap="square">
            <a:spAutoFit/>
          </a:bodyPr>
          <a:lstStyle/>
          <a:p>
            <a:pPr algn="ctr"/>
            <a:r>
              <a:rPr lang="en-US" b="1" dirty="0">
                <a:solidFill>
                  <a:schemeClr val="tx1"/>
                </a:solidFill>
                <a:latin typeface="+mj-lt"/>
              </a:rPr>
              <a:t>Premise:</a:t>
            </a:r>
            <a:r>
              <a:rPr lang="en-US" dirty="0">
                <a:solidFill>
                  <a:schemeClr val="tx1"/>
                </a:solidFill>
                <a:latin typeface="+mj-lt"/>
              </a:rPr>
              <a:t> Multi-language LLMs like Meta Llama-3-8B are pre-trained primarily on English data.</a:t>
            </a:r>
            <a:endParaRPr lang="en-US" dirty="0">
              <a:latin typeface="+mj-lt"/>
            </a:endParaRPr>
          </a:p>
        </p:txBody>
      </p:sp>
      <p:pic>
        <p:nvPicPr>
          <p:cNvPr id="17" name="Picture 16">
            <a:extLst>
              <a:ext uri="{FF2B5EF4-FFF2-40B4-BE49-F238E27FC236}">
                <a16:creationId xmlns:a16="http://schemas.microsoft.com/office/drawing/2014/main" id="{AB556E6E-A82C-D37D-2291-71938294E15E}"/>
              </a:ext>
            </a:extLst>
          </p:cNvPr>
          <p:cNvPicPr>
            <a:picLocks noChangeAspect="1"/>
          </p:cNvPicPr>
          <p:nvPr/>
        </p:nvPicPr>
        <p:blipFill>
          <a:blip r:embed="rId3"/>
          <a:stretch>
            <a:fillRect/>
          </a:stretch>
        </p:blipFill>
        <p:spPr>
          <a:xfrm>
            <a:off x="1030013" y="1331715"/>
            <a:ext cx="1080000" cy="1080000"/>
          </a:xfrm>
          <a:prstGeom prst="rect">
            <a:avLst/>
          </a:prstGeom>
        </p:spPr>
      </p:pic>
      <p:pic>
        <p:nvPicPr>
          <p:cNvPr id="19" name="Picture 18">
            <a:extLst>
              <a:ext uri="{FF2B5EF4-FFF2-40B4-BE49-F238E27FC236}">
                <a16:creationId xmlns:a16="http://schemas.microsoft.com/office/drawing/2014/main" id="{071A2F48-299F-D35E-9929-FA2DC81D0913}"/>
              </a:ext>
            </a:extLst>
          </p:cNvPr>
          <p:cNvPicPr>
            <a:picLocks noChangeAspect="1"/>
          </p:cNvPicPr>
          <p:nvPr/>
        </p:nvPicPr>
        <p:blipFill>
          <a:blip r:embed="rId4"/>
          <a:stretch>
            <a:fillRect/>
          </a:stretch>
        </p:blipFill>
        <p:spPr>
          <a:xfrm>
            <a:off x="4177140" y="1296442"/>
            <a:ext cx="1080000" cy="1080000"/>
          </a:xfrm>
          <a:prstGeom prst="rect">
            <a:avLst/>
          </a:prstGeom>
        </p:spPr>
      </p:pic>
      <p:pic>
        <p:nvPicPr>
          <p:cNvPr id="22" name="Picture 21">
            <a:extLst>
              <a:ext uri="{FF2B5EF4-FFF2-40B4-BE49-F238E27FC236}">
                <a16:creationId xmlns:a16="http://schemas.microsoft.com/office/drawing/2014/main" id="{2581B77A-EDA9-ECCD-35D5-11690656EA98}"/>
              </a:ext>
            </a:extLst>
          </p:cNvPr>
          <p:cNvPicPr>
            <a:picLocks noChangeAspect="1"/>
          </p:cNvPicPr>
          <p:nvPr/>
        </p:nvPicPr>
        <p:blipFill>
          <a:blip r:embed="rId5"/>
          <a:stretch>
            <a:fillRect/>
          </a:stretch>
        </p:blipFill>
        <p:spPr>
          <a:xfrm>
            <a:off x="6891416" y="1331715"/>
            <a:ext cx="1080000" cy="1080000"/>
          </a:xfrm>
          <a:prstGeom prst="rect">
            <a:avLst/>
          </a:prstGeom>
        </p:spPr>
      </p:pic>
      <p:sp>
        <p:nvSpPr>
          <p:cNvPr id="10" name="TextBox 9">
            <a:extLst>
              <a:ext uri="{FF2B5EF4-FFF2-40B4-BE49-F238E27FC236}">
                <a16:creationId xmlns:a16="http://schemas.microsoft.com/office/drawing/2014/main" id="{819C82AF-4E60-FBDF-3025-EEF72B339F6B}"/>
              </a:ext>
            </a:extLst>
          </p:cNvPr>
          <p:cNvSpPr txBox="1"/>
          <p:nvPr/>
        </p:nvSpPr>
        <p:spPr>
          <a:xfrm>
            <a:off x="15806" y="1646211"/>
            <a:ext cx="1785600" cy="276999"/>
          </a:xfrm>
          <a:prstGeom prst="rect">
            <a:avLst/>
          </a:prstGeom>
          <a:solidFill>
            <a:schemeClr val="bg2">
              <a:lumMod val="20000"/>
              <a:lumOff val="80000"/>
            </a:schemeClr>
          </a:solidFill>
        </p:spPr>
        <p:txBody>
          <a:bodyPr wrap="square" rtlCol="0">
            <a:spAutoFit/>
          </a:bodyPr>
          <a:lstStyle/>
          <a:p>
            <a:r>
              <a:rPr lang="en-GB" sz="1200" dirty="0"/>
              <a:t>3) HYPOTHESIS</a:t>
            </a:r>
          </a:p>
        </p:txBody>
      </p:sp>
    </p:spTree>
    <p:extLst>
      <p:ext uri="{BB962C8B-B14F-4D97-AF65-F5344CB8AC3E}">
        <p14:creationId xmlns:p14="http://schemas.microsoft.com/office/powerpoint/2010/main" val="31951231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0-#ppt_w/2"/>
                                          </p:val>
                                        </p:tav>
                                        <p:tav tm="100000">
                                          <p:val>
                                            <p:strVal val="#ppt_x"/>
                                          </p:val>
                                        </p:tav>
                                      </p:tavLst>
                                    </p:anim>
                                    <p:anim calcmode="lin" valueType="num">
                                      <p:cBhvr additive="base">
                                        <p:cTn id="8" dur="500" fill="hold"/>
                                        <p:tgtEl>
                                          <p:spTgt spid="6"/>
                                        </p:tgtEl>
                                        <p:attrNameLst>
                                          <p:attrName>ppt_y</p:attrName>
                                        </p:attrNameLst>
                                      </p:cBhvr>
                                      <p:tavLst>
                                        <p:tav tm="0">
                                          <p:val>
                                            <p:strVal val="#ppt_y"/>
                                          </p:val>
                                        </p:tav>
                                        <p:tav tm="100000">
                                          <p:val>
                                            <p:strVal val="#ppt_y"/>
                                          </p:val>
                                        </p:tav>
                                      </p:tavLst>
                                    </p:anim>
                                  </p:childTnLst>
                                </p:cTn>
                              </p:par>
                              <p:par>
                                <p:cTn id="9" presetID="2" presetClass="entr" presetSubtype="8" fill="hold" grpId="0" nodeType="withEffect">
                                  <p:stCondLst>
                                    <p:cond delay="0"/>
                                  </p:stCondLst>
                                  <p:childTnLst>
                                    <p:set>
                                      <p:cBhvr>
                                        <p:cTn id="10" dur="1" fill="hold">
                                          <p:stCondLst>
                                            <p:cond delay="0"/>
                                          </p:stCondLst>
                                        </p:cTn>
                                        <p:tgtEl>
                                          <p:spTgt spid="7"/>
                                        </p:tgtEl>
                                        <p:attrNameLst>
                                          <p:attrName>style.visibility</p:attrName>
                                        </p:attrNameLst>
                                      </p:cBhvr>
                                      <p:to>
                                        <p:strVal val="visible"/>
                                      </p:to>
                                    </p:set>
                                    <p:anim calcmode="lin" valueType="num">
                                      <p:cBhvr additive="base">
                                        <p:cTn id="11" dur="500" fill="hold"/>
                                        <p:tgtEl>
                                          <p:spTgt spid="7"/>
                                        </p:tgtEl>
                                        <p:attrNameLst>
                                          <p:attrName>ppt_x</p:attrName>
                                        </p:attrNameLst>
                                      </p:cBhvr>
                                      <p:tavLst>
                                        <p:tav tm="0">
                                          <p:val>
                                            <p:strVal val="0-#ppt_w/2"/>
                                          </p:val>
                                        </p:tav>
                                        <p:tav tm="100000">
                                          <p:val>
                                            <p:strVal val="#ppt_x"/>
                                          </p:val>
                                        </p:tav>
                                      </p:tavLst>
                                    </p:anim>
                                    <p:anim calcmode="lin" valueType="num">
                                      <p:cBhvr additive="base">
                                        <p:cTn id="12" dur="500" fill="hold"/>
                                        <p:tgtEl>
                                          <p:spTgt spid="7"/>
                                        </p:tgtEl>
                                        <p:attrNameLst>
                                          <p:attrName>ppt_y</p:attrName>
                                        </p:attrNameLst>
                                      </p:cBhvr>
                                      <p:tavLst>
                                        <p:tav tm="0">
                                          <p:val>
                                            <p:strVal val="#ppt_y"/>
                                          </p:val>
                                        </p:tav>
                                        <p:tav tm="100000">
                                          <p:val>
                                            <p:strVal val="#ppt_y"/>
                                          </p:val>
                                        </p:tav>
                                      </p:tavLst>
                                    </p:anim>
                                  </p:childTnLst>
                                </p:cTn>
                              </p:par>
                              <p:par>
                                <p:cTn id="13" presetID="2" presetClass="entr" presetSubtype="8" fill="hold" grpId="0" nodeType="withEffect">
                                  <p:stCondLst>
                                    <p:cond delay="0"/>
                                  </p:stCondLst>
                                  <p:childTnLst>
                                    <p:set>
                                      <p:cBhvr>
                                        <p:cTn id="14" dur="1" fill="hold">
                                          <p:stCondLst>
                                            <p:cond delay="0"/>
                                          </p:stCondLst>
                                        </p:cTn>
                                        <p:tgtEl>
                                          <p:spTgt spid="8"/>
                                        </p:tgtEl>
                                        <p:attrNameLst>
                                          <p:attrName>style.visibility</p:attrName>
                                        </p:attrNameLst>
                                      </p:cBhvr>
                                      <p:to>
                                        <p:strVal val="visible"/>
                                      </p:to>
                                    </p:set>
                                    <p:anim calcmode="lin" valueType="num">
                                      <p:cBhvr additive="base">
                                        <p:cTn id="15" dur="500" fill="hold"/>
                                        <p:tgtEl>
                                          <p:spTgt spid="8"/>
                                        </p:tgtEl>
                                        <p:attrNameLst>
                                          <p:attrName>ppt_x</p:attrName>
                                        </p:attrNameLst>
                                      </p:cBhvr>
                                      <p:tavLst>
                                        <p:tav tm="0">
                                          <p:val>
                                            <p:strVal val="0-#ppt_w/2"/>
                                          </p:val>
                                        </p:tav>
                                        <p:tav tm="100000">
                                          <p:val>
                                            <p:strVal val="#ppt_x"/>
                                          </p:val>
                                        </p:tav>
                                      </p:tavLst>
                                    </p:anim>
                                    <p:anim calcmode="lin" valueType="num">
                                      <p:cBhvr additive="base">
                                        <p:cTn id="16" dur="500" fill="hold"/>
                                        <p:tgtEl>
                                          <p:spTgt spid="8"/>
                                        </p:tgtEl>
                                        <p:attrNameLst>
                                          <p:attrName>ppt_y</p:attrName>
                                        </p:attrNameLst>
                                      </p:cBhvr>
                                      <p:tavLst>
                                        <p:tav tm="0">
                                          <p:val>
                                            <p:strVal val="#ppt_y"/>
                                          </p:val>
                                        </p:tav>
                                        <p:tav tm="100000">
                                          <p:val>
                                            <p:strVal val="#ppt_y"/>
                                          </p:val>
                                        </p:tav>
                                      </p:tavLst>
                                    </p:anim>
                                  </p:childTnLst>
                                </p:cTn>
                              </p:par>
                              <p:par>
                                <p:cTn id="17" presetID="2" presetClass="entr" presetSubtype="8" fill="hold" grpId="0" nodeType="withEffect">
                                  <p:stCondLst>
                                    <p:cond delay="0"/>
                                  </p:stCondLst>
                                  <p:childTnLst>
                                    <p:set>
                                      <p:cBhvr>
                                        <p:cTn id="18" dur="1" fill="hold">
                                          <p:stCondLst>
                                            <p:cond delay="0"/>
                                          </p:stCondLst>
                                        </p:cTn>
                                        <p:tgtEl>
                                          <p:spTgt spid="9"/>
                                        </p:tgtEl>
                                        <p:attrNameLst>
                                          <p:attrName>style.visibility</p:attrName>
                                        </p:attrNameLst>
                                      </p:cBhvr>
                                      <p:to>
                                        <p:strVal val="visible"/>
                                      </p:to>
                                    </p:set>
                                    <p:anim calcmode="lin" valueType="num">
                                      <p:cBhvr additive="base">
                                        <p:cTn id="19" dur="500" fill="hold"/>
                                        <p:tgtEl>
                                          <p:spTgt spid="9"/>
                                        </p:tgtEl>
                                        <p:attrNameLst>
                                          <p:attrName>ppt_x</p:attrName>
                                        </p:attrNameLst>
                                      </p:cBhvr>
                                      <p:tavLst>
                                        <p:tav tm="0">
                                          <p:val>
                                            <p:strVal val="0-#ppt_w/2"/>
                                          </p:val>
                                        </p:tav>
                                        <p:tav tm="100000">
                                          <p:val>
                                            <p:strVal val="#ppt_x"/>
                                          </p:val>
                                        </p:tav>
                                      </p:tavLst>
                                    </p:anim>
                                    <p:anim calcmode="lin" valueType="num">
                                      <p:cBhvr additive="base">
                                        <p:cTn id="20" dur="500" fill="hold"/>
                                        <p:tgtEl>
                                          <p:spTgt spid="9"/>
                                        </p:tgtEl>
                                        <p:attrNameLst>
                                          <p:attrName>ppt_y</p:attrName>
                                        </p:attrNameLst>
                                      </p:cBhvr>
                                      <p:tavLst>
                                        <p:tav tm="0">
                                          <p:val>
                                            <p:strVal val="#ppt_y"/>
                                          </p:val>
                                        </p:tav>
                                        <p:tav tm="100000">
                                          <p:val>
                                            <p:strVal val="#ppt_y"/>
                                          </p:val>
                                        </p:tav>
                                      </p:tavLst>
                                    </p:anim>
                                  </p:childTnLst>
                                </p:cTn>
                              </p:par>
                              <p:par>
                                <p:cTn id="21" presetID="2" presetClass="entr" presetSubtype="8" fill="hold" grpId="0" nodeType="withEffect">
                                  <p:stCondLst>
                                    <p:cond delay="0"/>
                                  </p:stCondLst>
                                  <p:childTnLst>
                                    <p:set>
                                      <p:cBhvr>
                                        <p:cTn id="22" dur="1" fill="hold">
                                          <p:stCondLst>
                                            <p:cond delay="0"/>
                                          </p:stCondLst>
                                        </p:cTn>
                                        <p:tgtEl>
                                          <p:spTgt spid="13"/>
                                        </p:tgtEl>
                                        <p:attrNameLst>
                                          <p:attrName>style.visibility</p:attrName>
                                        </p:attrNameLst>
                                      </p:cBhvr>
                                      <p:to>
                                        <p:strVal val="visible"/>
                                      </p:to>
                                    </p:set>
                                    <p:anim calcmode="lin" valueType="num">
                                      <p:cBhvr additive="base">
                                        <p:cTn id="23" dur="500" fill="hold"/>
                                        <p:tgtEl>
                                          <p:spTgt spid="13"/>
                                        </p:tgtEl>
                                        <p:attrNameLst>
                                          <p:attrName>ppt_x</p:attrName>
                                        </p:attrNameLst>
                                      </p:cBhvr>
                                      <p:tavLst>
                                        <p:tav tm="0">
                                          <p:val>
                                            <p:strVal val="0-#ppt_w/2"/>
                                          </p:val>
                                        </p:tav>
                                        <p:tav tm="100000">
                                          <p:val>
                                            <p:strVal val="#ppt_x"/>
                                          </p:val>
                                        </p:tav>
                                      </p:tavLst>
                                    </p:anim>
                                    <p:anim calcmode="lin" valueType="num">
                                      <p:cBhvr additive="base">
                                        <p:cTn id="24" dur="500" fill="hold"/>
                                        <p:tgtEl>
                                          <p:spTgt spid="13"/>
                                        </p:tgtEl>
                                        <p:attrNameLst>
                                          <p:attrName>ppt_y</p:attrName>
                                        </p:attrNameLst>
                                      </p:cBhvr>
                                      <p:tavLst>
                                        <p:tav tm="0">
                                          <p:val>
                                            <p:strVal val="#ppt_y"/>
                                          </p:val>
                                        </p:tav>
                                        <p:tav tm="100000">
                                          <p:val>
                                            <p:strVal val="#ppt_y"/>
                                          </p:val>
                                        </p:tav>
                                      </p:tavLst>
                                    </p:anim>
                                  </p:childTnLst>
                                </p:cTn>
                              </p:par>
                              <p:par>
                                <p:cTn id="25" presetID="2" presetClass="entr" presetSubtype="8" fill="hold" grpId="0" nodeType="withEffect">
                                  <p:stCondLst>
                                    <p:cond delay="0"/>
                                  </p:stCondLst>
                                  <p:childTnLst>
                                    <p:set>
                                      <p:cBhvr>
                                        <p:cTn id="26" dur="1" fill="hold">
                                          <p:stCondLst>
                                            <p:cond delay="0"/>
                                          </p:stCondLst>
                                        </p:cTn>
                                        <p:tgtEl>
                                          <p:spTgt spid="10"/>
                                        </p:tgtEl>
                                        <p:attrNameLst>
                                          <p:attrName>style.visibility</p:attrName>
                                        </p:attrNameLst>
                                      </p:cBhvr>
                                      <p:to>
                                        <p:strVal val="visible"/>
                                      </p:to>
                                    </p:set>
                                    <p:anim calcmode="lin" valueType="num">
                                      <p:cBhvr additive="base">
                                        <p:cTn id="27" dur="500" fill="hold"/>
                                        <p:tgtEl>
                                          <p:spTgt spid="10"/>
                                        </p:tgtEl>
                                        <p:attrNameLst>
                                          <p:attrName>ppt_x</p:attrName>
                                        </p:attrNameLst>
                                      </p:cBhvr>
                                      <p:tavLst>
                                        <p:tav tm="0">
                                          <p:val>
                                            <p:strVal val="0-#ppt_w/2"/>
                                          </p:val>
                                        </p:tav>
                                        <p:tav tm="100000">
                                          <p:val>
                                            <p:strVal val="#ppt_x"/>
                                          </p:val>
                                        </p:tav>
                                      </p:tavLst>
                                    </p:anim>
                                    <p:anim calcmode="lin" valueType="num">
                                      <p:cBhvr additive="base">
                                        <p:cTn id="28" dur="500" fill="hold"/>
                                        <p:tgtEl>
                                          <p:spTgt spid="10"/>
                                        </p:tgtEl>
                                        <p:attrNameLst>
                                          <p:attrName>ppt_y</p:attrName>
                                        </p:attrNameLst>
                                      </p:cBhvr>
                                      <p:tavLst>
                                        <p:tav tm="0">
                                          <p:val>
                                            <p:strVal val="#ppt_y"/>
                                          </p:val>
                                        </p:tav>
                                        <p:tav tm="100000">
                                          <p:val>
                                            <p:strVal val="#ppt_y"/>
                                          </p:val>
                                        </p:tav>
                                      </p:tavLst>
                                    </p:anim>
                                  </p:childTnLst>
                                </p:cTn>
                              </p:par>
                              <p:par>
                                <p:cTn id="29" presetID="2" presetClass="entr" presetSubtype="8" fill="hold" grpId="0" nodeType="withEffect">
                                  <p:stCondLst>
                                    <p:cond delay="0"/>
                                  </p:stCondLst>
                                  <p:childTnLst>
                                    <p:set>
                                      <p:cBhvr>
                                        <p:cTn id="30" dur="1" fill="hold">
                                          <p:stCondLst>
                                            <p:cond delay="0"/>
                                          </p:stCondLst>
                                        </p:cTn>
                                        <p:tgtEl>
                                          <p:spTgt spid="11"/>
                                        </p:tgtEl>
                                        <p:attrNameLst>
                                          <p:attrName>style.visibility</p:attrName>
                                        </p:attrNameLst>
                                      </p:cBhvr>
                                      <p:to>
                                        <p:strVal val="visible"/>
                                      </p:to>
                                    </p:set>
                                    <p:anim calcmode="lin" valueType="num">
                                      <p:cBhvr additive="base">
                                        <p:cTn id="31" dur="500" fill="hold"/>
                                        <p:tgtEl>
                                          <p:spTgt spid="11"/>
                                        </p:tgtEl>
                                        <p:attrNameLst>
                                          <p:attrName>ppt_x</p:attrName>
                                        </p:attrNameLst>
                                      </p:cBhvr>
                                      <p:tavLst>
                                        <p:tav tm="0">
                                          <p:val>
                                            <p:strVal val="0-#ppt_w/2"/>
                                          </p:val>
                                        </p:tav>
                                        <p:tav tm="100000">
                                          <p:val>
                                            <p:strVal val="#ppt_x"/>
                                          </p:val>
                                        </p:tav>
                                      </p:tavLst>
                                    </p:anim>
                                    <p:anim calcmode="lin" valueType="num">
                                      <p:cBhvr additive="base">
                                        <p:cTn id="32" dur="500" fill="hold"/>
                                        <p:tgtEl>
                                          <p:spTgt spid="11"/>
                                        </p:tgtEl>
                                        <p:attrNameLst>
                                          <p:attrName>ppt_y</p:attrName>
                                        </p:attrNameLst>
                                      </p:cBhvr>
                                      <p:tavLst>
                                        <p:tav tm="0">
                                          <p:val>
                                            <p:strVal val="#ppt_y"/>
                                          </p:val>
                                        </p:tav>
                                        <p:tav tm="100000">
                                          <p:val>
                                            <p:strVal val="#ppt_y"/>
                                          </p:val>
                                        </p:tav>
                                      </p:tavLst>
                                    </p:anim>
                                  </p:childTnLst>
                                </p:cTn>
                              </p:par>
                              <p:par>
                                <p:cTn id="33" presetID="2" presetClass="entr" presetSubtype="8" fill="hold" grpId="0" nodeType="withEffect">
                                  <p:stCondLst>
                                    <p:cond delay="0"/>
                                  </p:stCondLst>
                                  <p:childTnLst>
                                    <p:set>
                                      <p:cBhvr>
                                        <p:cTn id="34" dur="1" fill="hold">
                                          <p:stCondLst>
                                            <p:cond delay="0"/>
                                          </p:stCondLst>
                                        </p:cTn>
                                        <p:tgtEl>
                                          <p:spTgt spid="3"/>
                                        </p:tgtEl>
                                        <p:attrNameLst>
                                          <p:attrName>style.visibility</p:attrName>
                                        </p:attrNameLst>
                                      </p:cBhvr>
                                      <p:to>
                                        <p:strVal val="visible"/>
                                      </p:to>
                                    </p:set>
                                    <p:anim calcmode="lin" valueType="num">
                                      <p:cBhvr additive="base">
                                        <p:cTn id="35" dur="500" fill="hold"/>
                                        <p:tgtEl>
                                          <p:spTgt spid="3"/>
                                        </p:tgtEl>
                                        <p:attrNameLst>
                                          <p:attrName>ppt_x</p:attrName>
                                        </p:attrNameLst>
                                      </p:cBhvr>
                                      <p:tavLst>
                                        <p:tav tm="0">
                                          <p:val>
                                            <p:strVal val="0-#ppt_w/2"/>
                                          </p:val>
                                        </p:tav>
                                        <p:tav tm="100000">
                                          <p:val>
                                            <p:strVal val="#ppt_x"/>
                                          </p:val>
                                        </p:tav>
                                      </p:tavLst>
                                    </p:anim>
                                    <p:anim calcmode="lin" valueType="num">
                                      <p:cBhvr additive="base">
                                        <p:cTn id="36" dur="500" fill="hold"/>
                                        <p:tgtEl>
                                          <p:spTgt spid="3"/>
                                        </p:tgtEl>
                                        <p:attrNameLst>
                                          <p:attrName>ppt_y</p:attrName>
                                        </p:attrNameLst>
                                      </p:cBhvr>
                                      <p:tavLst>
                                        <p:tav tm="0">
                                          <p:val>
                                            <p:strVal val="#ppt_y"/>
                                          </p:val>
                                        </p:tav>
                                        <p:tav tm="100000">
                                          <p:val>
                                            <p:strVal val="#ppt_y"/>
                                          </p:val>
                                        </p:tav>
                                      </p:tavLst>
                                    </p:anim>
                                  </p:childTnLst>
                                </p:cTn>
                              </p:par>
                              <p:par>
                                <p:cTn id="37" presetID="2" presetClass="entr" presetSubtype="8" fill="hold" grpId="0" nodeType="withEffect">
                                  <p:stCondLst>
                                    <p:cond delay="0"/>
                                  </p:stCondLst>
                                  <p:childTnLst>
                                    <p:set>
                                      <p:cBhvr>
                                        <p:cTn id="38" dur="1" fill="hold">
                                          <p:stCondLst>
                                            <p:cond delay="0"/>
                                          </p:stCondLst>
                                        </p:cTn>
                                        <p:tgtEl>
                                          <p:spTgt spid="4"/>
                                        </p:tgtEl>
                                        <p:attrNameLst>
                                          <p:attrName>style.visibility</p:attrName>
                                        </p:attrNameLst>
                                      </p:cBhvr>
                                      <p:to>
                                        <p:strVal val="visible"/>
                                      </p:to>
                                    </p:set>
                                    <p:anim calcmode="lin" valueType="num">
                                      <p:cBhvr additive="base">
                                        <p:cTn id="39" dur="500" fill="hold"/>
                                        <p:tgtEl>
                                          <p:spTgt spid="4"/>
                                        </p:tgtEl>
                                        <p:attrNameLst>
                                          <p:attrName>ppt_x</p:attrName>
                                        </p:attrNameLst>
                                      </p:cBhvr>
                                      <p:tavLst>
                                        <p:tav tm="0">
                                          <p:val>
                                            <p:strVal val="0-#ppt_w/2"/>
                                          </p:val>
                                        </p:tav>
                                        <p:tav tm="100000">
                                          <p:val>
                                            <p:strVal val="#ppt_x"/>
                                          </p:val>
                                        </p:tav>
                                      </p:tavLst>
                                    </p:anim>
                                    <p:anim calcmode="lin" valueType="num">
                                      <p:cBhvr additive="base">
                                        <p:cTn id="40" dur="500" fill="hold"/>
                                        <p:tgtEl>
                                          <p:spTgt spid="4"/>
                                        </p:tgtEl>
                                        <p:attrNameLst>
                                          <p:attrName>ppt_y</p:attrName>
                                        </p:attrNameLst>
                                      </p:cBhvr>
                                      <p:tavLst>
                                        <p:tav tm="0">
                                          <p:val>
                                            <p:strVal val="#ppt_y"/>
                                          </p:val>
                                        </p:tav>
                                        <p:tav tm="100000">
                                          <p:val>
                                            <p:strVal val="#ppt_y"/>
                                          </p:val>
                                        </p:tav>
                                      </p:tavLst>
                                    </p:anim>
                                  </p:childTnLst>
                                </p:cTn>
                              </p:par>
                              <p:par>
                                <p:cTn id="41" presetID="2" presetClass="entr" presetSubtype="8" fill="hold" grpId="0" nodeType="withEffect">
                                  <p:stCondLst>
                                    <p:cond delay="0"/>
                                  </p:stCondLst>
                                  <p:childTnLst>
                                    <p:set>
                                      <p:cBhvr>
                                        <p:cTn id="42" dur="1" fill="hold">
                                          <p:stCondLst>
                                            <p:cond delay="0"/>
                                          </p:stCondLst>
                                        </p:cTn>
                                        <p:tgtEl>
                                          <p:spTgt spid="12"/>
                                        </p:tgtEl>
                                        <p:attrNameLst>
                                          <p:attrName>style.visibility</p:attrName>
                                        </p:attrNameLst>
                                      </p:cBhvr>
                                      <p:to>
                                        <p:strVal val="visible"/>
                                      </p:to>
                                    </p:set>
                                    <p:anim calcmode="lin" valueType="num">
                                      <p:cBhvr additive="base">
                                        <p:cTn id="43" dur="500" fill="hold"/>
                                        <p:tgtEl>
                                          <p:spTgt spid="12"/>
                                        </p:tgtEl>
                                        <p:attrNameLst>
                                          <p:attrName>ppt_x</p:attrName>
                                        </p:attrNameLst>
                                      </p:cBhvr>
                                      <p:tavLst>
                                        <p:tav tm="0">
                                          <p:val>
                                            <p:strVal val="0-#ppt_w/2"/>
                                          </p:val>
                                        </p:tav>
                                        <p:tav tm="100000">
                                          <p:val>
                                            <p:strVal val="#ppt_x"/>
                                          </p:val>
                                        </p:tav>
                                      </p:tavLst>
                                    </p:anim>
                                    <p:anim calcmode="lin" valueType="num">
                                      <p:cBhvr additive="base">
                                        <p:cTn id="44" dur="500" fill="hold"/>
                                        <p:tgtEl>
                                          <p:spTgt spid="12"/>
                                        </p:tgtEl>
                                        <p:attrNameLst>
                                          <p:attrName>ppt_y</p:attrName>
                                        </p:attrNameLst>
                                      </p:cBhvr>
                                      <p:tavLst>
                                        <p:tav tm="0">
                                          <p:val>
                                            <p:strVal val="#ppt_y"/>
                                          </p:val>
                                        </p:tav>
                                        <p:tav tm="100000">
                                          <p:val>
                                            <p:strVal val="#ppt_y"/>
                                          </p:val>
                                        </p:tav>
                                      </p:tavLst>
                                    </p:anim>
                                  </p:childTnLst>
                                </p:cTn>
                              </p:par>
                              <p:par>
                                <p:cTn id="45" presetID="2" presetClass="entr" presetSubtype="8" fill="hold" grpId="0" nodeType="withEffect">
                                  <p:stCondLst>
                                    <p:cond delay="0"/>
                                  </p:stCondLst>
                                  <p:childTnLst>
                                    <p:set>
                                      <p:cBhvr>
                                        <p:cTn id="46" dur="1" fill="hold">
                                          <p:stCondLst>
                                            <p:cond delay="0"/>
                                          </p:stCondLst>
                                        </p:cTn>
                                        <p:tgtEl>
                                          <p:spTgt spid="35"/>
                                        </p:tgtEl>
                                        <p:attrNameLst>
                                          <p:attrName>style.visibility</p:attrName>
                                        </p:attrNameLst>
                                      </p:cBhvr>
                                      <p:to>
                                        <p:strVal val="visible"/>
                                      </p:to>
                                    </p:set>
                                    <p:anim calcmode="lin" valueType="num">
                                      <p:cBhvr additive="base">
                                        <p:cTn id="47" dur="500" fill="hold"/>
                                        <p:tgtEl>
                                          <p:spTgt spid="35"/>
                                        </p:tgtEl>
                                        <p:attrNameLst>
                                          <p:attrName>ppt_x</p:attrName>
                                        </p:attrNameLst>
                                      </p:cBhvr>
                                      <p:tavLst>
                                        <p:tav tm="0">
                                          <p:val>
                                            <p:strVal val="0-#ppt_w/2"/>
                                          </p:val>
                                        </p:tav>
                                        <p:tav tm="100000">
                                          <p:val>
                                            <p:strVal val="#ppt_x"/>
                                          </p:val>
                                        </p:tav>
                                      </p:tavLst>
                                    </p:anim>
                                    <p:anim calcmode="lin" valueType="num">
                                      <p:cBhvr additive="base">
                                        <p:cTn id="48" dur="500" fill="hold"/>
                                        <p:tgtEl>
                                          <p:spTgt spid="35"/>
                                        </p:tgtEl>
                                        <p:attrNameLst>
                                          <p:attrName>ppt_y</p:attrName>
                                        </p:attrNameLst>
                                      </p:cBhvr>
                                      <p:tavLst>
                                        <p:tav tm="0">
                                          <p:val>
                                            <p:strVal val="#ppt_y"/>
                                          </p:val>
                                        </p:tav>
                                        <p:tav tm="100000">
                                          <p:val>
                                            <p:strVal val="#ppt_y"/>
                                          </p:val>
                                        </p:tav>
                                      </p:tavLst>
                                    </p:anim>
                                  </p:childTnLst>
                                </p:cTn>
                              </p:par>
                            </p:childTnLst>
                          </p:cTn>
                        </p:par>
                      </p:childTnLst>
                    </p:cTn>
                  </p:par>
                  <p:par>
                    <p:cTn id="49" fill="hold">
                      <p:stCondLst>
                        <p:cond delay="indefinite"/>
                      </p:stCondLst>
                      <p:childTnLst>
                        <p:par>
                          <p:cTn id="50" fill="hold">
                            <p:stCondLst>
                              <p:cond delay="0"/>
                            </p:stCondLst>
                            <p:childTnLst>
                              <p:par>
                                <p:cTn id="51" presetID="42" presetClass="path" presetSubtype="0" accel="50000" decel="50000" fill="hold" grpId="2" nodeType="clickEffect">
                                  <p:stCondLst>
                                    <p:cond delay="0"/>
                                  </p:stCondLst>
                                  <p:childTnLst>
                                    <p:animMotion origin="layout" path="M 4.44444E-6 -3.58025E-6 L 0.39774 -0.23827 " pathEditMode="relative" rAng="0" ptsTypes="AA">
                                      <p:cBhvr>
                                        <p:cTn id="52" dur="2000" fill="hold"/>
                                        <p:tgtEl>
                                          <p:spTgt spid="10"/>
                                        </p:tgtEl>
                                        <p:attrNameLst>
                                          <p:attrName>ppt_x</p:attrName>
                                          <p:attrName>ppt_y</p:attrName>
                                        </p:attrNameLst>
                                      </p:cBhvr>
                                      <p:rCtr x="19878" y="-11914"/>
                                    </p:animMotion>
                                  </p:childTnLst>
                                </p:cTn>
                              </p:par>
                            </p:childTnLst>
                          </p:cTn>
                        </p:par>
                      </p:childTnLst>
                    </p:cTn>
                  </p:par>
                  <p:par>
                    <p:cTn id="53" fill="hold">
                      <p:stCondLst>
                        <p:cond delay="indefinite"/>
                      </p:stCondLst>
                      <p:childTnLst>
                        <p:par>
                          <p:cTn id="54" fill="hold">
                            <p:stCondLst>
                              <p:cond delay="0"/>
                            </p:stCondLst>
                            <p:childTnLst>
                              <p:par>
                                <p:cTn id="55" presetID="10" presetClass="exit" presetSubtype="0" fill="hold" grpId="3" nodeType="clickEffect">
                                  <p:stCondLst>
                                    <p:cond delay="0"/>
                                  </p:stCondLst>
                                  <p:childTnLst>
                                    <p:animEffect transition="out" filter="fade">
                                      <p:cBhvr>
                                        <p:cTn id="56" dur="500"/>
                                        <p:tgtEl>
                                          <p:spTgt spid="10"/>
                                        </p:tgtEl>
                                      </p:cBhvr>
                                    </p:animEffect>
                                    <p:set>
                                      <p:cBhvr>
                                        <p:cTn id="57" dur="1" fill="hold">
                                          <p:stCondLst>
                                            <p:cond delay="499"/>
                                          </p:stCondLst>
                                        </p:cTn>
                                        <p:tgtEl>
                                          <p:spTgt spid="10"/>
                                        </p:tgtEl>
                                        <p:attrNameLst>
                                          <p:attrName>style.visibility</p:attrName>
                                        </p:attrNameLst>
                                      </p:cBhvr>
                                      <p:to>
                                        <p:strVal val="hidden"/>
                                      </p:to>
                                    </p:set>
                                  </p:childTnLst>
                                </p:cTn>
                              </p:par>
                              <p:par>
                                <p:cTn id="58" presetID="10" presetClass="entr" presetSubtype="0" fill="hold" grpId="0" nodeType="withEffect">
                                  <p:stCondLst>
                                    <p:cond delay="0"/>
                                  </p:stCondLst>
                                  <p:childTnLst>
                                    <p:set>
                                      <p:cBhvr>
                                        <p:cTn id="59" dur="1" fill="hold">
                                          <p:stCondLst>
                                            <p:cond delay="0"/>
                                          </p:stCondLst>
                                        </p:cTn>
                                        <p:tgtEl>
                                          <p:spTgt spid="33"/>
                                        </p:tgtEl>
                                        <p:attrNameLst>
                                          <p:attrName>style.visibility</p:attrName>
                                        </p:attrNameLst>
                                      </p:cBhvr>
                                      <p:to>
                                        <p:strVal val="visible"/>
                                      </p:to>
                                    </p:set>
                                    <p:animEffect transition="in" filter="fade">
                                      <p:cBhvr>
                                        <p:cTn id="60" dur="500"/>
                                        <p:tgtEl>
                                          <p:spTgt spid="33"/>
                                        </p:tgtEl>
                                      </p:cBhvr>
                                    </p:animEffect>
                                  </p:childTnLst>
                                </p:cTn>
                              </p:par>
                            </p:childTnLst>
                          </p:cTn>
                        </p:par>
                      </p:childTnLst>
                    </p:cTn>
                  </p:par>
                  <p:par>
                    <p:cTn id="61" fill="hold">
                      <p:stCondLst>
                        <p:cond delay="indefinite"/>
                      </p:stCondLst>
                      <p:childTnLst>
                        <p:par>
                          <p:cTn id="62" fill="hold">
                            <p:stCondLst>
                              <p:cond delay="0"/>
                            </p:stCondLst>
                            <p:childTnLst>
                              <p:par>
                                <p:cTn id="63" presetID="2" presetClass="exit" presetSubtype="8" fill="hold" grpId="1" nodeType="clickEffect">
                                  <p:stCondLst>
                                    <p:cond delay="0"/>
                                  </p:stCondLst>
                                  <p:childTnLst>
                                    <p:anim calcmode="lin" valueType="num">
                                      <p:cBhvr additive="base">
                                        <p:cTn id="64" dur="500"/>
                                        <p:tgtEl>
                                          <p:spTgt spid="6"/>
                                        </p:tgtEl>
                                        <p:attrNameLst>
                                          <p:attrName>ppt_x</p:attrName>
                                        </p:attrNameLst>
                                      </p:cBhvr>
                                      <p:tavLst>
                                        <p:tav tm="0">
                                          <p:val>
                                            <p:strVal val="ppt_x"/>
                                          </p:val>
                                        </p:tav>
                                        <p:tav tm="100000">
                                          <p:val>
                                            <p:strVal val="0-ppt_w/2"/>
                                          </p:val>
                                        </p:tav>
                                      </p:tavLst>
                                    </p:anim>
                                    <p:anim calcmode="lin" valueType="num">
                                      <p:cBhvr additive="base">
                                        <p:cTn id="65" dur="500"/>
                                        <p:tgtEl>
                                          <p:spTgt spid="6"/>
                                        </p:tgtEl>
                                        <p:attrNameLst>
                                          <p:attrName>ppt_y</p:attrName>
                                        </p:attrNameLst>
                                      </p:cBhvr>
                                      <p:tavLst>
                                        <p:tav tm="0">
                                          <p:val>
                                            <p:strVal val="ppt_y"/>
                                          </p:val>
                                        </p:tav>
                                        <p:tav tm="100000">
                                          <p:val>
                                            <p:strVal val="ppt_y"/>
                                          </p:val>
                                        </p:tav>
                                      </p:tavLst>
                                    </p:anim>
                                    <p:set>
                                      <p:cBhvr>
                                        <p:cTn id="66" dur="1" fill="hold">
                                          <p:stCondLst>
                                            <p:cond delay="499"/>
                                          </p:stCondLst>
                                        </p:cTn>
                                        <p:tgtEl>
                                          <p:spTgt spid="6"/>
                                        </p:tgtEl>
                                        <p:attrNameLst>
                                          <p:attrName>style.visibility</p:attrName>
                                        </p:attrNameLst>
                                      </p:cBhvr>
                                      <p:to>
                                        <p:strVal val="hidden"/>
                                      </p:to>
                                    </p:set>
                                  </p:childTnLst>
                                </p:cTn>
                              </p:par>
                              <p:par>
                                <p:cTn id="67" presetID="2" presetClass="exit" presetSubtype="8" fill="hold" grpId="1" nodeType="withEffect">
                                  <p:stCondLst>
                                    <p:cond delay="0"/>
                                  </p:stCondLst>
                                  <p:childTnLst>
                                    <p:anim calcmode="lin" valueType="num">
                                      <p:cBhvr additive="base">
                                        <p:cTn id="68" dur="500"/>
                                        <p:tgtEl>
                                          <p:spTgt spid="7"/>
                                        </p:tgtEl>
                                        <p:attrNameLst>
                                          <p:attrName>ppt_x</p:attrName>
                                        </p:attrNameLst>
                                      </p:cBhvr>
                                      <p:tavLst>
                                        <p:tav tm="0">
                                          <p:val>
                                            <p:strVal val="ppt_x"/>
                                          </p:val>
                                        </p:tav>
                                        <p:tav tm="100000">
                                          <p:val>
                                            <p:strVal val="0-ppt_w/2"/>
                                          </p:val>
                                        </p:tav>
                                      </p:tavLst>
                                    </p:anim>
                                    <p:anim calcmode="lin" valueType="num">
                                      <p:cBhvr additive="base">
                                        <p:cTn id="69" dur="500"/>
                                        <p:tgtEl>
                                          <p:spTgt spid="7"/>
                                        </p:tgtEl>
                                        <p:attrNameLst>
                                          <p:attrName>ppt_y</p:attrName>
                                        </p:attrNameLst>
                                      </p:cBhvr>
                                      <p:tavLst>
                                        <p:tav tm="0">
                                          <p:val>
                                            <p:strVal val="ppt_y"/>
                                          </p:val>
                                        </p:tav>
                                        <p:tav tm="100000">
                                          <p:val>
                                            <p:strVal val="ppt_y"/>
                                          </p:val>
                                        </p:tav>
                                      </p:tavLst>
                                    </p:anim>
                                    <p:set>
                                      <p:cBhvr>
                                        <p:cTn id="70" dur="1" fill="hold">
                                          <p:stCondLst>
                                            <p:cond delay="499"/>
                                          </p:stCondLst>
                                        </p:cTn>
                                        <p:tgtEl>
                                          <p:spTgt spid="7"/>
                                        </p:tgtEl>
                                        <p:attrNameLst>
                                          <p:attrName>style.visibility</p:attrName>
                                        </p:attrNameLst>
                                      </p:cBhvr>
                                      <p:to>
                                        <p:strVal val="hidden"/>
                                      </p:to>
                                    </p:set>
                                  </p:childTnLst>
                                </p:cTn>
                              </p:par>
                              <p:par>
                                <p:cTn id="71" presetID="2" presetClass="exit" presetSubtype="8" fill="hold" grpId="1" nodeType="withEffect">
                                  <p:stCondLst>
                                    <p:cond delay="0"/>
                                  </p:stCondLst>
                                  <p:childTnLst>
                                    <p:anim calcmode="lin" valueType="num">
                                      <p:cBhvr additive="base">
                                        <p:cTn id="72" dur="500"/>
                                        <p:tgtEl>
                                          <p:spTgt spid="8"/>
                                        </p:tgtEl>
                                        <p:attrNameLst>
                                          <p:attrName>ppt_x</p:attrName>
                                        </p:attrNameLst>
                                      </p:cBhvr>
                                      <p:tavLst>
                                        <p:tav tm="0">
                                          <p:val>
                                            <p:strVal val="ppt_x"/>
                                          </p:val>
                                        </p:tav>
                                        <p:tav tm="100000">
                                          <p:val>
                                            <p:strVal val="0-ppt_w/2"/>
                                          </p:val>
                                        </p:tav>
                                      </p:tavLst>
                                    </p:anim>
                                    <p:anim calcmode="lin" valueType="num">
                                      <p:cBhvr additive="base">
                                        <p:cTn id="73" dur="500"/>
                                        <p:tgtEl>
                                          <p:spTgt spid="8"/>
                                        </p:tgtEl>
                                        <p:attrNameLst>
                                          <p:attrName>ppt_y</p:attrName>
                                        </p:attrNameLst>
                                      </p:cBhvr>
                                      <p:tavLst>
                                        <p:tav tm="0">
                                          <p:val>
                                            <p:strVal val="ppt_y"/>
                                          </p:val>
                                        </p:tav>
                                        <p:tav tm="100000">
                                          <p:val>
                                            <p:strVal val="ppt_y"/>
                                          </p:val>
                                        </p:tav>
                                      </p:tavLst>
                                    </p:anim>
                                    <p:set>
                                      <p:cBhvr>
                                        <p:cTn id="74" dur="1" fill="hold">
                                          <p:stCondLst>
                                            <p:cond delay="499"/>
                                          </p:stCondLst>
                                        </p:cTn>
                                        <p:tgtEl>
                                          <p:spTgt spid="8"/>
                                        </p:tgtEl>
                                        <p:attrNameLst>
                                          <p:attrName>style.visibility</p:attrName>
                                        </p:attrNameLst>
                                      </p:cBhvr>
                                      <p:to>
                                        <p:strVal val="hidden"/>
                                      </p:to>
                                    </p:set>
                                  </p:childTnLst>
                                </p:cTn>
                              </p:par>
                              <p:par>
                                <p:cTn id="75" presetID="2" presetClass="exit" presetSubtype="8" fill="hold" grpId="3" nodeType="withEffect">
                                  <p:stCondLst>
                                    <p:cond delay="0"/>
                                  </p:stCondLst>
                                  <p:childTnLst>
                                    <p:anim calcmode="lin" valueType="num">
                                      <p:cBhvr additive="base">
                                        <p:cTn id="76" dur="500"/>
                                        <p:tgtEl>
                                          <p:spTgt spid="9"/>
                                        </p:tgtEl>
                                        <p:attrNameLst>
                                          <p:attrName>ppt_x</p:attrName>
                                        </p:attrNameLst>
                                      </p:cBhvr>
                                      <p:tavLst>
                                        <p:tav tm="0">
                                          <p:val>
                                            <p:strVal val="ppt_x"/>
                                          </p:val>
                                        </p:tav>
                                        <p:tav tm="100000">
                                          <p:val>
                                            <p:strVal val="0-ppt_w/2"/>
                                          </p:val>
                                        </p:tav>
                                      </p:tavLst>
                                    </p:anim>
                                    <p:anim calcmode="lin" valueType="num">
                                      <p:cBhvr additive="base">
                                        <p:cTn id="77" dur="500"/>
                                        <p:tgtEl>
                                          <p:spTgt spid="9"/>
                                        </p:tgtEl>
                                        <p:attrNameLst>
                                          <p:attrName>ppt_y</p:attrName>
                                        </p:attrNameLst>
                                      </p:cBhvr>
                                      <p:tavLst>
                                        <p:tav tm="0">
                                          <p:val>
                                            <p:strVal val="ppt_y"/>
                                          </p:val>
                                        </p:tav>
                                        <p:tav tm="100000">
                                          <p:val>
                                            <p:strVal val="ppt_y"/>
                                          </p:val>
                                        </p:tav>
                                      </p:tavLst>
                                    </p:anim>
                                    <p:set>
                                      <p:cBhvr>
                                        <p:cTn id="78" dur="1" fill="hold">
                                          <p:stCondLst>
                                            <p:cond delay="499"/>
                                          </p:stCondLst>
                                        </p:cTn>
                                        <p:tgtEl>
                                          <p:spTgt spid="9"/>
                                        </p:tgtEl>
                                        <p:attrNameLst>
                                          <p:attrName>style.visibility</p:attrName>
                                        </p:attrNameLst>
                                      </p:cBhvr>
                                      <p:to>
                                        <p:strVal val="hidden"/>
                                      </p:to>
                                    </p:set>
                                  </p:childTnLst>
                                </p:cTn>
                              </p:par>
                              <p:par>
                                <p:cTn id="79" presetID="2" presetClass="exit" presetSubtype="8" fill="hold" grpId="1" nodeType="withEffect">
                                  <p:stCondLst>
                                    <p:cond delay="0"/>
                                  </p:stCondLst>
                                  <p:childTnLst>
                                    <p:anim calcmode="lin" valueType="num">
                                      <p:cBhvr additive="base">
                                        <p:cTn id="80" dur="500"/>
                                        <p:tgtEl>
                                          <p:spTgt spid="10"/>
                                        </p:tgtEl>
                                        <p:attrNameLst>
                                          <p:attrName>ppt_x</p:attrName>
                                        </p:attrNameLst>
                                      </p:cBhvr>
                                      <p:tavLst>
                                        <p:tav tm="0">
                                          <p:val>
                                            <p:strVal val="ppt_x"/>
                                          </p:val>
                                        </p:tav>
                                        <p:tav tm="100000">
                                          <p:val>
                                            <p:strVal val="0-ppt_w/2"/>
                                          </p:val>
                                        </p:tav>
                                      </p:tavLst>
                                    </p:anim>
                                    <p:anim calcmode="lin" valueType="num">
                                      <p:cBhvr additive="base">
                                        <p:cTn id="81" dur="500"/>
                                        <p:tgtEl>
                                          <p:spTgt spid="10"/>
                                        </p:tgtEl>
                                        <p:attrNameLst>
                                          <p:attrName>ppt_y</p:attrName>
                                        </p:attrNameLst>
                                      </p:cBhvr>
                                      <p:tavLst>
                                        <p:tav tm="0">
                                          <p:val>
                                            <p:strVal val="ppt_y"/>
                                          </p:val>
                                        </p:tav>
                                        <p:tav tm="100000">
                                          <p:val>
                                            <p:strVal val="ppt_y"/>
                                          </p:val>
                                        </p:tav>
                                      </p:tavLst>
                                    </p:anim>
                                    <p:set>
                                      <p:cBhvr>
                                        <p:cTn id="82" dur="1" fill="hold">
                                          <p:stCondLst>
                                            <p:cond delay="499"/>
                                          </p:stCondLst>
                                        </p:cTn>
                                        <p:tgtEl>
                                          <p:spTgt spid="10"/>
                                        </p:tgtEl>
                                        <p:attrNameLst>
                                          <p:attrName>style.visibility</p:attrName>
                                        </p:attrNameLst>
                                      </p:cBhvr>
                                      <p:to>
                                        <p:strVal val="hidden"/>
                                      </p:to>
                                    </p:set>
                                  </p:childTnLst>
                                </p:cTn>
                              </p:par>
                              <p:par>
                                <p:cTn id="83" presetID="2" presetClass="exit" presetSubtype="8" fill="hold" grpId="1" nodeType="withEffect">
                                  <p:stCondLst>
                                    <p:cond delay="0"/>
                                  </p:stCondLst>
                                  <p:childTnLst>
                                    <p:anim calcmode="lin" valueType="num">
                                      <p:cBhvr additive="base">
                                        <p:cTn id="84" dur="500"/>
                                        <p:tgtEl>
                                          <p:spTgt spid="11"/>
                                        </p:tgtEl>
                                        <p:attrNameLst>
                                          <p:attrName>ppt_x</p:attrName>
                                        </p:attrNameLst>
                                      </p:cBhvr>
                                      <p:tavLst>
                                        <p:tav tm="0">
                                          <p:val>
                                            <p:strVal val="ppt_x"/>
                                          </p:val>
                                        </p:tav>
                                        <p:tav tm="100000">
                                          <p:val>
                                            <p:strVal val="0-ppt_w/2"/>
                                          </p:val>
                                        </p:tav>
                                      </p:tavLst>
                                    </p:anim>
                                    <p:anim calcmode="lin" valueType="num">
                                      <p:cBhvr additive="base">
                                        <p:cTn id="85" dur="500"/>
                                        <p:tgtEl>
                                          <p:spTgt spid="11"/>
                                        </p:tgtEl>
                                        <p:attrNameLst>
                                          <p:attrName>ppt_y</p:attrName>
                                        </p:attrNameLst>
                                      </p:cBhvr>
                                      <p:tavLst>
                                        <p:tav tm="0">
                                          <p:val>
                                            <p:strVal val="ppt_y"/>
                                          </p:val>
                                        </p:tav>
                                        <p:tav tm="100000">
                                          <p:val>
                                            <p:strVal val="ppt_y"/>
                                          </p:val>
                                        </p:tav>
                                      </p:tavLst>
                                    </p:anim>
                                    <p:set>
                                      <p:cBhvr>
                                        <p:cTn id="86" dur="1" fill="hold">
                                          <p:stCondLst>
                                            <p:cond delay="499"/>
                                          </p:stCondLst>
                                        </p:cTn>
                                        <p:tgtEl>
                                          <p:spTgt spid="11"/>
                                        </p:tgtEl>
                                        <p:attrNameLst>
                                          <p:attrName>style.visibility</p:attrName>
                                        </p:attrNameLst>
                                      </p:cBhvr>
                                      <p:to>
                                        <p:strVal val="hidden"/>
                                      </p:to>
                                    </p:set>
                                  </p:childTnLst>
                                </p:cTn>
                              </p:par>
                              <p:par>
                                <p:cTn id="87" presetID="2" presetClass="exit" presetSubtype="8" fill="hold" grpId="1" nodeType="withEffect">
                                  <p:stCondLst>
                                    <p:cond delay="0"/>
                                  </p:stCondLst>
                                  <p:childTnLst>
                                    <p:anim calcmode="lin" valueType="num">
                                      <p:cBhvr additive="base">
                                        <p:cTn id="88" dur="500"/>
                                        <p:tgtEl>
                                          <p:spTgt spid="35"/>
                                        </p:tgtEl>
                                        <p:attrNameLst>
                                          <p:attrName>ppt_x</p:attrName>
                                        </p:attrNameLst>
                                      </p:cBhvr>
                                      <p:tavLst>
                                        <p:tav tm="0">
                                          <p:val>
                                            <p:strVal val="ppt_x"/>
                                          </p:val>
                                        </p:tav>
                                        <p:tav tm="100000">
                                          <p:val>
                                            <p:strVal val="0-ppt_w/2"/>
                                          </p:val>
                                        </p:tav>
                                      </p:tavLst>
                                    </p:anim>
                                    <p:anim calcmode="lin" valueType="num">
                                      <p:cBhvr additive="base">
                                        <p:cTn id="89" dur="500"/>
                                        <p:tgtEl>
                                          <p:spTgt spid="35"/>
                                        </p:tgtEl>
                                        <p:attrNameLst>
                                          <p:attrName>ppt_y</p:attrName>
                                        </p:attrNameLst>
                                      </p:cBhvr>
                                      <p:tavLst>
                                        <p:tav tm="0">
                                          <p:val>
                                            <p:strVal val="ppt_y"/>
                                          </p:val>
                                        </p:tav>
                                        <p:tav tm="100000">
                                          <p:val>
                                            <p:strVal val="ppt_y"/>
                                          </p:val>
                                        </p:tav>
                                      </p:tavLst>
                                    </p:anim>
                                    <p:set>
                                      <p:cBhvr>
                                        <p:cTn id="90" dur="1" fill="hold">
                                          <p:stCondLst>
                                            <p:cond delay="499"/>
                                          </p:stCondLst>
                                        </p:cTn>
                                        <p:tgtEl>
                                          <p:spTgt spid="35"/>
                                        </p:tgtEl>
                                        <p:attrNameLst>
                                          <p:attrName>style.visibility</p:attrName>
                                        </p:attrNameLst>
                                      </p:cBhvr>
                                      <p:to>
                                        <p:strVal val="hidden"/>
                                      </p:to>
                                    </p:set>
                                  </p:childTnLst>
                                </p:cTn>
                              </p:par>
                              <p:par>
                                <p:cTn id="91" presetID="2" presetClass="exit" presetSubtype="8" fill="hold" grpId="1" nodeType="withEffect">
                                  <p:stCondLst>
                                    <p:cond delay="0"/>
                                  </p:stCondLst>
                                  <p:childTnLst>
                                    <p:anim calcmode="lin" valueType="num">
                                      <p:cBhvr additive="base">
                                        <p:cTn id="92" dur="500"/>
                                        <p:tgtEl>
                                          <p:spTgt spid="13"/>
                                        </p:tgtEl>
                                        <p:attrNameLst>
                                          <p:attrName>ppt_x</p:attrName>
                                        </p:attrNameLst>
                                      </p:cBhvr>
                                      <p:tavLst>
                                        <p:tav tm="0">
                                          <p:val>
                                            <p:strVal val="ppt_x"/>
                                          </p:val>
                                        </p:tav>
                                        <p:tav tm="100000">
                                          <p:val>
                                            <p:strVal val="0-ppt_w/2"/>
                                          </p:val>
                                        </p:tav>
                                      </p:tavLst>
                                    </p:anim>
                                    <p:anim calcmode="lin" valueType="num">
                                      <p:cBhvr additive="base">
                                        <p:cTn id="93" dur="500"/>
                                        <p:tgtEl>
                                          <p:spTgt spid="13"/>
                                        </p:tgtEl>
                                        <p:attrNameLst>
                                          <p:attrName>ppt_y</p:attrName>
                                        </p:attrNameLst>
                                      </p:cBhvr>
                                      <p:tavLst>
                                        <p:tav tm="0">
                                          <p:val>
                                            <p:strVal val="ppt_y"/>
                                          </p:val>
                                        </p:tav>
                                        <p:tav tm="100000">
                                          <p:val>
                                            <p:strVal val="ppt_y"/>
                                          </p:val>
                                        </p:tav>
                                      </p:tavLst>
                                    </p:anim>
                                    <p:set>
                                      <p:cBhvr>
                                        <p:cTn id="94" dur="1" fill="hold">
                                          <p:stCondLst>
                                            <p:cond delay="499"/>
                                          </p:stCondLst>
                                        </p:cTn>
                                        <p:tgtEl>
                                          <p:spTgt spid="13"/>
                                        </p:tgtEl>
                                        <p:attrNameLst>
                                          <p:attrName>style.visibility</p:attrName>
                                        </p:attrNameLst>
                                      </p:cBhvr>
                                      <p:to>
                                        <p:strVal val="hidden"/>
                                      </p:to>
                                    </p:set>
                                  </p:childTnLst>
                                </p:cTn>
                              </p:par>
                              <p:par>
                                <p:cTn id="95" presetID="2" presetClass="exit" presetSubtype="8" fill="hold" grpId="1" nodeType="withEffect">
                                  <p:stCondLst>
                                    <p:cond delay="0"/>
                                  </p:stCondLst>
                                  <p:childTnLst>
                                    <p:anim calcmode="lin" valueType="num">
                                      <p:cBhvr additive="base">
                                        <p:cTn id="96" dur="500"/>
                                        <p:tgtEl>
                                          <p:spTgt spid="3"/>
                                        </p:tgtEl>
                                        <p:attrNameLst>
                                          <p:attrName>ppt_x</p:attrName>
                                        </p:attrNameLst>
                                      </p:cBhvr>
                                      <p:tavLst>
                                        <p:tav tm="0">
                                          <p:val>
                                            <p:strVal val="ppt_x"/>
                                          </p:val>
                                        </p:tav>
                                        <p:tav tm="100000">
                                          <p:val>
                                            <p:strVal val="0-ppt_w/2"/>
                                          </p:val>
                                        </p:tav>
                                      </p:tavLst>
                                    </p:anim>
                                    <p:anim calcmode="lin" valueType="num">
                                      <p:cBhvr additive="base">
                                        <p:cTn id="97" dur="500"/>
                                        <p:tgtEl>
                                          <p:spTgt spid="3"/>
                                        </p:tgtEl>
                                        <p:attrNameLst>
                                          <p:attrName>ppt_y</p:attrName>
                                        </p:attrNameLst>
                                      </p:cBhvr>
                                      <p:tavLst>
                                        <p:tav tm="0">
                                          <p:val>
                                            <p:strVal val="ppt_y"/>
                                          </p:val>
                                        </p:tav>
                                        <p:tav tm="100000">
                                          <p:val>
                                            <p:strVal val="ppt_y"/>
                                          </p:val>
                                        </p:tav>
                                      </p:tavLst>
                                    </p:anim>
                                    <p:set>
                                      <p:cBhvr>
                                        <p:cTn id="98" dur="1" fill="hold">
                                          <p:stCondLst>
                                            <p:cond delay="499"/>
                                          </p:stCondLst>
                                        </p:cTn>
                                        <p:tgtEl>
                                          <p:spTgt spid="3"/>
                                        </p:tgtEl>
                                        <p:attrNameLst>
                                          <p:attrName>style.visibility</p:attrName>
                                        </p:attrNameLst>
                                      </p:cBhvr>
                                      <p:to>
                                        <p:strVal val="hidden"/>
                                      </p:to>
                                    </p:set>
                                  </p:childTnLst>
                                </p:cTn>
                              </p:par>
                              <p:par>
                                <p:cTn id="99" presetID="2" presetClass="exit" presetSubtype="8" fill="hold" grpId="1" nodeType="withEffect">
                                  <p:stCondLst>
                                    <p:cond delay="0"/>
                                  </p:stCondLst>
                                  <p:childTnLst>
                                    <p:anim calcmode="lin" valueType="num">
                                      <p:cBhvr additive="base">
                                        <p:cTn id="100" dur="500"/>
                                        <p:tgtEl>
                                          <p:spTgt spid="4"/>
                                        </p:tgtEl>
                                        <p:attrNameLst>
                                          <p:attrName>ppt_x</p:attrName>
                                        </p:attrNameLst>
                                      </p:cBhvr>
                                      <p:tavLst>
                                        <p:tav tm="0">
                                          <p:val>
                                            <p:strVal val="ppt_x"/>
                                          </p:val>
                                        </p:tav>
                                        <p:tav tm="100000">
                                          <p:val>
                                            <p:strVal val="0-ppt_w/2"/>
                                          </p:val>
                                        </p:tav>
                                      </p:tavLst>
                                    </p:anim>
                                    <p:anim calcmode="lin" valueType="num">
                                      <p:cBhvr additive="base">
                                        <p:cTn id="101" dur="500"/>
                                        <p:tgtEl>
                                          <p:spTgt spid="4"/>
                                        </p:tgtEl>
                                        <p:attrNameLst>
                                          <p:attrName>ppt_y</p:attrName>
                                        </p:attrNameLst>
                                      </p:cBhvr>
                                      <p:tavLst>
                                        <p:tav tm="0">
                                          <p:val>
                                            <p:strVal val="ppt_y"/>
                                          </p:val>
                                        </p:tav>
                                        <p:tav tm="100000">
                                          <p:val>
                                            <p:strVal val="ppt_y"/>
                                          </p:val>
                                        </p:tav>
                                      </p:tavLst>
                                    </p:anim>
                                    <p:set>
                                      <p:cBhvr>
                                        <p:cTn id="102" dur="1" fill="hold">
                                          <p:stCondLst>
                                            <p:cond delay="499"/>
                                          </p:stCondLst>
                                        </p:cTn>
                                        <p:tgtEl>
                                          <p:spTgt spid="4"/>
                                        </p:tgtEl>
                                        <p:attrNameLst>
                                          <p:attrName>style.visibility</p:attrName>
                                        </p:attrNameLst>
                                      </p:cBhvr>
                                      <p:to>
                                        <p:strVal val="hidden"/>
                                      </p:to>
                                    </p:set>
                                  </p:childTnLst>
                                </p:cTn>
                              </p:par>
                              <p:par>
                                <p:cTn id="103" presetID="2" presetClass="exit" presetSubtype="8" fill="hold" grpId="1" nodeType="withEffect">
                                  <p:stCondLst>
                                    <p:cond delay="0"/>
                                  </p:stCondLst>
                                  <p:childTnLst>
                                    <p:anim calcmode="lin" valueType="num">
                                      <p:cBhvr additive="base">
                                        <p:cTn id="104" dur="500"/>
                                        <p:tgtEl>
                                          <p:spTgt spid="12"/>
                                        </p:tgtEl>
                                        <p:attrNameLst>
                                          <p:attrName>ppt_x</p:attrName>
                                        </p:attrNameLst>
                                      </p:cBhvr>
                                      <p:tavLst>
                                        <p:tav tm="0">
                                          <p:val>
                                            <p:strVal val="ppt_x"/>
                                          </p:val>
                                        </p:tav>
                                        <p:tav tm="100000">
                                          <p:val>
                                            <p:strVal val="0-ppt_w/2"/>
                                          </p:val>
                                        </p:tav>
                                      </p:tavLst>
                                    </p:anim>
                                    <p:anim calcmode="lin" valueType="num">
                                      <p:cBhvr additive="base">
                                        <p:cTn id="105" dur="500"/>
                                        <p:tgtEl>
                                          <p:spTgt spid="12"/>
                                        </p:tgtEl>
                                        <p:attrNameLst>
                                          <p:attrName>ppt_y</p:attrName>
                                        </p:attrNameLst>
                                      </p:cBhvr>
                                      <p:tavLst>
                                        <p:tav tm="0">
                                          <p:val>
                                            <p:strVal val="ppt_y"/>
                                          </p:val>
                                        </p:tav>
                                        <p:tav tm="100000">
                                          <p:val>
                                            <p:strVal val="ppt_y"/>
                                          </p:val>
                                        </p:tav>
                                      </p:tavLst>
                                    </p:anim>
                                    <p:set>
                                      <p:cBhvr>
                                        <p:cTn id="106" dur="1" fill="hold">
                                          <p:stCondLst>
                                            <p:cond delay="499"/>
                                          </p:stCondLst>
                                        </p:cTn>
                                        <p:tgtEl>
                                          <p:spTgt spid="12"/>
                                        </p:tgtEl>
                                        <p:attrNameLst>
                                          <p:attrName>style.visibility</p:attrName>
                                        </p:attrNameLst>
                                      </p:cBhvr>
                                      <p:to>
                                        <p:strVal val="hidden"/>
                                      </p:to>
                                    </p:set>
                                  </p:childTnLst>
                                </p:cTn>
                              </p:par>
                            </p:childTnLst>
                          </p:cTn>
                        </p:par>
                      </p:childTnLst>
                    </p:cTn>
                  </p:par>
                  <p:par>
                    <p:cTn id="107" fill="hold">
                      <p:stCondLst>
                        <p:cond delay="indefinite"/>
                      </p:stCondLst>
                      <p:childTnLst>
                        <p:par>
                          <p:cTn id="108" fill="hold">
                            <p:stCondLst>
                              <p:cond delay="0"/>
                            </p:stCondLst>
                            <p:childTnLst>
                              <p:par>
                                <p:cTn id="109" presetID="42" presetClass="entr" presetSubtype="0" fill="hold" grpId="0" nodeType="clickEffect">
                                  <p:stCondLst>
                                    <p:cond delay="0"/>
                                  </p:stCondLst>
                                  <p:childTnLst>
                                    <p:set>
                                      <p:cBhvr>
                                        <p:cTn id="110" dur="1" fill="hold">
                                          <p:stCondLst>
                                            <p:cond delay="0"/>
                                          </p:stCondLst>
                                        </p:cTn>
                                        <p:tgtEl>
                                          <p:spTgt spid="15"/>
                                        </p:tgtEl>
                                        <p:attrNameLst>
                                          <p:attrName>style.visibility</p:attrName>
                                        </p:attrNameLst>
                                      </p:cBhvr>
                                      <p:to>
                                        <p:strVal val="visible"/>
                                      </p:to>
                                    </p:set>
                                    <p:animEffect transition="in" filter="fade">
                                      <p:cBhvr>
                                        <p:cTn id="111" dur="1000"/>
                                        <p:tgtEl>
                                          <p:spTgt spid="15"/>
                                        </p:tgtEl>
                                      </p:cBhvr>
                                    </p:animEffect>
                                    <p:anim calcmode="lin" valueType="num">
                                      <p:cBhvr>
                                        <p:cTn id="112" dur="1000" fill="hold"/>
                                        <p:tgtEl>
                                          <p:spTgt spid="15"/>
                                        </p:tgtEl>
                                        <p:attrNameLst>
                                          <p:attrName>ppt_x</p:attrName>
                                        </p:attrNameLst>
                                      </p:cBhvr>
                                      <p:tavLst>
                                        <p:tav tm="0">
                                          <p:val>
                                            <p:strVal val="#ppt_x"/>
                                          </p:val>
                                        </p:tav>
                                        <p:tav tm="100000">
                                          <p:val>
                                            <p:strVal val="#ppt_x"/>
                                          </p:val>
                                        </p:tav>
                                      </p:tavLst>
                                    </p:anim>
                                    <p:anim calcmode="lin" valueType="num">
                                      <p:cBhvr>
                                        <p:cTn id="113" dur="1000" fill="hold"/>
                                        <p:tgtEl>
                                          <p:spTgt spid="15"/>
                                        </p:tgtEl>
                                        <p:attrNameLst>
                                          <p:attrName>ppt_y</p:attrName>
                                        </p:attrNameLst>
                                      </p:cBhvr>
                                      <p:tavLst>
                                        <p:tav tm="0">
                                          <p:val>
                                            <p:strVal val="#ppt_y+.1"/>
                                          </p:val>
                                        </p:tav>
                                        <p:tav tm="100000">
                                          <p:val>
                                            <p:strVal val="#ppt_y"/>
                                          </p:val>
                                        </p:tav>
                                      </p:tavLst>
                                    </p:anim>
                                  </p:childTnLst>
                                </p:cTn>
                              </p:par>
                              <p:par>
                                <p:cTn id="114" presetID="42" presetClass="entr" presetSubtype="0" fill="hold" nodeType="withEffect">
                                  <p:stCondLst>
                                    <p:cond delay="0"/>
                                  </p:stCondLst>
                                  <p:childTnLst>
                                    <p:set>
                                      <p:cBhvr>
                                        <p:cTn id="115" dur="1" fill="hold">
                                          <p:stCondLst>
                                            <p:cond delay="0"/>
                                          </p:stCondLst>
                                        </p:cTn>
                                        <p:tgtEl>
                                          <p:spTgt spid="17"/>
                                        </p:tgtEl>
                                        <p:attrNameLst>
                                          <p:attrName>style.visibility</p:attrName>
                                        </p:attrNameLst>
                                      </p:cBhvr>
                                      <p:to>
                                        <p:strVal val="visible"/>
                                      </p:to>
                                    </p:set>
                                    <p:animEffect transition="in" filter="fade">
                                      <p:cBhvr>
                                        <p:cTn id="116" dur="1000"/>
                                        <p:tgtEl>
                                          <p:spTgt spid="17"/>
                                        </p:tgtEl>
                                      </p:cBhvr>
                                    </p:animEffect>
                                    <p:anim calcmode="lin" valueType="num">
                                      <p:cBhvr>
                                        <p:cTn id="117" dur="1000" fill="hold"/>
                                        <p:tgtEl>
                                          <p:spTgt spid="17"/>
                                        </p:tgtEl>
                                        <p:attrNameLst>
                                          <p:attrName>ppt_x</p:attrName>
                                        </p:attrNameLst>
                                      </p:cBhvr>
                                      <p:tavLst>
                                        <p:tav tm="0">
                                          <p:val>
                                            <p:strVal val="#ppt_x"/>
                                          </p:val>
                                        </p:tav>
                                        <p:tav tm="100000">
                                          <p:val>
                                            <p:strVal val="#ppt_x"/>
                                          </p:val>
                                        </p:tav>
                                      </p:tavLst>
                                    </p:anim>
                                    <p:anim calcmode="lin" valueType="num">
                                      <p:cBhvr>
                                        <p:cTn id="118" dur="1000" fill="hold"/>
                                        <p:tgtEl>
                                          <p:spTgt spid="17"/>
                                        </p:tgtEl>
                                        <p:attrNameLst>
                                          <p:attrName>ppt_y</p:attrName>
                                        </p:attrNameLst>
                                      </p:cBhvr>
                                      <p:tavLst>
                                        <p:tav tm="0">
                                          <p:val>
                                            <p:strVal val="#ppt_y+.1"/>
                                          </p:val>
                                        </p:tav>
                                        <p:tav tm="100000">
                                          <p:val>
                                            <p:strVal val="#ppt_y"/>
                                          </p:val>
                                        </p:tav>
                                      </p:tavLst>
                                    </p:anim>
                                  </p:childTnLst>
                                </p:cTn>
                              </p:par>
                            </p:childTnLst>
                          </p:cTn>
                        </p:par>
                      </p:childTnLst>
                    </p:cTn>
                  </p:par>
                  <p:par>
                    <p:cTn id="119" fill="hold">
                      <p:stCondLst>
                        <p:cond delay="indefinite"/>
                      </p:stCondLst>
                      <p:childTnLst>
                        <p:par>
                          <p:cTn id="120" fill="hold">
                            <p:stCondLst>
                              <p:cond delay="0"/>
                            </p:stCondLst>
                            <p:childTnLst>
                              <p:par>
                                <p:cTn id="121" presetID="42" presetClass="entr" presetSubtype="0" fill="hold" grpId="0" nodeType="clickEffect">
                                  <p:stCondLst>
                                    <p:cond delay="0"/>
                                  </p:stCondLst>
                                  <p:childTnLst>
                                    <p:set>
                                      <p:cBhvr>
                                        <p:cTn id="122" dur="1" fill="hold">
                                          <p:stCondLst>
                                            <p:cond delay="0"/>
                                          </p:stCondLst>
                                        </p:cTn>
                                        <p:tgtEl>
                                          <p:spTgt spid="2"/>
                                        </p:tgtEl>
                                        <p:attrNameLst>
                                          <p:attrName>style.visibility</p:attrName>
                                        </p:attrNameLst>
                                      </p:cBhvr>
                                      <p:to>
                                        <p:strVal val="visible"/>
                                      </p:to>
                                    </p:set>
                                    <p:animEffect transition="in" filter="fade">
                                      <p:cBhvr>
                                        <p:cTn id="123" dur="1000"/>
                                        <p:tgtEl>
                                          <p:spTgt spid="2"/>
                                        </p:tgtEl>
                                      </p:cBhvr>
                                    </p:animEffect>
                                    <p:anim calcmode="lin" valueType="num">
                                      <p:cBhvr>
                                        <p:cTn id="124" dur="1000" fill="hold"/>
                                        <p:tgtEl>
                                          <p:spTgt spid="2"/>
                                        </p:tgtEl>
                                        <p:attrNameLst>
                                          <p:attrName>ppt_x</p:attrName>
                                        </p:attrNameLst>
                                      </p:cBhvr>
                                      <p:tavLst>
                                        <p:tav tm="0">
                                          <p:val>
                                            <p:strVal val="#ppt_x"/>
                                          </p:val>
                                        </p:tav>
                                        <p:tav tm="100000">
                                          <p:val>
                                            <p:strVal val="#ppt_x"/>
                                          </p:val>
                                        </p:tav>
                                      </p:tavLst>
                                    </p:anim>
                                    <p:anim calcmode="lin" valueType="num">
                                      <p:cBhvr>
                                        <p:cTn id="125" dur="1000" fill="hold"/>
                                        <p:tgtEl>
                                          <p:spTgt spid="2"/>
                                        </p:tgtEl>
                                        <p:attrNameLst>
                                          <p:attrName>ppt_y</p:attrName>
                                        </p:attrNameLst>
                                      </p:cBhvr>
                                      <p:tavLst>
                                        <p:tav tm="0">
                                          <p:val>
                                            <p:strVal val="#ppt_y+.1"/>
                                          </p:val>
                                        </p:tav>
                                        <p:tav tm="100000">
                                          <p:val>
                                            <p:strVal val="#ppt_y"/>
                                          </p:val>
                                        </p:tav>
                                      </p:tavLst>
                                    </p:anim>
                                  </p:childTnLst>
                                </p:cTn>
                              </p:par>
                              <p:par>
                                <p:cTn id="126" presetID="42" presetClass="entr" presetSubtype="0" fill="hold" nodeType="withEffect">
                                  <p:stCondLst>
                                    <p:cond delay="0"/>
                                  </p:stCondLst>
                                  <p:childTnLst>
                                    <p:set>
                                      <p:cBhvr>
                                        <p:cTn id="127" dur="1" fill="hold">
                                          <p:stCondLst>
                                            <p:cond delay="0"/>
                                          </p:stCondLst>
                                        </p:cTn>
                                        <p:tgtEl>
                                          <p:spTgt spid="19"/>
                                        </p:tgtEl>
                                        <p:attrNameLst>
                                          <p:attrName>style.visibility</p:attrName>
                                        </p:attrNameLst>
                                      </p:cBhvr>
                                      <p:to>
                                        <p:strVal val="visible"/>
                                      </p:to>
                                    </p:set>
                                    <p:animEffect transition="in" filter="fade">
                                      <p:cBhvr>
                                        <p:cTn id="128" dur="1000"/>
                                        <p:tgtEl>
                                          <p:spTgt spid="19"/>
                                        </p:tgtEl>
                                      </p:cBhvr>
                                    </p:animEffect>
                                    <p:anim calcmode="lin" valueType="num">
                                      <p:cBhvr>
                                        <p:cTn id="129" dur="1000" fill="hold"/>
                                        <p:tgtEl>
                                          <p:spTgt spid="19"/>
                                        </p:tgtEl>
                                        <p:attrNameLst>
                                          <p:attrName>ppt_x</p:attrName>
                                        </p:attrNameLst>
                                      </p:cBhvr>
                                      <p:tavLst>
                                        <p:tav tm="0">
                                          <p:val>
                                            <p:strVal val="#ppt_x"/>
                                          </p:val>
                                        </p:tav>
                                        <p:tav tm="100000">
                                          <p:val>
                                            <p:strVal val="#ppt_x"/>
                                          </p:val>
                                        </p:tav>
                                      </p:tavLst>
                                    </p:anim>
                                    <p:anim calcmode="lin" valueType="num">
                                      <p:cBhvr>
                                        <p:cTn id="130" dur="1000" fill="hold"/>
                                        <p:tgtEl>
                                          <p:spTgt spid="19"/>
                                        </p:tgtEl>
                                        <p:attrNameLst>
                                          <p:attrName>ppt_y</p:attrName>
                                        </p:attrNameLst>
                                      </p:cBhvr>
                                      <p:tavLst>
                                        <p:tav tm="0">
                                          <p:val>
                                            <p:strVal val="#ppt_y+.1"/>
                                          </p:val>
                                        </p:tav>
                                        <p:tav tm="100000">
                                          <p:val>
                                            <p:strVal val="#ppt_y"/>
                                          </p:val>
                                        </p:tav>
                                      </p:tavLst>
                                    </p:anim>
                                  </p:childTnLst>
                                </p:cTn>
                              </p:par>
                            </p:childTnLst>
                          </p:cTn>
                        </p:par>
                      </p:childTnLst>
                    </p:cTn>
                  </p:par>
                  <p:par>
                    <p:cTn id="131" fill="hold">
                      <p:stCondLst>
                        <p:cond delay="indefinite"/>
                      </p:stCondLst>
                      <p:childTnLst>
                        <p:par>
                          <p:cTn id="132" fill="hold">
                            <p:stCondLst>
                              <p:cond delay="0"/>
                            </p:stCondLst>
                            <p:childTnLst>
                              <p:par>
                                <p:cTn id="133" presetID="42" presetClass="entr" presetSubtype="0" fill="hold" grpId="0" nodeType="clickEffect">
                                  <p:stCondLst>
                                    <p:cond delay="0"/>
                                  </p:stCondLst>
                                  <p:childTnLst>
                                    <p:set>
                                      <p:cBhvr>
                                        <p:cTn id="134" dur="1" fill="hold">
                                          <p:stCondLst>
                                            <p:cond delay="0"/>
                                          </p:stCondLst>
                                        </p:cTn>
                                        <p:tgtEl>
                                          <p:spTgt spid="14"/>
                                        </p:tgtEl>
                                        <p:attrNameLst>
                                          <p:attrName>style.visibility</p:attrName>
                                        </p:attrNameLst>
                                      </p:cBhvr>
                                      <p:to>
                                        <p:strVal val="visible"/>
                                      </p:to>
                                    </p:set>
                                    <p:animEffect transition="in" filter="fade">
                                      <p:cBhvr>
                                        <p:cTn id="135" dur="1000"/>
                                        <p:tgtEl>
                                          <p:spTgt spid="14"/>
                                        </p:tgtEl>
                                      </p:cBhvr>
                                    </p:animEffect>
                                    <p:anim calcmode="lin" valueType="num">
                                      <p:cBhvr>
                                        <p:cTn id="136" dur="1000" fill="hold"/>
                                        <p:tgtEl>
                                          <p:spTgt spid="14"/>
                                        </p:tgtEl>
                                        <p:attrNameLst>
                                          <p:attrName>ppt_x</p:attrName>
                                        </p:attrNameLst>
                                      </p:cBhvr>
                                      <p:tavLst>
                                        <p:tav tm="0">
                                          <p:val>
                                            <p:strVal val="#ppt_x"/>
                                          </p:val>
                                        </p:tav>
                                        <p:tav tm="100000">
                                          <p:val>
                                            <p:strVal val="#ppt_x"/>
                                          </p:val>
                                        </p:tav>
                                      </p:tavLst>
                                    </p:anim>
                                    <p:anim calcmode="lin" valueType="num">
                                      <p:cBhvr>
                                        <p:cTn id="137" dur="1000" fill="hold"/>
                                        <p:tgtEl>
                                          <p:spTgt spid="14"/>
                                        </p:tgtEl>
                                        <p:attrNameLst>
                                          <p:attrName>ppt_y</p:attrName>
                                        </p:attrNameLst>
                                      </p:cBhvr>
                                      <p:tavLst>
                                        <p:tav tm="0">
                                          <p:val>
                                            <p:strVal val="#ppt_y+.1"/>
                                          </p:val>
                                        </p:tav>
                                        <p:tav tm="100000">
                                          <p:val>
                                            <p:strVal val="#ppt_y"/>
                                          </p:val>
                                        </p:tav>
                                      </p:tavLst>
                                    </p:anim>
                                  </p:childTnLst>
                                </p:cTn>
                              </p:par>
                              <p:par>
                                <p:cTn id="138" presetID="42" presetClass="entr" presetSubtype="0" fill="hold" nodeType="withEffect">
                                  <p:stCondLst>
                                    <p:cond delay="0"/>
                                  </p:stCondLst>
                                  <p:childTnLst>
                                    <p:set>
                                      <p:cBhvr>
                                        <p:cTn id="139" dur="1" fill="hold">
                                          <p:stCondLst>
                                            <p:cond delay="0"/>
                                          </p:stCondLst>
                                        </p:cTn>
                                        <p:tgtEl>
                                          <p:spTgt spid="22"/>
                                        </p:tgtEl>
                                        <p:attrNameLst>
                                          <p:attrName>style.visibility</p:attrName>
                                        </p:attrNameLst>
                                      </p:cBhvr>
                                      <p:to>
                                        <p:strVal val="visible"/>
                                      </p:to>
                                    </p:set>
                                    <p:animEffect transition="in" filter="fade">
                                      <p:cBhvr>
                                        <p:cTn id="140" dur="1000"/>
                                        <p:tgtEl>
                                          <p:spTgt spid="22"/>
                                        </p:tgtEl>
                                      </p:cBhvr>
                                    </p:animEffect>
                                    <p:anim calcmode="lin" valueType="num">
                                      <p:cBhvr>
                                        <p:cTn id="141" dur="1000" fill="hold"/>
                                        <p:tgtEl>
                                          <p:spTgt spid="22"/>
                                        </p:tgtEl>
                                        <p:attrNameLst>
                                          <p:attrName>ppt_x</p:attrName>
                                        </p:attrNameLst>
                                      </p:cBhvr>
                                      <p:tavLst>
                                        <p:tav tm="0">
                                          <p:val>
                                            <p:strVal val="#ppt_x"/>
                                          </p:val>
                                        </p:tav>
                                        <p:tav tm="100000">
                                          <p:val>
                                            <p:strVal val="#ppt_x"/>
                                          </p:val>
                                        </p:tav>
                                      </p:tavLst>
                                    </p:anim>
                                    <p:anim calcmode="lin" valueType="num">
                                      <p:cBhvr>
                                        <p:cTn id="142" dur="1000" fill="hold"/>
                                        <p:tgtEl>
                                          <p:spTgt spid="2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6" grpId="1" animBg="1"/>
      <p:bldP spid="7" grpId="0" animBg="1"/>
      <p:bldP spid="7" grpId="1" animBg="1"/>
      <p:bldP spid="8" grpId="0" animBg="1"/>
      <p:bldP spid="8" grpId="1" animBg="1"/>
      <p:bldP spid="9" grpId="0" animBg="1"/>
      <p:bldP spid="9" grpId="3" animBg="1"/>
      <p:bldP spid="11" grpId="0" animBg="1"/>
      <p:bldP spid="11" grpId="1" animBg="1"/>
      <p:bldP spid="33" grpId="0"/>
      <p:bldP spid="35" grpId="0" animBg="1"/>
      <p:bldP spid="35" grpId="1" animBg="1"/>
      <p:bldP spid="13" grpId="0" animBg="1"/>
      <p:bldP spid="13" grpId="1" animBg="1"/>
      <p:bldP spid="3" grpId="0" animBg="1"/>
      <p:bldP spid="3" grpId="1" animBg="1"/>
      <p:bldP spid="4" grpId="0" animBg="1"/>
      <p:bldP spid="4" grpId="1" animBg="1"/>
      <p:bldP spid="12" grpId="0" animBg="1"/>
      <p:bldP spid="12" grpId="1" animBg="1"/>
      <p:bldP spid="2" grpId="0"/>
      <p:bldP spid="14" grpId="0"/>
      <p:bldP spid="15" grpId="0"/>
      <p:bldP spid="10" grpId="0" animBg="1"/>
      <p:bldP spid="10" grpId="1" animBg="1"/>
      <p:bldP spid="10" grpId="2" animBg="1"/>
      <p:bldP spid="10" grpId="3"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3BE602-36C1-C170-1958-2D7BE5CFE8CB}"/>
            </a:ext>
          </a:extLst>
        </p:cNvPr>
        <p:cNvGrpSpPr/>
        <p:nvPr/>
      </p:nvGrpSpPr>
      <p:grpSpPr>
        <a:xfrm>
          <a:off x="0" y="0"/>
          <a:ext cx="0" cy="0"/>
          <a:chOff x="0" y="0"/>
          <a:chExt cx="0" cy="0"/>
        </a:xfrm>
      </p:grpSpPr>
      <p:sp>
        <p:nvSpPr>
          <p:cNvPr id="6" name="Rectangle 5">
            <a:extLst>
              <a:ext uri="{FF2B5EF4-FFF2-40B4-BE49-F238E27FC236}">
                <a16:creationId xmlns:a16="http://schemas.microsoft.com/office/drawing/2014/main" id="{F3CCC90D-16A8-7D3D-18DA-156382327A9B}"/>
              </a:ext>
            </a:extLst>
          </p:cNvPr>
          <p:cNvSpPr/>
          <p:nvPr/>
        </p:nvSpPr>
        <p:spPr>
          <a:xfrm>
            <a:off x="-3" y="0"/>
            <a:ext cx="1814286" cy="5143500"/>
          </a:xfrm>
          <a:prstGeom prst="rect">
            <a:avLst/>
          </a:prstGeom>
          <a:ln>
            <a:solidFill>
              <a:schemeClr val="bg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 name="TextBox 6">
            <a:extLst>
              <a:ext uri="{FF2B5EF4-FFF2-40B4-BE49-F238E27FC236}">
                <a16:creationId xmlns:a16="http://schemas.microsoft.com/office/drawing/2014/main" id="{1368CAFA-3121-BED9-AB00-9BD16BD3388C}"/>
              </a:ext>
            </a:extLst>
          </p:cNvPr>
          <p:cNvSpPr txBox="1"/>
          <p:nvPr/>
        </p:nvSpPr>
        <p:spPr>
          <a:xfrm>
            <a:off x="-1" y="140901"/>
            <a:ext cx="1814285" cy="276999"/>
          </a:xfrm>
          <a:prstGeom prst="rect">
            <a:avLst/>
          </a:prstGeom>
          <a:solidFill>
            <a:schemeClr val="bg2">
              <a:lumMod val="60000"/>
              <a:lumOff val="40000"/>
            </a:schemeClr>
          </a:solidFill>
        </p:spPr>
        <p:txBody>
          <a:bodyPr wrap="square" rtlCol="0">
            <a:spAutoFit/>
          </a:bodyPr>
          <a:lstStyle/>
          <a:p>
            <a:r>
              <a:rPr lang="en-GB" sz="1200" dirty="0"/>
              <a:t>INDEX:</a:t>
            </a:r>
          </a:p>
        </p:txBody>
      </p:sp>
      <p:sp>
        <p:nvSpPr>
          <p:cNvPr id="8" name="TextBox 7">
            <a:extLst>
              <a:ext uri="{FF2B5EF4-FFF2-40B4-BE49-F238E27FC236}">
                <a16:creationId xmlns:a16="http://schemas.microsoft.com/office/drawing/2014/main" id="{5CA65486-69C4-B402-E3C6-AF5F3241C4E9}"/>
              </a:ext>
            </a:extLst>
          </p:cNvPr>
          <p:cNvSpPr txBox="1"/>
          <p:nvPr/>
        </p:nvSpPr>
        <p:spPr>
          <a:xfrm>
            <a:off x="12697" y="3140863"/>
            <a:ext cx="1785600" cy="461665"/>
          </a:xfrm>
          <a:prstGeom prst="rect">
            <a:avLst/>
          </a:prstGeom>
          <a:solidFill>
            <a:schemeClr val="bg2">
              <a:lumMod val="20000"/>
              <a:lumOff val="80000"/>
            </a:schemeClr>
          </a:solidFill>
        </p:spPr>
        <p:txBody>
          <a:bodyPr wrap="square" rtlCol="0">
            <a:spAutoFit/>
          </a:bodyPr>
          <a:lstStyle/>
          <a:p>
            <a:r>
              <a:rPr lang="en-GB" sz="1200" dirty="0"/>
              <a:t>6) MITIGATION - </a:t>
            </a:r>
            <a:r>
              <a:rPr lang="en-GB" sz="1200" dirty="0" err="1"/>
              <a:t>QLoRA</a:t>
            </a:r>
            <a:endParaRPr lang="en-GB" sz="1200" dirty="0"/>
          </a:p>
        </p:txBody>
      </p:sp>
      <p:sp>
        <p:nvSpPr>
          <p:cNvPr id="9" name="TextBox 8">
            <a:extLst>
              <a:ext uri="{FF2B5EF4-FFF2-40B4-BE49-F238E27FC236}">
                <a16:creationId xmlns:a16="http://schemas.microsoft.com/office/drawing/2014/main" id="{BB285EEE-B08C-0286-9921-94EEC7BADA50}"/>
              </a:ext>
            </a:extLst>
          </p:cNvPr>
          <p:cNvSpPr txBox="1"/>
          <p:nvPr/>
        </p:nvSpPr>
        <p:spPr>
          <a:xfrm>
            <a:off x="19624" y="583449"/>
            <a:ext cx="1778400" cy="276999"/>
          </a:xfrm>
          <a:prstGeom prst="rect">
            <a:avLst/>
          </a:prstGeom>
          <a:solidFill>
            <a:schemeClr val="bg2">
              <a:lumMod val="20000"/>
              <a:lumOff val="80000"/>
            </a:schemeClr>
          </a:solidFill>
        </p:spPr>
        <p:txBody>
          <a:bodyPr wrap="square" rtlCol="0">
            <a:spAutoFit/>
          </a:bodyPr>
          <a:lstStyle/>
          <a:p>
            <a:r>
              <a:rPr lang="en-GB" sz="1200" dirty="0"/>
              <a:t>1) MOTIVATION</a:t>
            </a:r>
          </a:p>
        </p:txBody>
      </p:sp>
      <p:sp>
        <p:nvSpPr>
          <p:cNvPr id="10" name="TextBox 9">
            <a:extLst>
              <a:ext uri="{FF2B5EF4-FFF2-40B4-BE49-F238E27FC236}">
                <a16:creationId xmlns:a16="http://schemas.microsoft.com/office/drawing/2014/main" id="{82B4068D-1563-A4E9-F1B3-D2714E19C22D}"/>
              </a:ext>
            </a:extLst>
          </p:cNvPr>
          <p:cNvSpPr txBox="1"/>
          <p:nvPr/>
        </p:nvSpPr>
        <p:spPr>
          <a:xfrm>
            <a:off x="15806" y="1646211"/>
            <a:ext cx="1785600" cy="276999"/>
          </a:xfrm>
          <a:prstGeom prst="rect">
            <a:avLst/>
          </a:prstGeom>
          <a:solidFill>
            <a:schemeClr val="bg2">
              <a:lumMod val="20000"/>
              <a:lumOff val="80000"/>
            </a:schemeClr>
          </a:solidFill>
        </p:spPr>
        <p:txBody>
          <a:bodyPr wrap="square" rtlCol="0">
            <a:spAutoFit/>
          </a:bodyPr>
          <a:lstStyle/>
          <a:p>
            <a:r>
              <a:rPr lang="en-GB" sz="1200" dirty="0"/>
              <a:t>3) HYPOTHESIS</a:t>
            </a:r>
          </a:p>
        </p:txBody>
      </p:sp>
      <p:sp>
        <p:nvSpPr>
          <p:cNvPr id="33" name="Google Shape;159;p34">
            <a:extLst>
              <a:ext uri="{FF2B5EF4-FFF2-40B4-BE49-F238E27FC236}">
                <a16:creationId xmlns:a16="http://schemas.microsoft.com/office/drawing/2014/main" id="{3389098A-64E4-6BB9-230E-02B84A328395}"/>
              </a:ext>
            </a:extLst>
          </p:cNvPr>
          <p:cNvSpPr txBox="1">
            <a:spLocks noGrp="1"/>
          </p:cNvSpPr>
          <p:nvPr>
            <p:ph type="ctrTitle"/>
          </p:nvPr>
        </p:nvSpPr>
        <p:spPr>
          <a:xfrm>
            <a:off x="2898499" y="230982"/>
            <a:ext cx="3637282" cy="51075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GB" u="sng" dirty="0"/>
              <a:t>EVALUATION</a:t>
            </a:r>
            <a:endParaRPr u="sng" dirty="0"/>
          </a:p>
        </p:txBody>
      </p:sp>
      <p:sp>
        <p:nvSpPr>
          <p:cNvPr id="35" name="TextBox 34">
            <a:extLst>
              <a:ext uri="{FF2B5EF4-FFF2-40B4-BE49-F238E27FC236}">
                <a16:creationId xmlns:a16="http://schemas.microsoft.com/office/drawing/2014/main" id="{F87DAB65-14E9-F393-FF3C-30C8C6A7B9D2}"/>
              </a:ext>
            </a:extLst>
          </p:cNvPr>
          <p:cNvSpPr txBox="1"/>
          <p:nvPr/>
        </p:nvSpPr>
        <p:spPr>
          <a:xfrm>
            <a:off x="10618" y="1024883"/>
            <a:ext cx="1784302" cy="461665"/>
          </a:xfrm>
          <a:prstGeom prst="rect">
            <a:avLst/>
          </a:prstGeom>
          <a:solidFill>
            <a:schemeClr val="bg2">
              <a:lumMod val="20000"/>
              <a:lumOff val="80000"/>
            </a:schemeClr>
          </a:solidFill>
        </p:spPr>
        <p:txBody>
          <a:bodyPr wrap="square" rtlCol="0">
            <a:spAutoFit/>
          </a:bodyPr>
          <a:lstStyle/>
          <a:p>
            <a:r>
              <a:rPr lang="en-GB" sz="1200" dirty="0"/>
              <a:t>2) SOLUTION - QUANTIZATION</a:t>
            </a:r>
          </a:p>
        </p:txBody>
      </p:sp>
      <p:sp>
        <p:nvSpPr>
          <p:cNvPr id="13" name="TextBox 12">
            <a:extLst>
              <a:ext uri="{FF2B5EF4-FFF2-40B4-BE49-F238E27FC236}">
                <a16:creationId xmlns:a16="http://schemas.microsoft.com/office/drawing/2014/main" id="{1DD372B3-D9E7-E4C2-68EF-CFB80961E0C7}"/>
              </a:ext>
            </a:extLst>
          </p:cNvPr>
          <p:cNvSpPr txBox="1"/>
          <p:nvPr/>
        </p:nvSpPr>
        <p:spPr>
          <a:xfrm>
            <a:off x="13750" y="2519535"/>
            <a:ext cx="1785600" cy="461665"/>
          </a:xfrm>
          <a:prstGeom prst="rect">
            <a:avLst/>
          </a:prstGeom>
          <a:solidFill>
            <a:schemeClr val="bg2">
              <a:lumMod val="20000"/>
              <a:lumOff val="80000"/>
            </a:schemeClr>
          </a:solidFill>
        </p:spPr>
        <p:txBody>
          <a:bodyPr wrap="square" rtlCol="0">
            <a:spAutoFit/>
          </a:bodyPr>
          <a:lstStyle/>
          <a:p>
            <a:r>
              <a:rPr lang="en-GB" sz="1200" dirty="0"/>
              <a:t>5) IMPACT OF QUANTIZATION</a:t>
            </a:r>
          </a:p>
        </p:txBody>
      </p:sp>
      <p:sp>
        <p:nvSpPr>
          <p:cNvPr id="3" name="TextBox 2">
            <a:extLst>
              <a:ext uri="{FF2B5EF4-FFF2-40B4-BE49-F238E27FC236}">
                <a16:creationId xmlns:a16="http://schemas.microsoft.com/office/drawing/2014/main" id="{41BAF636-3865-CFEB-1B0E-5A507B5E744A}"/>
              </a:ext>
            </a:extLst>
          </p:cNvPr>
          <p:cNvSpPr txBox="1"/>
          <p:nvPr/>
        </p:nvSpPr>
        <p:spPr>
          <a:xfrm>
            <a:off x="13750" y="3762191"/>
            <a:ext cx="1785600" cy="276999"/>
          </a:xfrm>
          <a:prstGeom prst="rect">
            <a:avLst/>
          </a:prstGeom>
          <a:solidFill>
            <a:schemeClr val="bg2">
              <a:lumMod val="20000"/>
              <a:lumOff val="80000"/>
            </a:schemeClr>
          </a:solidFill>
        </p:spPr>
        <p:txBody>
          <a:bodyPr wrap="square" rtlCol="0">
            <a:spAutoFit/>
          </a:bodyPr>
          <a:lstStyle/>
          <a:p>
            <a:r>
              <a:rPr lang="en-GB" sz="1200" dirty="0"/>
              <a:t>7) FINE - TUNING</a:t>
            </a:r>
          </a:p>
        </p:txBody>
      </p:sp>
      <p:sp>
        <p:nvSpPr>
          <p:cNvPr id="4" name="TextBox 3">
            <a:extLst>
              <a:ext uri="{FF2B5EF4-FFF2-40B4-BE49-F238E27FC236}">
                <a16:creationId xmlns:a16="http://schemas.microsoft.com/office/drawing/2014/main" id="{AFF344B0-C4C8-8E8D-CC7E-D85B5A4F2918}"/>
              </a:ext>
            </a:extLst>
          </p:cNvPr>
          <p:cNvSpPr txBox="1"/>
          <p:nvPr/>
        </p:nvSpPr>
        <p:spPr>
          <a:xfrm>
            <a:off x="17852" y="4198853"/>
            <a:ext cx="1785600" cy="276999"/>
          </a:xfrm>
          <a:prstGeom prst="rect">
            <a:avLst/>
          </a:prstGeom>
          <a:solidFill>
            <a:schemeClr val="bg2">
              <a:lumMod val="20000"/>
              <a:lumOff val="80000"/>
            </a:schemeClr>
          </a:solidFill>
        </p:spPr>
        <p:txBody>
          <a:bodyPr wrap="square" rtlCol="0">
            <a:spAutoFit/>
          </a:bodyPr>
          <a:lstStyle/>
          <a:p>
            <a:r>
              <a:rPr lang="en-GB" sz="1200" dirty="0"/>
              <a:t>8) RESULTS</a:t>
            </a:r>
          </a:p>
        </p:txBody>
      </p:sp>
      <p:sp>
        <p:nvSpPr>
          <p:cNvPr id="12" name="TextBox 11">
            <a:extLst>
              <a:ext uri="{FF2B5EF4-FFF2-40B4-BE49-F238E27FC236}">
                <a16:creationId xmlns:a16="http://schemas.microsoft.com/office/drawing/2014/main" id="{DAD4697C-A06D-9614-B420-79725E3DBD7D}"/>
              </a:ext>
            </a:extLst>
          </p:cNvPr>
          <p:cNvSpPr txBox="1"/>
          <p:nvPr/>
        </p:nvSpPr>
        <p:spPr>
          <a:xfrm>
            <a:off x="17852" y="4635515"/>
            <a:ext cx="1785600" cy="276999"/>
          </a:xfrm>
          <a:prstGeom prst="rect">
            <a:avLst/>
          </a:prstGeom>
          <a:solidFill>
            <a:schemeClr val="bg2">
              <a:lumMod val="20000"/>
              <a:lumOff val="80000"/>
            </a:schemeClr>
          </a:solidFill>
        </p:spPr>
        <p:txBody>
          <a:bodyPr wrap="square" rtlCol="0">
            <a:spAutoFit/>
          </a:bodyPr>
          <a:lstStyle/>
          <a:p>
            <a:r>
              <a:rPr lang="en-GB" sz="1200" dirty="0"/>
              <a:t>9) CONCLUSION</a:t>
            </a:r>
          </a:p>
        </p:txBody>
      </p:sp>
      <p:sp>
        <p:nvSpPr>
          <p:cNvPr id="16" name="TextBox 15">
            <a:extLst>
              <a:ext uri="{FF2B5EF4-FFF2-40B4-BE49-F238E27FC236}">
                <a16:creationId xmlns:a16="http://schemas.microsoft.com/office/drawing/2014/main" id="{D4CCD477-E7B5-C2DB-9211-3462213D3004}"/>
              </a:ext>
            </a:extLst>
          </p:cNvPr>
          <p:cNvSpPr txBox="1"/>
          <p:nvPr/>
        </p:nvSpPr>
        <p:spPr>
          <a:xfrm>
            <a:off x="2328653" y="957972"/>
            <a:ext cx="4776973" cy="307777"/>
          </a:xfrm>
          <a:prstGeom prst="rect">
            <a:avLst/>
          </a:prstGeom>
        </p:spPr>
        <p:style>
          <a:lnRef idx="2">
            <a:schemeClr val="accent2"/>
          </a:lnRef>
          <a:fillRef idx="1">
            <a:schemeClr val="lt1"/>
          </a:fillRef>
          <a:effectRef idx="0">
            <a:schemeClr val="accent2"/>
          </a:effectRef>
          <a:fontRef idx="minor">
            <a:schemeClr val="dk1"/>
          </a:fontRef>
        </p:style>
        <p:txBody>
          <a:bodyPr wrap="square">
            <a:spAutoFit/>
          </a:bodyPr>
          <a:lstStyle/>
          <a:p>
            <a:pPr algn="ctr"/>
            <a:r>
              <a:rPr lang="en-US" b="1" dirty="0">
                <a:solidFill>
                  <a:schemeClr val="tx1"/>
                </a:solidFill>
                <a:latin typeface="+mj-lt"/>
              </a:rPr>
              <a:t>Model Used:</a:t>
            </a:r>
            <a:r>
              <a:rPr lang="en-US" dirty="0">
                <a:solidFill>
                  <a:schemeClr val="tx1"/>
                </a:solidFill>
                <a:latin typeface="+mj-lt"/>
              </a:rPr>
              <a:t> Meta Llama-3-8B-Instruct</a:t>
            </a:r>
            <a:endParaRPr lang="en-US" dirty="0">
              <a:latin typeface="+mj-lt"/>
            </a:endParaRPr>
          </a:p>
        </p:txBody>
      </p:sp>
      <mc:AlternateContent xmlns:mc="http://schemas.openxmlformats.org/markup-compatibility/2006" xmlns:a14="http://schemas.microsoft.com/office/drawing/2010/main">
        <mc:Choice Requires="a14">
          <p:sp>
            <p:nvSpPr>
              <p:cNvPr id="17" name="TextBox 16">
                <a:extLst>
                  <a:ext uri="{FF2B5EF4-FFF2-40B4-BE49-F238E27FC236}">
                    <a16:creationId xmlns:a16="http://schemas.microsoft.com/office/drawing/2014/main" id="{85512E53-3769-FECA-30B5-DCA0985A9342}"/>
                  </a:ext>
                </a:extLst>
              </p:cNvPr>
              <p:cNvSpPr txBox="1"/>
              <p:nvPr/>
            </p:nvSpPr>
            <p:spPr>
              <a:xfrm>
                <a:off x="4888912" y="2394413"/>
                <a:ext cx="2783996" cy="1723549"/>
              </a:xfrm>
              <a:prstGeom prst="rect">
                <a:avLst/>
              </a:prstGeom>
            </p:spPr>
            <p:style>
              <a:lnRef idx="2">
                <a:schemeClr val="accent2"/>
              </a:lnRef>
              <a:fillRef idx="1">
                <a:schemeClr val="lt1"/>
              </a:fillRef>
              <a:effectRef idx="0">
                <a:schemeClr val="accent2"/>
              </a:effectRef>
              <a:fontRef idx="minor">
                <a:schemeClr val="dk1"/>
              </a:fontRef>
            </p:style>
            <p:txBody>
              <a:bodyPr wrap="square">
                <a:spAutoFit/>
              </a:bodyPr>
              <a:lstStyle/>
              <a:p>
                <a:pPr algn="ctr"/>
                <a:r>
                  <a:rPr lang="en-US" b="1" dirty="0">
                    <a:solidFill>
                      <a:schemeClr val="tx1"/>
                    </a:solidFill>
                    <a:latin typeface="+mj-lt"/>
                  </a:rPr>
                  <a:t>Task 2: WIC </a:t>
                </a:r>
                <a:r>
                  <a:rPr lang="en-IN" b="1" dirty="0"/>
                  <a:t>Word-in-Context</a:t>
                </a:r>
                <a:r>
                  <a:rPr lang="en-IN" dirty="0"/>
                  <a:t> </a:t>
                </a:r>
                <a:endParaRPr lang="en-US" b="1" dirty="0">
                  <a:solidFill>
                    <a:schemeClr val="tx1"/>
                  </a:solidFill>
                  <a:latin typeface="+mj-lt"/>
                </a:endParaRPr>
              </a:p>
              <a:p>
                <a:pPr algn="ctr"/>
                <a:endParaRPr lang="en-US" sz="800" b="1" dirty="0">
                  <a:solidFill>
                    <a:schemeClr val="tx1"/>
                  </a:solidFill>
                  <a:latin typeface="+mj-lt"/>
                </a:endParaRPr>
              </a:p>
              <a:p>
                <a:r>
                  <a:rPr lang="en-US" u="sng" dirty="0"/>
                  <a:t>Logic:</a:t>
                </a:r>
                <a:r>
                  <a:rPr lang="en-US" dirty="0"/>
                  <a:t> Does some word </a:t>
                </a:r>
                <a14:m>
                  <m:oMath xmlns:m="http://schemas.openxmlformats.org/officeDocument/2006/math">
                    <m:r>
                      <a:rPr lang="en-US" i="1" dirty="0" smtClean="0">
                        <a:latin typeface="Cambria Math" panose="02040503050406030204" pitchFamily="18" charset="0"/>
                      </a:rPr>
                      <m:t>𝑥</m:t>
                    </m:r>
                  </m:oMath>
                </a14:m>
                <a:r>
                  <a:rPr lang="en-US" dirty="0"/>
                  <a:t> mean the same thing in sentence a and sentence B?</a:t>
                </a:r>
              </a:p>
              <a:p>
                <a:r>
                  <a:rPr lang="en-US" u="sng" dirty="0"/>
                  <a:t>Options:</a:t>
                </a:r>
                <a:r>
                  <a:rPr lang="en-US" dirty="0"/>
                  <a:t> True / False</a:t>
                </a:r>
              </a:p>
              <a:p>
                <a:r>
                  <a:rPr lang="en-US" u="sng" dirty="0"/>
                  <a:t>Dataset:</a:t>
                </a:r>
                <a:r>
                  <a:rPr lang="en-US" dirty="0"/>
                  <a:t> </a:t>
                </a:r>
                <a:r>
                  <a:rPr lang="en-IN" dirty="0" err="1"/>
                  <a:t>SweWiC</a:t>
                </a:r>
                <a:r>
                  <a:rPr lang="en-IN" dirty="0"/>
                  <a:t> and </a:t>
                </a:r>
                <a:r>
                  <a:rPr lang="en-IN" dirty="0" err="1"/>
                  <a:t>SuperGLUE</a:t>
                </a:r>
                <a:r>
                  <a:rPr lang="en-IN" dirty="0"/>
                  <a:t> WiC </a:t>
                </a:r>
                <a:r>
                  <a:rPr lang="en-IN" sz="800" dirty="0"/>
                  <a:t>[4] [5]</a:t>
                </a:r>
                <a:endParaRPr lang="en-US" sz="800" u="sng" dirty="0"/>
              </a:p>
            </p:txBody>
          </p:sp>
        </mc:Choice>
        <mc:Fallback xmlns="">
          <p:sp>
            <p:nvSpPr>
              <p:cNvPr id="17" name="TextBox 16">
                <a:extLst>
                  <a:ext uri="{FF2B5EF4-FFF2-40B4-BE49-F238E27FC236}">
                    <a16:creationId xmlns:a16="http://schemas.microsoft.com/office/drawing/2014/main" id="{85512E53-3769-FECA-30B5-DCA0985A9342}"/>
                  </a:ext>
                </a:extLst>
              </p:cNvPr>
              <p:cNvSpPr txBox="1">
                <a:spLocks noRot="1" noChangeAspect="1" noMove="1" noResize="1" noEditPoints="1" noAdjustHandles="1" noChangeArrowheads="1" noChangeShapeType="1" noTextEdit="1"/>
              </p:cNvSpPr>
              <p:nvPr/>
            </p:nvSpPr>
            <p:spPr>
              <a:xfrm>
                <a:off x="4888912" y="2394413"/>
                <a:ext cx="2783996" cy="1723549"/>
              </a:xfrm>
              <a:prstGeom prst="rect">
                <a:avLst/>
              </a:prstGeom>
              <a:blipFill>
                <a:blip r:embed="rId3"/>
                <a:stretch>
                  <a:fillRect l="-217" b="-1742"/>
                </a:stretch>
              </a:blipFill>
            </p:spPr>
            <p:txBody>
              <a:bodyPr/>
              <a:lstStyle/>
              <a:p>
                <a:r>
                  <a:rPr lang="en-IN">
                    <a:noFill/>
                  </a:rPr>
                  <a:t> </a:t>
                </a:r>
              </a:p>
            </p:txBody>
          </p:sp>
        </mc:Fallback>
      </mc:AlternateContent>
      <p:sp>
        <p:nvSpPr>
          <p:cNvPr id="18" name="TextBox 17">
            <a:extLst>
              <a:ext uri="{FF2B5EF4-FFF2-40B4-BE49-F238E27FC236}">
                <a16:creationId xmlns:a16="http://schemas.microsoft.com/office/drawing/2014/main" id="{E49DA604-BBE8-3E32-0774-F40A4B32391A}"/>
              </a:ext>
            </a:extLst>
          </p:cNvPr>
          <p:cNvSpPr txBox="1"/>
          <p:nvPr/>
        </p:nvSpPr>
        <p:spPr>
          <a:xfrm>
            <a:off x="1404984" y="2394413"/>
            <a:ext cx="2982401" cy="1723549"/>
          </a:xfrm>
          <a:prstGeom prst="rect">
            <a:avLst/>
          </a:prstGeom>
          <a:ln/>
        </p:spPr>
        <p:style>
          <a:lnRef idx="2">
            <a:schemeClr val="accent2"/>
          </a:lnRef>
          <a:fillRef idx="1">
            <a:schemeClr val="lt1"/>
          </a:fillRef>
          <a:effectRef idx="0">
            <a:schemeClr val="accent2"/>
          </a:effectRef>
          <a:fontRef idx="minor">
            <a:schemeClr val="dk1"/>
          </a:fontRef>
        </p:style>
        <p:txBody>
          <a:bodyPr wrap="square">
            <a:spAutoFit/>
          </a:bodyPr>
          <a:lstStyle/>
          <a:p>
            <a:pPr algn="ctr"/>
            <a:r>
              <a:rPr lang="en-US" b="1" dirty="0">
                <a:solidFill>
                  <a:schemeClr val="tx1"/>
                </a:solidFill>
                <a:latin typeface="+mj-lt"/>
              </a:rPr>
              <a:t>Task 1: NLI (</a:t>
            </a:r>
            <a:r>
              <a:rPr lang="en-IN" b="1" dirty="0"/>
              <a:t>Natural Language Inference)</a:t>
            </a:r>
            <a:endParaRPr lang="en-US" b="1" dirty="0">
              <a:solidFill>
                <a:schemeClr val="tx1"/>
              </a:solidFill>
              <a:latin typeface="+mj-lt"/>
            </a:endParaRPr>
          </a:p>
          <a:p>
            <a:pPr algn="ctr"/>
            <a:endParaRPr lang="en-US" sz="800" b="1" dirty="0">
              <a:solidFill>
                <a:schemeClr val="tx1"/>
              </a:solidFill>
              <a:latin typeface="+mj-lt"/>
            </a:endParaRPr>
          </a:p>
          <a:p>
            <a:r>
              <a:rPr lang="en-US" u="sng" dirty="0"/>
              <a:t>Logic:</a:t>
            </a:r>
            <a:r>
              <a:rPr lang="en-US" dirty="0"/>
              <a:t> Does sentence A imply sentence B ?</a:t>
            </a:r>
          </a:p>
          <a:p>
            <a:r>
              <a:rPr lang="en-US" u="sng" dirty="0"/>
              <a:t>Options:</a:t>
            </a:r>
            <a:r>
              <a:rPr lang="en-US" dirty="0"/>
              <a:t> </a:t>
            </a:r>
            <a:r>
              <a:rPr lang="en-IN" dirty="0"/>
              <a:t>Entailment / Contradiction / Neutral</a:t>
            </a:r>
            <a:endParaRPr lang="en-US" u="sng" dirty="0"/>
          </a:p>
          <a:p>
            <a:r>
              <a:rPr lang="en-US" u="sng" dirty="0"/>
              <a:t>Dataset:</a:t>
            </a:r>
            <a:r>
              <a:rPr lang="en-US" dirty="0"/>
              <a:t> </a:t>
            </a:r>
            <a:r>
              <a:rPr lang="en-IN" dirty="0"/>
              <a:t>SweNLI and MNLI </a:t>
            </a:r>
            <a:r>
              <a:rPr lang="en-IN" sz="800" dirty="0"/>
              <a:t>[3] [5]</a:t>
            </a:r>
            <a:endParaRPr lang="en-US" sz="800" u="sng" dirty="0"/>
          </a:p>
        </p:txBody>
      </p:sp>
      <p:sp>
        <p:nvSpPr>
          <p:cNvPr id="19" name="TextBox 18">
            <a:extLst>
              <a:ext uri="{FF2B5EF4-FFF2-40B4-BE49-F238E27FC236}">
                <a16:creationId xmlns:a16="http://schemas.microsoft.com/office/drawing/2014/main" id="{60BA0D90-4669-D80F-6246-E3A00F21013B}"/>
              </a:ext>
            </a:extLst>
          </p:cNvPr>
          <p:cNvSpPr txBox="1"/>
          <p:nvPr/>
        </p:nvSpPr>
        <p:spPr>
          <a:xfrm>
            <a:off x="850545" y="1497092"/>
            <a:ext cx="1478108" cy="523220"/>
          </a:xfrm>
          <a:prstGeom prst="rect">
            <a:avLst/>
          </a:prstGeom>
        </p:spPr>
        <p:style>
          <a:lnRef idx="2">
            <a:schemeClr val="accent2"/>
          </a:lnRef>
          <a:fillRef idx="1">
            <a:schemeClr val="lt1"/>
          </a:fillRef>
          <a:effectRef idx="0">
            <a:schemeClr val="accent2"/>
          </a:effectRef>
          <a:fontRef idx="minor">
            <a:schemeClr val="dk1"/>
          </a:fontRef>
        </p:style>
        <p:txBody>
          <a:bodyPr wrap="square">
            <a:spAutoFit/>
          </a:bodyPr>
          <a:lstStyle/>
          <a:p>
            <a:pPr algn="ctr"/>
            <a:r>
              <a:rPr lang="en-US" dirty="0">
                <a:latin typeface="+mj-lt"/>
              </a:rPr>
              <a:t>Original 16-bit representation</a:t>
            </a:r>
          </a:p>
        </p:txBody>
      </p:sp>
      <p:sp>
        <p:nvSpPr>
          <p:cNvPr id="20" name="TextBox 19">
            <a:extLst>
              <a:ext uri="{FF2B5EF4-FFF2-40B4-BE49-F238E27FC236}">
                <a16:creationId xmlns:a16="http://schemas.microsoft.com/office/drawing/2014/main" id="{D9BBC301-4AD3-3DE5-62F4-CAFF1A20F866}"/>
              </a:ext>
            </a:extLst>
          </p:cNvPr>
          <p:cNvSpPr txBox="1"/>
          <p:nvPr/>
        </p:nvSpPr>
        <p:spPr>
          <a:xfrm>
            <a:off x="3978086" y="1510352"/>
            <a:ext cx="1478108" cy="523220"/>
          </a:xfrm>
          <a:prstGeom prst="rect">
            <a:avLst/>
          </a:prstGeom>
        </p:spPr>
        <p:style>
          <a:lnRef idx="2">
            <a:schemeClr val="accent2"/>
          </a:lnRef>
          <a:fillRef idx="1">
            <a:schemeClr val="lt1"/>
          </a:fillRef>
          <a:effectRef idx="0">
            <a:schemeClr val="accent2"/>
          </a:effectRef>
          <a:fontRef idx="minor">
            <a:schemeClr val="dk1"/>
          </a:fontRef>
        </p:style>
        <p:txBody>
          <a:bodyPr wrap="square">
            <a:spAutoFit/>
          </a:bodyPr>
          <a:lstStyle/>
          <a:p>
            <a:pPr algn="ctr"/>
            <a:r>
              <a:rPr lang="en-US" dirty="0">
                <a:latin typeface="+mj-lt"/>
              </a:rPr>
              <a:t>Quantized 8-bit representation</a:t>
            </a:r>
          </a:p>
        </p:txBody>
      </p:sp>
      <p:sp>
        <p:nvSpPr>
          <p:cNvPr id="21" name="TextBox 20">
            <a:extLst>
              <a:ext uri="{FF2B5EF4-FFF2-40B4-BE49-F238E27FC236}">
                <a16:creationId xmlns:a16="http://schemas.microsoft.com/office/drawing/2014/main" id="{54A54E5D-9671-2B67-04F1-E49BEDB48C3C}"/>
              </a:ext>
            </a:extLst>
          </p:cNvPr>
          <p:cNvSpPr txBox="1"/>
          <p:nvPr/>
        </p:nvSpPr>
        <p:spPr>
          <a:xfrm>
            <a:off x="7105626" y="1497092"/>
            <a:ext cx="1478108" cy="523220"/>
          </a:xfrm>
          <a:prstGeom prst="rect">
            <a:avLst/>
          </a:prstGeom>
        </p:spPr>
        <p:style>
          <a:lnRef idx="2">
            <a:schemeClr val="accent2"/>
          </a:lnRef>
          <a:fillRef idx="1">
            <a:schemeClr val="lt1"/>
          </a:fillRef>
          <a:effectRef idx="0">
            <a:schemeClr val="accent2"/>
          </a:effectRef>
          <a:fontRef idx="minor">
            <a:schemeClr val="dk1"/>
          </a:fontRef>
        </p:style>
        <p:txBody>
          <a:bodyPr wrap="square">
            <a:spAutoFit/>
          </a:bodyPr>
          <a:lstStyle/>
          <a:p>
            <a:pPr algn="ctr"/>
            <a:r>
              <a:rPr lang="en-US" dirty="0">
                <a:latin typeface="+mj-lt"/>
              </a:rPr>
              <a:t>Quantized 4-bit representation</a:t>
            </a:r>
          </a:p>
        </p:txBody>
      </p:sp>
      <p:cxnSp>
        <p:nvCxnSpPr>
          <p:cNvPr id="23" name="Straight Connector 22">
            <a:extLst>
              <a:ext uri="{FF2B5EF4-FFF2-40B4-BE49-F238E27FC236}">
                <a16:creationId xmlns:a16="http://schemas.microsoft.com/office/drawing/2014/main" id="{35F3F9EE-9D30-3BEA-D2E5-9CE379982D91}"/>
              </a:ext>
            </a:extLst>
          </p:cNvPr>
          <p:cNvCxnSpPr>
            <a:stCxn id="16" idx="2"/>
            <a:endCxn id="19" idx="0"/>
          </p:cNvCxnSpPr>
          <p:nvPr/>
        </p:nvCxnSpPr>
        <p:spPr>
          <a:xfrm flipH="1">
            <a:off x="1589599" y="1265749"/>
            <a:ext cx="3127541" cy="231343"/>
          </a:xfrm>
          <a:prstGeom prst="line">
            <a:avLst/>
          </a:prstGeom>
          <a:ln w="28575">
            <a:solidFill>
              <a:schemeClr val="bg1">
                <a:lumMod val="50000"/>
              </a:schemeClr>
            </a:solidFill>
          </a:ln>
        </p:spPr>
        <p:style>
          <a:lnRef idx="1">
            <a:schemeClr val="accent2"/>
          </a:lnRef>
          <a:fillRef idx="0">
            <a:schemeClr val="accent2"/>
          </a:fillRef>
          <a:effectRef idx="0">
            <a:schemeClr val="accent2"/>
          </a:effectRef>
          <a:fontRef idx="minor">
            <a:schemeClr val="tx1"/>
          </a:fontRef>
        </p:style>
      </p:cxnSp>
      <p:cxnSp>
        <p:nvCxnSpPr>
          <p:cNvPr id="24" name="Straight Connector 23">
            <a:extLst>
              <a:ext uri="{FF2B5EF4-FFF2-40B4-BE49-F238E27FC236}">
                <a16:creationId xmlns:a16="http://schemas.microsoft.com/office/drawing/2014/main" id="{17901FB6-EC25-35FF-ADB3-E41351328F65}"/>
              </a:ext>
            </a:extLst>
          </p:cNvPr>
          <p:cNvCxnSpPr>
            <a:cxnSpLocks/>
            <a:stCxn id="16" idx="2"/>
            <a:endCxn id="20" idx="0"/>
          </p:cNvCxnSpPr>
          <p:nvPr/>
        </p:nvCxnSpPr>
        <p:spPr>
          <a:xfrm>
            <a:off x="4717140" y="1265749"/>
            <a:ext cx="0" cy="244603"/>
          </a:xfrm>
          <a:prstGeom prst="line">
            <a:avLst/>
          </a:prstGeom>
          <a:ln w="28575">
            <a:solidFill>
              <a:schemeClr val="bg1">
                <a:lumMod val="50000"/>
              </a:schemeClr>
            </a:solidFill>
          </a:ln>
        </p:spPr>
        <p:style>
          <a:lnRef idx="1">
            <a:schemeClr val="accent2"/>
          </a:lnRef>
          <a:fillRef idx="0">
            <a:schemeClr val="accent2"/>
          </a:fillRef>
          <a:effectRef idx="0">
            <a:schemeClr val="accent2"/>
          </a:effectRef>
          <a:fontRef idx="minor">
            <a:schemeClr val="tx1"/>
          </a:fontRef>
        </p:style>
      </p:cxnSp>
      <p:cxnSp>
        <p:nvCxnSpPr>
          <p:cNvPr id="27" name="Straight Connector 26">
            <a:extLst>
              <a:ext uri="{FF2B5EF4-FFF2-40B4-BE49-F238E27FC236}">
                <a16:creationId xmlns:a16="http://schemas.microsoft.com/office/drawing/2014/main" id="{423BF9AF-47DD-2B5A-4918-11D83ED69178}"/>
              </a:ext>
            </a:extLst>
          </p:cNvPr>
          <p:cNvCxnSpPr>
            <a:cxnSpLocks/>
            <a:stCxn id="16" idx="2"/>
            <a:endCxn id="21" idx="0"/>
          </p:cNvCxnSpPr>
          <p:nvPr/>
        </p:nvCxnSpPr>
        <p:spPr>
          <a:xfrm>
            <a:off x="4717140" y="1265749"/>
            <a:ext cx="3127540" cy="231343"/>
          </a:xfrm>
          <a:prstGeom prst="line">
            <a:avLst/>
          </a:prstGeom>
          <a:ln w="28575">
            <a:solidFill>
              <a:schemeClr val="bg1">
                <a:lumMod val="50000"/>
              </a:schemeClr>
            </a:solidFill>
          </a:ln>
        </p:spPr>
        <p:style>
          <a:lnRef idx="1">
            <a:schemeClr val="accent2"/>
          </a:lnRef>
          <a:fillRef idx="0">
            <a:schemeClr val="accent2"/>
          </a:fillRef>
          <a:effectRef idx="0">
            <a:schemeClr val="accent2"/>
          </a:effectRef>
          <a:fontRef idx="minor">
            <a:schemeClr val="tx1"/>
          </a:fontRef>
        </p:style>
      </p:cxnSp>
      <p:cxnSp>
        <p:nvCxnSpPr>
          <p:cNvPr id="31" name="Straight Connector 30">
            <a:extLst>
              <a:ext uri="{FF2B5EF4-FFF2-40B4-BE49-F238E27FC236}">
                <a16:creationId xmlns:a16="http://schemas.microsoft.com/office/drawing/2014/main" id="{102AF63C-3545-ADEB-92E8-1CDE883955C4}"/>
              </a:ext>
            </a:extLst>
          </p:cNvPr>
          <p:cNvCxnSpPr>
            <a:cxnSpLocks/>
            <a:stCxn id="18" idx="0"/>
            <a:endCxn id="19" idx="2"/>
          </p:cNvCxnSpPr>
          <p:nvPr/>
        </p:nvCxnSpPr>
        <p:spPr>
          <a:xfrm flipH="1" flipV="1">
            <a:off x="1589599" y="2020312"/>
            <a:ext cx="1306586" cy="374101"/>
          </a:xfrm>
          <a:prstGeom prst="line">
            <a:avLst/>
          </a:prstGeom>
          <a:ln w="28575">
            <a:solidFill>
              <a:schemeClr val="bg1">
                <a:lumMod val="50000"/>
              </a:schemeClr>
            </a:solidFill>
          </a:ln>
        </p:spPr>
        <p:style>
          <a:lnRef idx="1">
            <a:schemeClr val="accent2"/>
          </a:lnRef>
          <a:fillRef idx="0">
            <a:schemeClr val="accent2"/>
          </a:fillRef>
          <a:effectRef idx="0">
            <a:schemeClr val="accent2"/>
          </a:effectRef>
          <a:fontRef idx="minor">
            <a:schemeClr val="tx1"/>
          </a:fontRef>
        </p:style>
      </p:cxnSp>
      <p:cxnSp>
        <p:nvCxnSpPr>
          <p:cNvPr id="36" name="Straight Connector 35">
            <a:extLst>
              <a:ext uri="{FF2B5EF4-FFF2-40B4-BE49-F238E27FC236}">
                <a16:creationId xmlns:a16="http://schemas.microsoft.com/office/drawing/2014/main" id="{9E79A011-C1CB-7345-168F-DFE18753C300}"/>
              </a:ext>
            </a:extLst>
          </p:cNvPr>
          <p:cNvCxnSpPr>
            <a:cxnSpLocks/>
            <a:stCxn id="18" idx="0"/>
            <a:endCxn id="20" idx="2"/>
          </p:cNvCxnSpPr>
          <p:nvPr/>
        </p:nvCxnSpPr>
        <p:spPr>
          <a:xfrm flipV="1">
            <a:off x="2896185" y="2033572"/>
            <a:ext cx="1820955" cy="360841"/>
          </a:xfrm>
          <a:prstGeom prst="line">
            <a:avLst/>
          </a:prstGeom>
          <a:ln w="28575">
            <a:solidFill>
              <a:schemeClr val="bg1">
                <a:lumMod val="50000"/>
              </a:schemeClr>
            </a:solidFill>
          </a:ln>
        </p:spPr>
        <p:style>
          <a:lnRef idx="1">
            <a:schemeClr val="accent2"/>
          </a:lnRef>
          <a:fillRef idx="0">
            <a:schemeClr val="accent2"/>
          </a:fillRef>
          <a:effectRef idx="0">
            <a:schemeClr val="accent2"/>
          </a:effectRef>
          <a:fontRef idx="minor">
            <a:schemeClr val="tx1"/>
          </a:fontRef>
        </p:style>
      </p:cxnSp>
      <p:cxnSp>
        <p:nvCxnSpPr>
          <p:cNvPr id="39" name="Straight Connector 38">
            <a:extLst>
              <a:ext uri="{FF2B5EF4-FFF2-40B4-BE49-F238E27FC236}">
                <a16:creationId xmlns:a16="http://schemas.microsoft.com/office/drawing/2014/main" id="{4901E1CF-70FF-E593-01DF-2303BF521C85}"/>
              </a:ext>
            </a:extLst>
          </p:cNvPr>
          <p:cNvCxnSpPr>
            <a:cxnSpLocks/>
            <a:stCxn id="18" idx="0"/>
            <a:endCxn id="21" idx="2"/>
          </p:cNvCxnSpPr>
          <p:nvPr/>
        </p:nvCxnSpPr>
        <p:spPr>
          <a:xfrm flipV="1">
            <a:off x="2896185" y="2020312"/>
            <a:ext cx="4948495" cy="374101"/>
          </a:xfrm>
          <a:prstGeom prst="line">
            <a:avLst/>
          </a:prstGeom>
          <a:ln w="28575">
            <a:solidFill>
              <a:schemeClr val="bg1">
                <a:lumMod val="50000"/>
              </a:schemeClr>
            </a:solidFill>
          </a:ln>
        </p:spPr>
        <p:style>
          <a:lnRef idx="1">
            <a:schemeClr val="accent2"/>
          </a:lnRef>
          <a:fillRef idx="0">
            <a:schemeClr val="accent2"/>
          </a:fillRef>
          <a:effectRef idx="0">
            <a:schemeClr val="accent2"/>
          </a:effectRef>
          <a:fontRef idx="minor">
            <a:schemeClr val="tx1"/>
          </a:fontRef>
        </p:style>
      </p:cxnSp>
      <p:cxnSp>
        <p:nvCxnSpPr>
          <p:cNvPr id="42" name="Straight Connector 41">
            <a:extLst>
              <a:ext uri="{FF2B5EF4-FFF2-40B4-BE49-F238E27FC236}">
                <a16:creationId xmlns:a16="http://schemas.microsoft.com/office/drawing/2014/main" id="{684C503F-0E9A-4398-6A74-007B0EFCBAAB}"/>
              </a:ext>
            </a:extLst>
          </p:cNvPr>
          <p:cNvCxnSpPr>
            <a:cxnSpLocks/>
            <a:stCxn id="19" idx="2"/>
            <a:endCxn id="17" idx="0"/>
          </p:cNvCxnSpPr>
          <p:nvPr/>
        </p:nvCxnSpPr>
        <p:spPr>
          <a:xfrm>
            <a:off x="1589599" y="2020312"/>
            <a:ext cx="4691311" cy="374101"/>
          </a:xfrm>
          <a:prstGeom prst="line">
            <a:avLst/>
          </a:prstGeom>
          <a:ln w="28575">
            <a:solidFill>
              <a:schemeClr val="bg1">
                <a:lumMod val="50000"/>
              </a:schemeClr>
            </a:solidFill>
          </a:ln>
        </p:spPr>
        <p:style>
          <a:lnRef idx="1">
            <a:schemeClr val="accent2"/>
          </a:lnRef>
          <a:fillRef idx="0">
            <a:schemeClr val="accent2"/>
          </a:fillRef>
          <a:effectRef idx="0">
            <a:schemeClr val="accent2"/>
          </a:effectRef>
          <a:fontRef idx="minor">
            <a:schemeClr val="tx1"/>
          </a:fontRef>
        </p:style>
      </p:cxnSp>
      <p:cxnSp>
        <p:nvCxnSpPr>
          <p:cNvPr id="45" name="Straight Connector 44">
            <a:extLst>
              <a:ext uri="{FF2B5EF4-FFF2-40B4-BE49-F238E27FC236}">
                <a16:creationId xmlns:a16="http://schemas.microsoft.com/office/drawing/2014/main" id="{BAAAB313-6474-6749-3EE4-539DC50A7F34}"/>
              </a:ext>
            </a:extLst>
          </p:cNvPr>
          <p:cNvCxnSpPr>
            <a:cxnSpLocks/>
            <a:stCxn id="20" idx="2"/>
            <a:endCxn id="17" idx="0"/>
          </p:cNvCxnSpPr>
          <p:nvPr/>
        </p:nvCxnSpPr>
        <p:spPr>
          <a:xfrm>
            <a:off x="4717140" y="2033572"/>
            <a:ext cx="1563770" cy="360841"/>
          </a:xfrm>
          <a:prstGeom prst="line">
            <a:avLst/>
          </a:prstGeom>
          <a:ln w="28575">
            <a:solidFill>
              <a:schemeClr val="bg1">
                <a:lumMod val="50000"/>
              </a:schemeClr>
            </a:solidFill>
          </a:ln>
        </p:spPr>
        <p:style>
          <a:lnRef idx="1">
            <a:schemeClr val="accent2"/>
          </a:lnRef>
          <a:fillRef idx="0">
            <a:schemeClr val="accent2"/>
          </a:fillRef>
          <a:effectRef idx="0">
            <a:schemeClr val="accent2"/>
          </a:effectRef>
          <a:fontRef idx="minor">
            <a:schemeClr val="tx1"/>
          </a:fontRef>
        </p:style>
      </p:cxnSp>
      <p:cxnSp>
        <p:nvCxnSpPr>
          <p:cNvPr id="48" name="Straight Connector 47">
            <a:extLst>
              <a:ext uri="{FF2B5EF4-FFF2-40B4-BE49-F238E27FC236}">
                <a16:creationId xmlns:a16="http://schemas.microsoft.com/office/drawing/2014/main" id="{9990C83B-44BD-6709-6C89-34950C01B15A}"/>
              </a:ext>
            </a:extLst>
          </p:cNvPr>
          <p:cNvCxnSpPr>
            <a:cxnSpLocks/>
            <a:stCxn id="21" idx="2"/>
            <a:endCxn id="17" idx="0"/>
          </p:cNvCxnSpPr>
          <p:nvPr/>
        </p:nvCxnSpPr>
        <p:spPr>
          <a:xfrm flipH="1">
            <a:off x="6280910" y="2020312"/>
            <a:ext cx="1563770" cy="374101"/>
          </a:xfrm>
          <a:prstGeom prst="line">
            <a:avLst/>
          </a:prstGeom>
          <a:ln w="28575">
            <a:solidFill>
              <a:schemeClr val="bg1">
                <a:lumMod val="50000"/>
              </a:schemeClr>
            </a:solidFill>
          </a:ln>
        </p:spPr>
        <p:style>
          <a:lnRef idx="1">
            <a:schemeClr val="accent2"/>
          </a:lnRef>
          <a:fillRef idx="0">
            <a:schemeClr val="accent2"/>
          </a:fillRef>
          <a:effectRef idx="0">
            <a:schemeClr val="accent2"/>
          </a:effectRef>
          <a:fontRef idx="minor">
            <a:schemeClr val="tx1"/>
          </a:fontRef>
        </p:style>
      </p:cxnSp>
      <p:sp>
        <p:nvSpPr>
          <p:cNvPr id="52" name="TextBox 51">
            <a:extLst>
              <a:ext uri="{FF2B5EF4-FFF2-40B4-BE49-F238E27FC236}">
                <a16:creationId xmlns:a16="http://schemas.microsoft.com/office/drawing/2014/main" id="{BD681C9C-AD81-E2B1-5B54-6A41B74DBF52}"/>
              </a:ext>
            </a:extLst>
          </p:cNvPr>
          <p:cNvSpPr txBox="1"/>
          <p:nvPr/>
        </p:nvSpPr>
        <p:spPr>
          <a:xfrm>
            <a:off x="2183513" y="4337352"/>
            <a:ext cx="4776973" cy="523220"/>
          </a:xfrm>
          <a:prstGeom prst="rect">
            <a:avLst/>
          </a:prstGeom>
        </p:spPr>
        <p:style>
          <a:lnRef idx="2">
            <a:schemeClr val="accent2"/>
          </a:lnRef>
          <a:fillRef idx="1">
            <a:schemeClr val="lt1"/>
          </a:fillRef>
          <a:effectRef idx="0">
            <a:schemeClr val="accent2"/>
          </a:effectRef>
          <a:fontRef idx="minor">
            <a:schemeClr val="dk1"/>
          </a:fontRef>
        </p:style>
        <p:txBody>
          <a:bodyPr wrap="square">
            <a:spAutoFit/>
          </a:bodyPr>
          <a:lstStyle/>
          <a:p>
            <a:pPr algn="ctr"/>
            <a:r>
              <a:rPr lang="en-US" b="1" dirty="0">
                <a:solidFill>
                  <a:schemeClr val="tx1"/>
                </a:solidFill>
                <a:latin typeface="+mj-lt"/>
              </a:rPr>
              <a:t>Output: </a:t>
            </a:r>
            <a:r>
              <a:rPr lang="en-US" dirty="0">
                <a:solidFill>
                  <a:schemeClr val="tx1"/>
                </a:solidFill>
                <a:latin typeface="+mj-lt"/>
              </a:rPr>
              <a:t>Confusion matrix - per model representation (3) - per task (2) - per language (2). [For 500 samples each]</a:t>
            </a:r>
            <a:endParaRPr lang="en-US" dirty="0">
              <a:latin typeface="+mj-lt"/>
            </a:endParaRPr>
          </a:p>
        </p:txBody>
      </p:sp>
      <p:cxnSp>
        <p:nvCxnSpPr>
          <p:cNvPr id="53" name="Straight Connector 52">
            <a:extLst>
              <a:ext uri="{FF2B5EF4-FFF2-40B4-BE49-F238E27FC236}">
                <a16:creationId xmlns:a16="http://schemas.microsoft.com/office/drawing/2014/main" id="{58D4F33D-CC7F-DE82-5C70-DF0F3BC5F6B1}"/>
              </a:ext>
            </a:extLst>
          </p:cNvPr>
          <p:cNvCxnSpPr>
            <a:cxnSpLocks/>
            <a:stCxn id="18" idx="2"/>
            <a:endCxn id="52" idx="0"/>
          </p:cNvCxnSpPr>
          <p:nvPr/>
        </p:nvCxnSpPr>
        <p:spPr>
          <a:xfrm>
            <a:off x="2896185" y="4117962"/>
            <a:ext cx="1675815" cy="219390"/>
          </a:xfrm>
          <a:prstGeom prst="line">
            <a:avLst/>
          </a:prstGeom>
          <a:ln w="28575">
            <a:solidFill>
              <a:schemeClr val="bg1">
                <a:lumMod val="50000"/>
              </a:schemeClr>
            </a:solidFill>
          </a:ln>
        </p:spPr>
        <p:style>
          <a:lnRef idx="1">
            <a:schemeClr val="accent2"/>
          </a:lnRef>
          <a:fillRef idx="0">
            <a:schemeClr val="accent2"/>
          </a:fillRef>
          <a:effectRef idx="0">
            <a:schemeClr val="accent2"/>
          </a:effectRef>
          <a:fontRef idx="minor">
            <a:schemeClr val="tx1"/>
          </a:fontRef>
        </p:style>
      </p:cxnSp>
      <p:cxnSp>
        <p:nvCxnSpPr>
          <p:cNvPr id="56" name="Straight Connector 55">
            <a:extLst>
              <a:ext uri="{FF2B5EF4-FFF2-40B4-BE49-F238E27FC236}">
                <a16:creationId xmlns:a16="http://schemas.microsoft.com/office/drawing/2014/main" id="{DE459953-A70A-AEC3-5A62-DA1372DD3FC9}"/>
              </a:ext>
            </a:extLst>
          </p:cNvPr>
          <p:cNvCxnSpPr>
            <a:cxnSpLocks/>
            <a:stCxn id="17" idx="2"/>
            <a:endCxn id="52" idx="0"/>
          </p:cNvCxnSpPr>
          <p:nvPr/>
        </p:nvCxnSpPr>
        <p:spPr>
          <a:xfrm flipH="1">
            <a:off x="4572000" y="4117962"/>
            <a:ext cx="1708910" cy="219390"/>
          </a:xfrm>
          <a:prstGeom prst="line">
            <a:avLst/>
          </a:prstGeom>
          <a:ln w="28575">
            <a:solidFill>
              <a:schemeClr val="bg1">
                <a:lumMod val="50000"/>
              </a:schemeClr>
            </a:solidFill>
          </a:ln>
        </p:spPr>
        <p:style>
          <a:lnRef idx="1">
            <a:schemeClr val="accent2"/>
          </a:lnRef>
          <a:fillRef idx="0">
            <a:schemeClr val="accent2"/>
          </a:fillRef>
          <a:effectRef idx="0">
            <a:schemeClr val="accent2"/>
          </a:effectRef>
          <a:fontRef idx="minor">
            <a:schemeClr val="tx1"/>
          </a:fontRef>
        </p:style>
      </p:cxnSp>
      <p:sp>
        <p:nvSpPr>
          <p:cNvPr id="11" name="TextBox 10">
            <a:extLst>
              <a:ext uri="{FF2B5EF4-FFF2-40B4-BE49-F238E27FC236}">
                <a16:creationId xmlns:a16="http://schemas.microsoft.com/office/drawing/2014/main" id="{3ECB785F-F03D-2037-2B85-AD72C22EA58F}"/>
              </a:ext>
            </a:extLst>
          </p:cNvPr>
          <p:cNvSpPr txBox="1"/>
          <p:nvPr/>
        </p:nvSpPr>
        <p:spPr>
          <a:xfrm>
            <a:off x="21452" y="2082873"/>
            <a:ext cx="1778400" cy="276999"/>
          </a:xfrm>
          <a:prstGeom prst="rect">
            <a:avLst/>
          </a:prstGeom>
          <a:solidFill>
            <a:schemeClr val="bg2">
              <a:lumMod val="20000"/>
              <a:lumOff val="80000"/>
            </a:schemeClr>
          </a:solidFill>
        </p:spPr>
        <p:txBody>
          <a:bodyPr wrap="square" rtlCol="0">
            <a:spAutoFit/>
          </a:bodyPr>
          <a:lstStyle/>
          <a:p>
            <a:r>
              <a:rPr lang="en-GB" sz="1200" dirty="0"/>
              <a:t>4) EVALUATION</a:t>
            </a:r>
          </a:p>
        </p:txBody>
      </p:sp>
    </p:spTree>
    <p:extLst>
      <p:ext uri="{BB962C8B-B14F-4D97-AF65-F5344CB8AC3E}">
        <p14:creationId xmlns:p14="http://schemas.microsoft.com/office/powerpoint/2010/main" val="39522196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0-#ppt_w/2"/>
                                          </p:val>
                                        </p:tav>
                                        <p:tav tm="100000">
                                          <p:val>
                                            <p:strVal val="#ppt_x"/>
                                          </p:val>
                                        </p:tav>
                                      </p:tavLst>
                                    </p:anim>
                                    <p:anim calcmode="lin" valueType="num">
                                      <p:cBhvr additive="base">
                                        <p:cTn id="8" dur="500" fill="hold"/>
                                        <p:tgtEl>
                                          <p:spTgt spid="6"/>
                                        </p:tgtEl>
                                        <p:attrNameLst>
                                          <p:attrName>ppt_y</p:attrName>
                                        </p:attrNameLst>
                                      </p:cBhvr>
                                      <p:tavLst>
                                        <p:tav tm="0">
                                          <p:val>
                                            <p:strVal val="#ppt_y"/>
                                          </p:val>
                                        </p:tav>
                                        <p:tav tm="100000">
                                          <p:val>
                                            <p:strVal val="#ppt_y"/>
                                          </p:val>
                                        </p:tav>
                                      </p:tavLst>
                                    </p:anim>
                                  </p:childTnLst>
                                </p:cTn>
                              </p:par>
                              <p:par>
                                <p:cTn id="9" presetID="2" presetClass="entr" presetSubtype="8" fill="hold" grpId="0" nodeType="withEffect">
                                  <p:stCondLst>
                                    <p:cond delay="0"/>
                                  </p:stCondLst>
                                  <p:childTnLst>
                                    <p:set>
                                      <p:cBhvr>
                                        <p:cTn id="10" dur="1" fill="hold">
                                          <p:stCondLst>
                                            <p:cond delay="0"/>
                                          </p:stCondLst>
                                        </p:cTn>
                                        <p:tgtEl>
                                          <p:spTgt spid="7"/>
                                        </p:tgtEl>
                                        <p:attrNameLst>
                                          <p:attrName>style.visibility</p:attrName>
                                        </p:attrNameLst>
                                      </p:cBhvr>
                                      <p:to>
                                        <p:strVal val="visible"/>
                                      </p:to>
                                    </p:set>
                                    <p:anim calcmode="lin" valueType="num">
                                      <p:cBhvr additive="base">
                                        <p:cTn id="11" dur="500" fill="hold"/>
                                        <p:tgtEl>
                                          <p:spTgt spid="7"/>
                                        </p:tgtEl>
                                        <p:attrNameLst>
                                          <p:attrName>ppt_x</p:attrName>
                                        </p:attrNameLst>
                                      </p:cBhvr>
                                      <p:tavLst>
                                        <p:tav tm="0">
                                          <p:val>
                                            <p:strVal val="0-#ppt_w/2"/>
                                          </p:val>
                                        </p:tav>
                                        <p:tav tm="100000">
                                          <p:val>
                                            <p:strVal val="#ppt_x"/>
                                          </p:val>
                                        </p:tav>
                                      </p:tavLst>
                                    </p:anim>
                                    <p:anim calcmode="lin" valueType="num">
                                      <p:cBhvr additive="base">
                                        <p:cTn id="12" dur="500" fill="hold"/>
                                        <p:tgtEl>
                                          <p:spTgt spid="7"/>
                                        </p:tgtEl>
                                        <p:attrNameLst>
                                          <p:attrName>ppt_y</p:attrName>
                                        </p:attrNameLst>
                                      </p:cBhvr>
                                      <p:tavLst>
                                        <p:tav tm="0">
                                          <p:val>
                                            <p:strVal val="#ppt_y"/>
                                          </p:val>
                                        </p:tav>
                                        <p:tav tm="100000">
                                          <p:val>
                                            <p:strVal val="#ppt_y"/>
                                          </p:val>
                                        </p:tav>
                                      </p:tavLst>
                                    </p:anim>
                                  </p:childTnLst>
                                </p:cTn>
                              </p:par>
                              <p:par>
                                <p:cTn id="13" presetID="2" presetClass="entr" presetSubtype="8" fill="hold" grpId="0" nodeType="withEffect">
                                  <p:stCondLst>
                                    <p:cond delay="0"/>
                                  </p:stCondLst>
                                  <p:childTnLst>
                                    <p:set>
                                      <p:cBhvr>
                                        <p:cTn id="14" dur="1" fill="hold">
                                          <p:stCondLst>
                                            <p:cond delay="0"/>
                                          </p:stCondLst>
                                        </p:cTn>
                                        <p:tgtEl>
                                          <p:spTgt spid="8"/>
                                        </p:tgtEl>
                                        <p:attrNameLst>
                                          <p:attrName>style.visibility</p:attrName>
                                        </p:attrNameLst>
                                      </p:cBhvr>
                                      <p:to>
                                        <p:strVal val="visible"/>
                                      </p:to>
                                    </p:set>
                                    <p:anim calcmode="lin" valueType="num">
                                      <p:cBhvr additive="base">
                                        <p:cTn id="15" dur="500" fill="hold"/>
                                        <p:tgtEl>
                                          <p:spTgt spid="8"/>
                                        </p:tgtEl>
                                        <p:attrNameLst>
                                          <p:attrName>ppt_x</p:attrName>
                                        </p:attrNameLst>
                                      </p:cBhvr>
                                      <p:tavLst>
                                        <p:tav tm="0">
                                          <p:val>
                                            <p:strVal val="0-#ppt_w/2"/>
                                          </p:val>
                                        </p:tav>
                                        <p:tav tm="100000">
                                          <p:val>
                                            <p:strVal val="#ppt_x"/>
                                          </p:val>
                                        </p:tav>
                                      </p:tavLst>
                                    </p:anim>
                                    <p:anim calcmode="lin" valueType="num">
                                      <p:cBhvr additive="base">
                                        <p:cTn id="16" dur="500" fill="hold"/>
                                        <p:tgtEl>
                                          <p:spTgt spid="8"/>
                                        </p:tgtEl>
                                        <p:attrNameLst>
                                          <p:attrName>ppt_y</p:attrName>
                                        </p:attrNameLst>
                                      </p:cBhvr>
                                      <p:tavLst>
                                        <p:tav tm="0">
                                          <p:val>
                                            <p:strVal val="#ppt_y"/>
                                          </p:val>
                                        </p:tav>
                                        <p:tav tm="100000">
                                          <p:val>
                                            <p:strVal val="#ppt_y"/>
                                          </p:val>
                                        </p:tav>
                                      </p:tavLst>
                                    </p:anim>
                                  </p:childTnLst>
                                </p:cTn>
                              </p:par>
                              <p:par>
                                <p:cTn id="17" presetID="2" presetClass="entr" presetSubtype="8" fill="hold" grpId="0" nodeType="withEffect">
                                  <p:stCondLst>
                                    <p:cond delay="0"/>
                                  </p:stCondLst>
                                  <p:childTnLst>
                                    <p:set>
                                      <p:cBhvr>
                                        <p:cTn id="18" dur="1" fill="hold">
                                          <p:stCondLst>
                                            <p:cond delay="0"/>
                                          </p:stCondLst>
                                        </p:cTn>
                                        <p:tgtEl>
                                          <p:spTgt spid="9"/>
                                        </p:tgtEl>
                                        <p:attrNameLst>
                                          <p:attrName>style.visibility</p:attrName>
                                        </p:attrNameLst>
                                      </p:cBhvr>
                                      <p:to>
                                        <p:strVal val="visible"/>
                                      </p:to>
                                    </p:set>
                                    <p:anim calcmode="lin" valueType="num">
                                      <p:cBhvr additive="base">
                                        <p:cTn id="19" dur="500" fill="hold"/>
                                        <p:tgtEl>
                                          <p:spTgt spid="9"/>
                                        </p:tgtEl>
                                        <p:attrNameLst>
                                          <p:attrName>ppt_x</p:attrName>
                                        </p:attrNameLst>
                                      </p:cBhvr>
                                      <p:tavLst>
                                        <p:tav tm="0">
                                          <p:val>
                                            <p:strVal val="0-#ppt_w/2"/>
                                          </p:val>
                                        </p:tav>
                                        <p:tav tm="100000">
                                          <p:val>
                                            <p:strVal val="#ppt_x"/>
                                          </p:val>
                                        </p:tav>
                                      </p:tavLst>
                                    </p:anim>
                                    <p:anim calcmode="lin" valueType="num">
                                      <p:cBhvr additive="base">
                                        <p:cTn id="20" dur="500" fill="hold"/>
                                        <p:tgtEl>
                                          <p:spTgt spid="9"/>
                                        </p:tgtEl>
                                        <p:attrNameLst>
                                          <p:attrName>ppt_y</p:attrName>
                                        </p:attrNameLst>
                                      </p:cBhvr>
                                      <p:tavLst>
                                        <p:tav tm="0">
                                          <p:val>
                                            <p:strVal val="#ppt_y"/>
                                          </p:val>
                                        </p:tav>
                                        <p:tav tm="100000">
                                          <p:val>
                                            <p:strVal val="#ppt_y"/>
                                          </p:val>
                                        </p:tav>
                                      </p:tavLst>
                                    </p:anim>
                                  </p:childTnLst>
                                </p:cTn>
                              </p:par>
                              <p:par>
                                <p:cTn id="21" presetID="2" presetClass="entr" presetSubtype="8" fill="hold" grpId="0" nodeType="withEffect">
                                  <p:stCondLst>
                                    <p:cond delay="0"/>
                                  </p:stCondLst>
                                  <p:childTnLst>
                                    <p:set>
                                      <p:cBhvr>
                                        <p:cTn id="22" dur="1" fill="hold">
                                          <p:stCondLst>
                                            <p:cond delay="0"/>
                                          </p:stCondLst>
                                        </p:cTn>
                                        <p:tgtEl>
                                          <p:spTgt spid="13"/>
                                        </p:tgtEl>
                                        <p:attrNameLst>
                                          <p:attrName>style.visibility</p:attrName>
                                        </p:attrNameLst>
                                      </p:cBhvr>
                                      <p:to>
                                        <p:strVal val="visible"/>
                                      </p:to>
                                    </p:set>
                                    <p:anim calcmode="lin" valueType="num">
                                      <p:cBhvr additive="base">
                                        <p:cTn id="23" dur="500" fill="hold"/>
                                        <p:tgtEl>
                                          <p:spTgt spid="13"/>
                                        </p:tgtEl>
                                        <p:attrNameLst>
                                          <p:attrName>ppt_x</p:attrName>
                                        </p:attrNameLst>
                                      </p:cBhvr>
                                      <p:tavLst>
                                        <p:tav tm="0">
                                          <p:val>
                                            <p:strVal val="0-#ppt_w/2"/>
                                          </p:val>
                                        </p:tav>
                                        <p:tav tm="100000">
                                          <p:val>
                                            <p:strVal val="#ppt_x"/>
                                          </p:val>
                                        </p:tav>
                                      </p:tavLst>
                                    </p:anim>
                                    <p:anim calcmode="lin" valueType="num">
                                      <p:cBhvr additive="base">
                                        <p:cTn id="24" dur="500" fill="hold"/>
                                        <p:tgtEl>
                                          <p:spTgt spid="13"/>
                                        </p:tgtEl>
                                        <p:attrNameLst>
                                          <p:attrName>ppt_y</p:attrName>
                                        </p:attrNameLst>
                                      </p:cBhvr>
                                      <p:tavLst>
                                        <p:tav tm="0">
                                          <p:val>
                                            <p:strVal val="#ppt_y"/>
                                          </p:val>
                                        </p:tav>
                                        <p:tav tm="100000">
                                          <p:val>
                                            <p:strVal val="#ppt_y"/>
                                          </p:val>
                                        </p:tav>
                                      </p:tavLst>
                                    </p:anim>
                                  </p:childTnLst>
                                </p:cTn>
                              </p:par>
                              <p:par>
                                <p:cTn id="25" presetID="2" presetClass="entr" presetSubtype="8" fill="hold" grpId="0" nodeType="withEffect">
                                  <p:stCondLst>
                                    <p:cond delay="0"/>
                                  </p:stCondLst>
                                  <p:childTnLst>
                                    <p:set>
                                      <p:cBhvr>
                                        <p:cTn id="26" dur="1" fill="hold">
                                          <p:stCondLst>
                                            <p:cond delay="0"/>
                                          </p:stCondLst>
                                        </p:cTn>
                                        <p:tgtEl>
                                          <p:spTgt spid="10"/>
                                        </p:tgtEl>
                                        <p:attrNameLst>
                                          <p:attrName>style.visibility</p:attrName>
                                        </p:attrNameLst>
                                      </p:cBhvr>
                                      <p:to>
                                        <p:strVal val="visible"/>
                                      </p:to>
                                    </p:set>
                                    <p:anim calcmode="lin" valueType="num">
                                      <p:cBhvr additive="base">
                                        <p:cTn id="27" dur="500" fill="hold"/>
                                        <p:tgtEl>
                                          <p:spTgt spid="10"/>
                                        </p:tgtEl>
                                        <p:attrNameLst>
                                          <p:attrName>ppt_x</p:attrName>
                                        </p:attrNameLst>
                                      </p:cBhvr>
                                      <p:tavLst>
                                        <p:tav tm="0">
                                          <p:val>
                                            <p:strVal val="0-#ppt_w/2"/>
                                          </p:val>
                                        </p:tav>
                                        <p:tav tm="100000">
                                          <p:val>
                                            <p:strVal val="#ppt_x"/>
                                          </p:val>
                                        </p:tav>
                                      </p:tavLst>
                                    </p:anim>
                                    <p:anim calcmode="lin" valueType="num">
                                      <p:cBhvr additive="base">
                                        <p:cTn id="28" dur="500" fill="hold"/>
                                        <p:tgtEl>
                                          <p:spTgt spid="10"/>
                                        </p:tgtEl>
                                        <p:attrNameLst>
                                          <p:attrName>ppt_y</p:attrName>
                                        </p:attrNameLst>
                                      </p:cBhvr>
                                      <p:tavLst>
                                        <p:tav tm="0">
                                          <p:val>
                                            <p:strVal val="#ppt_y"/>
                                          </p:val>
                                        </p:tav>
                                        <p:tav tm="100000">
                                          <p:val>
                                            <p:strVal val="#ppt_y"/>
                                          </p:val>
                                        </p:tav>
                                      </p:tavLst>
                                    </p:anim>
                                  </p:childTnLst>
                                </p:cTn>
                              </p:par>
                              <p:par>
                                <p:cTn id="29" presetID="2" presetClass="entr" presetSubtype="8" fill="hold" grpId="0" nodeType="withEffect">
                                  <p:stCondLst>
                                    <p:cond delay="0"/>
                                  </p:stCondLst>
                                  <p:childTnLst>
                                    <p:set>
                                      <p:cBhvr>
                                        <p:cTn id="30" dur="1" fill="hold">
                                          <p:stCondLst>
                                            <p:cond delay="0"/>
                                          </p:stCondLst>
                                        </p:cTn>
                                        <p:tgtEl>
                                          <p:spTgt spid="11"/>
                                        </p:tgtEl>
                                        <p:attrNameLst>
                                          <p:attrName>style.visibility</p:attrName>
                                        </p:attrNameLst>
                                      </p:cBhvr>
                                      <p:to>
                                        <p:strVal val="visible"/>
                                      </p:to>
                                    </p:set>
                                    <p:anim calcmode="lin" valueType="num">
                                      <p:cBhvr additive="base">
                                        <p:cTn id="31" dur="500" fill="hold"/>
                                        <p:tgtEl>
                                          <p:spTgt spid="11"/>
                                        </p:tgtEl>
                                        <p:attrNameLst>
                                          <p:attrName>ppt_x</p:attrName>
                                        </p:attrNameLst>
                                      </p:cBhvr>
                                      <p:tavLst>
                                        <p:tav tm="0">
                                          <p:val>
                                            <p:strVal val="0-#ppt_w/2"/>
                                          </p:val>
                                        </p:tav>
                                        <p:tav tm="100000">
                                          <p:val>
                                            <p:strVal val="#ppt_x"/>
                                          </p:val>
                                        </p:tav>
                                      </p:tavLst>
                                    </p:anim>
                                    <p:anim calcmode="lin" valueType="num">
                                      <p:cBhvr additive="base">
                                        <p:cTn id="32" dur="500" fill="hold"/>
                                        <p:tgtEl>
                                          <p:spTgt spid="11"/>
                                        </p:tgtEl>
                                        <p:attrNameLst>
                                          <p:attrName>ppt_y</p:attrName>
                                        </p:attrNameLst>
                                      </p:cBhvr>
                                      <p:tavLst>
                                        <p:tav tm="0">
                                          <p:val>
                                            <p:strVal val="#ppt_y"/>
                                          </p:val>
                                        </p:tav>
                                        <p:tav tm="100000">
                                          <p:val>
                                            <p:strVal val="#ppt_y"/>
                                          </p:val>
                                        </p:tav>
                                      </p:tavLst>
                                    </p:anim>
                                  </p:childTnLst>
                                </p:cTn>
                              </p:par>
                              <p:par>
                                <p:cTn id="33" presetID="2" presetClass="entr" presetSubtype="8" fill="hold" grpId="0" nodeType="withEffect">
                                  <p:stCondLst>
                                    <p:cond delay="0"/>
                                  </p:stCondLst>
                                  <p:childTnLst>
                                    <p:set>
                                      <p:cBhvr>
                                        <p:cTn id="34" dur="1" fill="hold">
                                          <p:stCondLst>
                                            <p:cond delay="0"/>
                                          </p:stCondLst>
                                        </p:cTn>
                                        <p:tgtEl>
                                          <p:spTgt spid="3"/>
                                        </p:tgtEl>
                                        <p:attrNameLst>
                                          <p:attrName>style.visibility</p:attrName>
                                        </p:attrNameLst>
                                      </p:cBhvr>
                                      <p:to>
                                        <p:strVal val="visible"/>
                                      </p:to>
                                    </p:set>
                                    <p:anim calcmode="lin" valueType="num">
                                      <p:cBhvr additive="base">
                                        <p:cTn id="35" dur="500" fill="hold"/>
                                        <p:tgtEl>
                                          <p:spTgt spid="3"/>
                                        </p:tgtEl>
                                        <p:attrNameLst>
                                          <p:attrName>ppt_x</p:attrName>
                                        </p:attrNameLst>
                                      </p:cBhvr>
                                      <p:tavLst>
                                        <p:tav tm="0">
                                          <p:val>
                                            <p:strVal val="0-#ppt_w/2"/>
                                          </p:val>
                                        </p:tav>
                                        <p:tav tm="100000">
                                          <p:val>
                                            <p:strVal val="#ppt_x"/>
                                          </p:val>
                                        </p:tav>
                                      </p:tavLst>
                                    </p:anim>
                                    <p:anim calcmode="lin" valueType="num">
                                      <p:cBhvr additive="base">
                                        <p:cTn id="36" dur="500" fill="hold"/>
                                        <p:tgtEl>
                                          <p:spTgt spid="3"/>
                                        </p:tgtEl>
                                        <p:attrNameLst>
                                          <p:attrName>ppt_y</p:attrName>
                                        </p:attrNameLst>
                                      </p:cBhvr>
                                      <p:tavLst>
                                        <p:tav tm="0">
                                          <p:val>
                                            <p:strVal val="#ppt_y"/>
                                          </p:val>
                                        </p:tav>
                                        <p:tav tm="100000">
                                          <p:val>
                                            <p:strVal val="#ppt_y"/>
                                          </p:val>
                                        </p:tav>
                                      </p:tavLst>
                                    </p:anim>
                                  </p:childTnLst>
                                </p:cTn>
                              </p:par>
                              <p:par>
                                <p:cTn id="37" presetID="2" presetClass="entr" presetSubtype="8" fill="hold" grpId="0" nodeType="withEffect">
                                  <p:stCondLst>
                                    <p:cond delay="0"/>
                                  </p:stCondLst>
                                  <p:childTnLst>
                                    <p:set>
                                      <p:cBhvr>
                                        <p:cTn id="38" dur="1" fill="hold">
                                          <p:stCondLst>
                                            <p:cond delay="0"/>
                                          </p:stCondLst>
                                        </p:cTn>
                                        <p:tgtEl>
                                          <p:spTgt spid="4"/>
                                        </p:tgtEl>
                                        <p:attrNameLst>
                                          <p:attrName>style.visibility</p:attrName>
                                        </p:attrNameLst>
                                      </p:cBhvr>
                                      <p:to>
                                        <p:strVal val="visible"/>
                                      </p:to>
                                    </p:set>
                                    <p:anim calcmode="lin" valueType="num">
                                      <p:cBhvr additive="base">
                                        <p:cTn id="39" dur="500" fill="hold"/>
                                        <p:tgtEl>
                                          <p:spTgt spid="4"/>
                                        </p:tgtEl>
                                        <p:attrNameLst>
                                          <p:attrName>ppt_x</p:attrName>
                                        </p:attrNameLst>
                                      </p:cBhvr>
                                      <p:tavLst>
                                        <p:tav tm="0">
                                          <p:val>
                                            <p:strVal val="0-#ppt_w/2"/>
                                          </p:val>
                                        </p:tav>
                                        <p:tav tm="100000">
                                          <p:val>
                                            <p:strVal val="#ppt_x"/>
                                          </p:val>
                                        </p:tav>
                                      </p:tavLst>
                                    </p:anim>
                                    <p:anim calcmode="lin" valueType="num">
                                      <p:cBhvr additive="base">
                                        <p:cTn id="40" dur="500" fill="hold"/>
                                        <p:tgtEl>
                                          <p:spTgt spid="4"/>
                                        </p:tgtEl>
                                        <p:attrNameLst>
                                          <p:attrName>ppt_y</p:attrName>
                                        </p:attrNameLst>
                                      </p:cBhvr>
                                      <p:tavLst>
                                        <p:tav tm="0">
                                          <p:val>
                                            <p:strVal val="#ppt_y"/>
                                          </p:val>
                                        </p:tav>
                                        <p:tav tm="100000">
                                          <p:val>
                                            <p:strVal val="#ppt_y"/>
                                          </p:val>
                                        </p:tav>
                                      </p:tavLst>
                                    </p:anim>
                                  </p:childTnLst>
                                </p:cTn>
                              </p:par>
                              <p:par>
                                <p:cTn id="41" presetID="2" presetClass="entr" presetSubtype="8" fill="hold" grpId="0" nodeType="withEffect">
                                  <p:stCondLst>
                                    <p:cond delay="0"/>
                                  </p:stCondLst>
                                  <p:childTnLst>
                                    <p:set>
                                      <p:cBhvr>
                                        <p:cTn id="42" dur="1" fill="hold">
                                          <p:stCondLst>
                                            <p:cond delay="0"/>
                                          </p:stCondLst>
                                        </p:cTn>
                                        <p:tgtEl>
                                          <p:spTgt spid="12"/>
                                        </p:tgtEl>
                                        <p:attrNameLst>
                                          <p:attrName>style.visibility</p:attrName>
                                        </p:attrNameLst>
                                      </p:cBhvr>
                                      <p:to>
                                        <p:strVal val="visible"/>
                                      </p:to>
                                    </p:set>
                                    <p:anim calcmode="lin" valueType="num">
                                      <p:cBhvr additive="base">
                                        <p:cTn id="43" dur="500" fill="hold"/>
                                        <p:tgtEl>
                                          <p:spTgt spid="12"/>
                                        </p:tgtEl>
                                        <p:attrNameLst>
                                          <p:attrName>ppt_x</p:attrName>
                                        </p:attrNameLst>
                                      </p:cBhvr>
                                      <p:tavLst>
                                        <p:tav tm="0">
                                          <p:val>
                                            <p:strVal val="0-#ppt_w/2"/>
                                          </p:val>
                                        </p:tav>
                                        <p:tav tm="100000">
                                          <p:val>
                                            <p:strVal val="#ppt_x"/>
                                          </p:val>
                                        </p:tav>
                                      </p:tavLst>
                                    </p:anim>
                                    <p:anim calcmode="lin" valueType="num">
                                      <p:cBhvr additive="base">
                                        <p:cTn id="44" dur="500" fill="hold"/>
                                        <p:tgtEl>
                                          <p:spTgt spid="12"/>
                                        </p:tgtEl>
                                        <p:attrNameLst>
                                          <p:attrName>ppt_y</p:attrName>
                                        </p:attrNameLst>
                                      </p:cBhvr>
                                      <p:tavLst>
                                        <p:tav tm="0">
                                          <p:val>
                                            <p:strVal val="#ppt_y"/>
                                          </p:val>
                                        </p:tav>
                                        <p:tav tm="100000">
                                          <p:val>
                                            <p:strVal val="#ppt_y"/>
                                          </p:val>
                                        </p:tav>
                                      </p:tavLst>
                                    </p:anim>
                                  </p:childTnLst>
                                </p:cTn>
                              </p:par>
                              <p:par>
                                <p:cTn id="45" presetID="2" presetClass="entr" presetSubtype="8" fill="hold" grpId="0" nodeType="withEffect">
                                  <p:stCondLst>
                                    <p:cond delay="0"/>
                                  </p:stCondLst>
                                  <p:childTnLst>
                                    <p:set>
                                      <p:cBhvr>
                                        <p:cTn id="46" dur="1" fill="hold">
                                          <p:stCondLst>
                                            <p:cond delay="0"/>
                                          </p:stCondLst>
                                        </p:cTn>
                                        <p:tgtEl>
                                          <p:spTgt spid="35"/>
                                        </p:tgtEl>
                                        <p:attrNameLst>
                                          <p:attrName>style.visibility</p:attrName>
                                        </p:attrNameLst>
                                      </p:cBhvr>
                                      <p:to>
                                        <p:strVal val="visible"/>
                                      </p:to>
                                    </p:set>
                                    <p:anim calcmode="lin" valueType="num">
                                      <p:cBhvr additive="base">
                                        <p:cTn id="47" dur="500" fill="hold"/>
                                        <p:tgtEl>
                                          <p:spTgt spid="35"/>
                                        </p:tgtEl>
                                        <p:attrNameLst>
                                          <p:attrName>ppt_x</p:attrName>
                                        </p:attrNameLst>
                                      </p:cBhvr>
                                      <p:tavLst>
                                        <p:tav tm="0">
                                          <p:val>
                                            <p:strVal val="0-#ppt_w/2"/>
                                          </p:val>
                                        </p:tav>
                                        <p:tav tm="100000">
                                          <p:val>
                                            <p:strVal val="#ppt_x"/>
                                          </p:val>
                                        </p:tav>
                                      </p:tavLst>
                                    </p:anim>
                                    <p:anim calcmode="lin" valueType="num">
                                      <p:cBhvr additive="base">
                                        <p:cTn id="48" dur="500" fill="hold"/>
                                        <p:tgtEl>
                                          <p:spTgt spid="35"/>
                                        </p:tgtEl>
                                        <p:attrNameLst>
                                          <p:attrName>ppt_y</p:attrName>
                                        </p:attrNameLst>
                                      </p:cBhvr>
                                      <p:tavLst>
                                        <p:tav tm="0">
                                          <p:val>
                                            <p:strVal val="#ppt_y"/>
                                          </p:val>
                                        </p:tav>
                                        <p:tav tm="100000">
                                          <p:val>
                                            <p:strVal val="#ppt_y"/>
                                          </p:val>
                                        </p:tav>
                                      </p:tavLst>
                                    </p:anim>
                                  </p:childTnLst>
                                </p:cTn>
                              </p:par>
                            </p:childTnLst>
                          </p:cTn>
                        </p:par>
                      </p:childTnLst>
                    </p:cTn>
                  </p:par>
                  <p:par>
                    <p:cTn id="49" fill="hold">
                      <p:stCondLst>
                        <p:cond delay="indefinite"/>
                      </p:stCondLst>
                      <p:childTnLst>
                        <p:par>
                          <p:cTn id="50" fill="hold">
                            <p:stCondLst>
                              <p:cond delay="0"/>
                            </p:stCondLst>
                            <p:childTnLst>
                              <p:par>
                                <p:cTn id="51" presetID="42" presetClass="path" presetSubtype="0" accel="50000" decel="50000" fill="hold" grpId="2" nodeType="clickEffect">
                                  <p:stCondLst>
                                    <p:cond delay="0"/>
                                  </p:stCondLst>
                                  <p:childTnLst>
                                    <p:animMotion origin="layout" path="M -2.77778E-6 -1.23457E-7 L 0.40122 -0.32654 " pathEditMode="relative" rAng="0" ptsTypes="AA">
                                      <p:cBhvr>
                                        <p:cTn id="52" dur="2000" fill="hold"/>
                                        <p:tgtEl>
                                          <p:spTgt spid="11"/>
                                        </p:tgtEl>
                                        <p:attrNameLst>
                                          <p:attrName>ppt_x</p:attrName>
                                          <p:attrName>ppt_y</p:attrName>
                                        </p:attrNameLst>
                                      </p:cBhvr>
                                      <p:rCtr x="20052" y="-16327"/>
                                    </p:animMotion>
                                  </p:childTnLst>
                                </p:cTn>
                              </p:par>
                            </p:childTnLst>
                          </p:cTn>
                        </p:par>
                      </p:childTnLst>
                    </p:cTn>
                  </p:par>
                  <p:par>
                    <p:cTn id="53" fill="hold">
                      <p:stCondLst>
                        <p:cond delay="indefinite"/>
                      </p:stCondLst>
                      <p:childTnLst>
                        <p:par>
                          <p:cTn id="54" fill="hold">
                            <p:stCondLst>
                              <p:cond delay="0"/>
                            </p:stCondLst>
                            <p:childTnLst>
                              <p:par>
                                <p:cTn id="55" presetID="10" presetClass="exit" presetSubtype="0" fill="hold" grpId="3" nodeType="clickEffect">
                                  <p:stCondLst>
                                    <p:cond delay="0"/>
                                  </p:stCondLst>
                                  <p:childTnLst>
                                    <p:animEffect transition="out" filter="fade">
                                      <p:cBhvr>
                                        <p:cTn id="56" dur="500"/>
                                        <p:tgtEl>
                                          <p:spTgt spid="11"/>
                                        </p:tgtEl>
                                      </p:cBhvr>
                                    </p:animEffect>
                                    <p:set>
                                      <p:cBhvr>
                                        <p:cTn id="57" dur="1" fill="hold">
                                          <p:stCondLst>
                                            <p:cond delay="499"/>
                                          </p:stCondLst>
                                        </p:cTn>
                                        <p:tgtEl>
                                          <p:spTgt spid="11"/>
                                        </p:tgtEl>
                                        <p:attrNameLst>
                                          <p:attrName>style.visibility</p:attrName>
                                        </p:attrNameLst>
                                      </p:cBhvr>
                                      <p:to>
                                        <p:strVal val="hidden"/>
                                      </p:to>
                                    </p:set>
                                  </p:childTnLst>
                                </p:cTn>
                              </p:par>
                              <p:par>
                                <p:cTn id="58" presetID="10" presetClass="entr" presetSubtype="0" fill="hold" grpId="0" nodeType="withEffect">
                                  <p:stCondLst>
                                    <p:cond delay="0"/>
                                  </p:stCondLst>
                                  <p:childTnLst>
                                    <p:set>
                                      <p:cBhvr>
                                        <p:cTn id="59" dur="1" fill="hold">
                                          <p:stCondLst>
                                            <p:cond delay="0"/>
                                          </p:stCondLst>
                                        </p:cTn>
                                        <p:tgtEl>
                                          <p:spTgt spid="33"/>
                                        </p:tgtEl>
                                        <p:attrNameLst>
                                          <p:attrName>style.visibility</p:attrName>
                                        </p:attrNameLst>
                                      </p:cBhvr>
                                      <p:to>
                                        <p:strVal val="visible"/>
                                      </p:to>
                                    </p:set>
                                    <p:animEffect transition="in" filter="fade">
                                      <p:cBhvr>
                                        <p:cTn id="60" dur="500"/>
                                        <p:tgtEl>
                                          <p:spTgt spid="33"/>
                                        </p:tgtEl>
                                      </p:cBhvr>
                                    </p:animEffect>
                                  </p:childTnLst>
                                </p:cTn>
                              </p:par>
                            </p:childTnLst>
                          </p:cTn>
                        </p:par>
                      </p:childTnLst>
                    </p:cTn>
                  </p:par>
                  <p:par>
                    <p:cTn id="61" fill="hold">
                      <p:stCondLst>
                        <p:cond delay="indefinite"/>
                      </p:stCondLst>
                      <p:childTnLst>
                        <p:par>
                          <p:cTn id="62" fill="hold">
                            <p:stCondLst>
                              <p:cond delay="0"/>
                            </p:stCondLst>
                            <p:childTnLst>
                              <p:par>
                                <p:cTn id="63" presetID="2" presetClass="exit" presetSubtype="8" fill="hold" grpId="1" nodeType="clickEffect">
                                  <p:stCondLst>
                                    <p:cond delay="0"/>
                                  </p:stCondLst>
                                  <p:childTnLst>
                                    <p:anim calcmode="lin" valueType="num">
                                      <p:cBhvr additive="base">
                                        <p:cTn id="64" dur="500"/>
                                        <p:tgtEl>
                                          <p:spTgt spid="6"/>
                                        </p:tgtEl>
                                        <p:attrNameLst>
                                          <p:attrName>ppt_x</p:attrName>
                                        </p:attrNameLst>
                                      </p:cBhvr>
                                      <p:tavLst>
                                        <p:tav tm="0">
                                          <p:val>
                                            <p:strVal val="ppt_x"/>
                                          </p:val>
                                        </p:tav>
                                        <p:tav tm="100000">
                                          <p:val>
                                            <p:strVal val="0-ppt_w/2"/>
                                          </p:val>
                                        </p:tav>
                                      </p:tavLst>
                                    </p:anim>
                                    <p:anim calcmode="lin" valueType="num">
                                      <p:cBhvr additive="base">
                                        <p:cTn id="65" dur="500"/>
                                        <p:tgtEl>
                                          <p:spTgt spid="6"/>
                                        </p:tgtEl>
                                        <p:attrNameLst>
                                          <p:attrName>ppt_y</p:attrName>
                                        </p:attrNameLst>
                                      </p:cBhvr>
                                      <p:tavLst>
                                        <p:tav tm="0">
                                          <p:val>
                                            <p:strVal val="ppt_y"/>
                                          </p:val>
                                        </p:tav>
                                        <p:tav tm="100000">
                                          <p:val>
                                            <p:strVal val="ppt_y"/>
                                          </p:val>
                                        </p:tav>
                                      </p:tavLst>
                                    </p:anim>
                                    <p:set>
                                      <p:cBhvr>
                                        <p:cTn id="66" dur="1" fill="hold">
                                          <p:stCondLst>
                                            <p:cond delay="499"/>
                                          </p:stCondLst>
                                        </p:cTn>
                                        <p:tgtEl>
                                          <p:spTgt spid="6"/>
                                        </p:tgtEl>
                                        <p:attrNameLst>
                                          <p:attrName>style.visibility</p:attrName>
                                        </p:attrNameLst>
                                      </p:cBhvr>
                                      <p:to>
                                        <p:strVal val="hidden"/>
                                      </p:to>
                                    </p:set>
                                  </p:childTnLst>
                                </p:cTn>
                              </p:par>
                              <p:par>
                                <p:cTn id="67" presetID="2" presetClass="exit" presetSubtype="8" fill="hold" grpId="1" nodeType="withEffect">
                                  <p:stCondLst>
                                    <p:cond delay="0"/>
                                  </p:stCondLst>
                                  <p:childTnLst>
                                    <p:anim calcmode="lin" valueType="num">
                                      <p:cBhvr additive="base">
                                        <p:cTn id="68" dur="500"/>
                                        <p:tgtEl>
                                          <p:spTgt spid="7"/>
                                        </p:tgtEl>
                                        <p:attrNameLst>
                                          <p:attrName>ppt_x</p:attrName>
                                        </p:attrNameLst>
                                      </p:cBhvr>
                                      <p:tavLst>
                                        <p:tav tm="0">
                                          <p:val>
                                            <p:strVal val="ppt_x"/>
                                          </p:val>
                                        </p:tav>
                                        <p:tav tm="100000">
                                          <p:val>
                                            <p:strVal val="0-ppt_w/2"/>
                                          </p:val>
                                        </p:tav>
                                      </p:tavLst>
                                    </p:anim>
                                    <p:anim calcmode="lin" valueType="num">
                                      <p:cBhvr additive="base">
                                        <p:cTn id="69" dur="500"/>
                                        <p:tgtEl>
                                          <p:spTgt spid="7"/>
                                        </p:tgtEl>
                                        <p:attrNameLst>
                                          <p:attrName>ppt_y</p:attrName>
                                        </p:attrNameLst>
                                      </p:cBhvr>
                                      <p:tavLst>
                                        <p:tav tm="0">
                                          <p:val>
                                            <p:strVal val="ppt_y"/>
                                          </p:val>
                                        </p:tav>
                                        <p:tav tm="100000">
                                          <p:val>
                                            <p:strVal val="ppt_y"/>
                                          </p:val>
                                        </p:tav>
                                      </p:tavLst>
                                    </p:anim>
                                    <p:set>
                                      <p:cBhvr>
                                        <p:cTn id="70" dur="1" fill="hold">
                                          <p:stCondLst>
                                            <p:cond delay="499"/>
                                          </p:stCondLst>
                                        </p:cTn>
                                        <p:tgtEl>
                                          <p:spTgt spid="7"/>
                                        </p:tgtEl>
                                        <p:attrNameLst>
                                          <p:attrName>style.visibility</p:attrName>
                                        </p:attrNameLst>
                                      </p:cBhvr>
                                      <p:to>
                                        <p:strVal val="hidden"/>
                                      </p:to>
                                    </p:set>
                                  </p:childTnLst>
                                </p:cTn>
                              </p:par>
                              <p:par>
                                <p:cTn id="71" presetID="2" presetClass="exit" presetSubtype="8" fill="hold" grpId="1" nodeType="withEffect">
                                  <p:stCondLst>
                                    <p:cond delay="0"/>
                                  </p:stCondLst>
                                  <p:childTnLst>
                                    <p:anim calcmode="lin" valueType="num">
                                      <p:cBhvr additive="base">
                                        <p:cTn id="72" dur="500"/>
                                        <p:tgtEl>
                                          <p:spTgt spid="8"/>
                                        </p:tgtEl>
                                        <p:attrNameLst>
                                          <p:attrName>ppt_x</p:attrName>
                                        </p:attrNameLst>
                                      </p:cBhvr>
                                      <p:tavLst>
                                        <p:tav tm="0">
                                          <p:val>
                                            <p:strVal val="ppt_x"/>
                                          </p:val>
                                        </p:tav>
                                        <p:tav tm="100000">
                                          <p:val>
                                            <p:strVal val="0-ppt_w/2"/>
                                          </p:val>
                                        </p:tav>
                                      </p:tavLst>
                                    </p:anim>
                                    <p:anim calcmode="lin" valueType="num">
                                      <p:cBhvr additive="base">
                                        <p:cTn id="73" dur="500"/>
                                        <p:tgtEl>
                                          <p:spTgt spid="8"/>
                                        </p:tgtEl>
                                        <p:attrNameLst>
                                          <p:attrName>ppt_y</p:attrName>
                                        </p:attrNameLst>
                                      </p:cBhvr>
                                      <p:tavLst>
                                        <p:tav tm="0">
                                          <p:val>
                                            <p:strVal val="ppt_y"/>
                                          </p:val>
                                        </p:tav>
                                        <p:tav tm="100000">
                                          <p:val>
                                            <p:strVal val="ppt_y"/>
                                          </p:val>
                                        </p:tav>
                                      </p:tavLst>
                                    </p:anim>
                                    <p:set>
                                      <p:cBhvr>
                                        <p:cTn id="74" dur="1" fill="hold">
                                          <p:stCondLst>
                                            <p:cond delay="499"/>
                                          </p:stCondLst>
                                        </p:cTn>
                                        <p:tgtEl>
                                          <p:spTgt spid="8"/>
                                        </p:tgtEl>
                                        <p:attrNameLst>
                                          <p:attrName>style.visibility</p:attrName>
                                        </p:attrNameLst>
                                      </p:cBhvr>
                                      <p:to>
                                        <p:strVal val="hidden"/>
                                      </p:to>
                                    </p:set>
                                  </p:childTnLst>
                                </p:cTn>
                              </p:par>
                              <p:par>
                                <p:cTn id="75" presetID="2" presetClass="exit" presetSubtype="8" fill="hold" grpId="3" nodeType="withEffect">
                                  <p:stCondLst>
                                    <p:cond delay="0"/>
                                  </p:stCondLst>
                                  <p:childTnLst>
                                    <p:anim calcmode="lin" valueType="num">
                                      <p:cBhvr additive="base">
                                        <p:cTn id="76" dur="500"/>
                                        <p:tgtEl>
                                          <p:spTgt spid="9"/>
                                        </p:tgtEl>
                                        <p:attrNameLst>
                                          <p:attrName>ppt_x</p:attrName>
                                        </p:attrNameLst>
                                      </p:cBhvr>
                                      <p:tavLst>
                                        <p:tav tm="0">
                                          <p:val>
                                            <p:strVal val="ppt_x"/>
                                          </p:val>
                                        </p:tav>
                                        <p:tav tm="100000">
                                          <p:val>
                                            <p:strVal val="0-ppt_w/2"/>
                                          </p:val>
                                        </p:tav>
                                      </p:tavLst>
                                    </p:anim>
                                    <p:anim calcmode="lin" valueType="num">
                                      <p:cBhvr additive="base">
                                        <p:cTn id="77" dur="500"/>
                                        <p:tgtEl>
                                          <p:spTgt spid="9"/>
                                        </p:tgtEl>
                                        <p:attrNameLst>
                                          <p:attrName>ppt_y</p:attrName>
                                        </p:attrNameLst>
                                      </p:cBhvr>
                                      <p:tavLst>
                                        <p:tav tm="0">
                                          <p:val>
                                            <p:strVal val="ppt_y"/>
                                          </p:val>
                                        </p:tav>
                                        <p:tav tm="100000">
                                          <p:val>
                                            <p:strVal val="ppt_y"/>
                                          </p:val>
                                        </p:tav>
                                      </p:tavLst>
                                    </p:anim>
                                    <p:set>
                                      <p:cBhvr>
                                        <p:cTn id="78" dur="1" fill="hold">
                                          <p:stCondLst>
                                            <p:cond delay="499"/>
                                          </p:stCondLst>
                                        </p:cTn>
                                        <p:tgtEl>
                                          <p:spTgt spid="9"/>
                                        </p:tgtEl>
                                        <p:attrNameLst>
                                          <p:attrName>style.visibility</p:attrName>
                                        </p:attrNameLst>
                                      </p:cBhvr>
                                      <p:to>
                                        <p:strVal val="hidden"/>
                                      </p:to>
                                    </p:set>
                                  </p:childTnLst>
                                </p:cTn>
                              </p:par>
                              <p:par>
                                <p:cTn id="79" presetID="2" presetClass="exit" presetSubtype="8" fill="hold" grpId="1" nodeType="withEffect">
                                  <p:stCondLst>
                                    <p:cond delay="0"/>
                                  </p:stCondLst>
                                  <p:childTnLst>
                                    <p:anim calcmode="lin" valueType="num">
                                      <p:cBhvr additive="base">
                                        <p:cTn id="80" dur="500"/>
                                        <p:tgtEl>
                                          <p:spTgt spid="10"/>
                                        </p:tgtEl>
                                        <p:attrNameLst>
                                          <p:attrName>ppt_x</p:attrName>
                                        </p:attrNameLst>
                                      </p:cBhvr>
                                      <p:tavLst>
                                        <p:tav tm="0">
                                          <p:val>
                                            <p:strVal val="ppt_x"/>
                                          </p:val>
                                        </p:tav>
                                        <p:tav tm="100000">
                                          <p:val>
                                            <p:strVal val="0-ppt_w/2"/>
                                          </p:val>
                                        </p:tav>
                                      </p:tavLst>
                                    </p:anim>
                                    <p:anim calcmode="lin" valueType="num">
                                      <p:cBhvr additive="base">
                                        <p:cTn id="81" dur="500"/>
                                        <p:tgtEl>
                                          <p:spTgt spid="10"/>
                                        </p:tgtEl>
                                        <p:attrNameLst>
                                          <p:attrName>ppt_y</p:attrName>
                                        </p:attrNameLst>
                                      </p:cBhvr>
                                      <p:tavLst>
                                        <p:tav tm="0">
                                          <p:val>
                                            <p:strVal val="ppt_y"/>
                                          </p:val>
                                        </p:tav>
                                        <p:tav tm="100000">
                                          <p:val>
                                            <p:strVal val="ppt_y"/>
                                          </p:val>
                                        </p:tav>
                                      </p:tavLst>
                                    </p:anim>
                                    <p:set>
                                      <p:cBhvr>
                                        <p:cTn id="82" dur="1" fill="hold">
                                          <p:stCondLst>
                                            <p:cond delay="499"/>
                                          </p:stCondLst>
                                        </p:cTn>
                                        <p:tgtEl>
                                          <p:spTgt spid="10"/>
                                        </p:tgtEl>
                                        <p:attrNameLst>
                                          <p:attrName>style.visibility</p:attrName>
                                        </p:attrNameLst>
                                      </p:cBhvr>
                                      <p:to>
                                        <p:strVal val="hidden"/>
                                      </p:to>
                                    </p:set>
                                  </p:childTnLst>
                                </p:cTn>
                              </p:par>
                              <p:par>
                                <p:cTn id="83" presetID="2" presetClass="exit" presetSubtype="8" fill="hold" grpId="1" nodeType="withEffect">
                                  <p:stCondLst>
                                    <p:cond delay="0"/>
                                  </p:stCondLst>
                                  <p:childTnLst>
                                    <p:anim calcmode="lin" valueType="num">
                                      <p:cBhvr additive="base">
                                        <p:cTn id="84" dur="500"/>
                                        <p:tgtEl>
                                          <p:spTgt spid="11"/>
                                        </p:tgtEl>
                                        <p:attrNameLst>
                                          <p:attrName>ppt_x</p:attrName>
                                        </p:attrNameLst>
                                      </p:cBhvr>
                                      <p:tavLst>
                                        <p:tav tm="0">
                                          <p:val>
                                            <p:strVal val="ppt_x"/>
                                          </p:val>
                                        </p:tav>
                                        <p:tav tm="100000">
                                          <p:val>
                                            <p:strVal val="0-ppt_w/2"/>
                                          </p:val>
                                        </p:tav>
                                      </p:tavLst>
                                    </p:anim>
                                    <p:anim calcmode="lin" valueType="num">
                                      <p:cBhvr additive="base">
                                        <p:cTn id="85" dur="500"/>
                                        <p:tgtEl>
                                          <p:spTgt spid="11"/>
                                        </p:tgtEl>
                                        <p:attrNameLst>
                                          <p:attrName>ppt_y</p:attrName>
                                        </p:attrNameLst>
                                      </p:cBhvr>
                                      <p:tavLst>
                                        <p:tav tm="0">
                                          <p:val>
                                            <p:strVal val="ppt_y"/>
                                          </p:val>
                                        </p:tav>
                                        <p:tav tm="100000">
                                          <p:val>
                                            <p:strVal val="ppt_y"/>
                                          </p:val>
                                        </p:tav>
                                      </p:tavLst>
                                    </p:anim>
                                    <p:set>
                                      <p:cBhvr>
                                        <p:cTn id="86" dur="1" fill="hold">
                                          <p:stCondLst>
                                            <p:cond delay="499"/>
                                          </p:stCondLst>
                                        </p:cTn>
                                        <p:tgtEl>
                                          <p:spTgt spid="11"/>
                                        </p:tgtEl>
                                        <p:attrNameLst>
                                          <p:attrName>style.visibility</p:attrName>
                                        </p:attrNameLst>
                                      </p:cBhvr>
                                      <p:to>
                                        <p:strVal val="hidden"/>
                                      </p:to>
                                    </p:set>
                                  </p:childTnLst>
                                </p:cTn>
                              </p:par>
                              <p:par>
                                <p:cTn id="87" presetID="2" presetClass="exit" presetSubtype="8" fill="hold" grpId="1" nodeType="withEffect">
                                  <p:stCondLst>
                                    <p:cond delay="0"/>
                                  </p:stCondLst>
                                  <p:childTnLst>
                                    <p:anim calcmode="lin" valueType="num">
                                      <p:cBhvr additive="base">
                                        <p:cTn id="88" dur="500"/>
                                        <p:tgtEl>
                                          <p:spTgt spid="35"/>
                                        </p:tgtEl>
                                        <p:attrNameLst>
                                          <p:attrName>ppt_x</p:attrName>
                                        </p:attrNameLst>
                                      </p:cBhvr>
                                      <p:tavLst>
                                        <p:tav tm="0">
                                          <p:val>
                                            <p:strVal val="ppt_x"/>
                                          </p:val>
                                        </p:tav>
                                        <p:tav tm="100000">
                                          <p:val>
                                            <p:strVal val="0-ppt_w/2"/>
                                          </p:val>
                                        </p:tav>
                                      </p:tavLst>
                                    </p:anim>
                                    <p:anim calcmode="lin" valueType="num">
                                      <p:cBhvr additive="base">
                                        <p:cTn id="89" dur="500"/>
                                        <p:tgtEl>
                                          <p:spTgt spid="35"/>
                                        </p:tgtEl>
                                        <p:attrNameLst>
                                          <p:attrName>ppt_y</p:attrName>
                                        </p:attrNameLst>
                                      </p:cBhvr>
                                      <p:tavLst>
                                        <p:tav tm="0">
                                          <p:val>
                                            <p:strVal val="ppt_y"/>
                                          </p:val>
                                        </p:tav>
                                        <p:tav tm="100000">
                                          <p:val>
                                            <p:strVal val="ppt_y"/>
                                          </p:val>
                                        </p:tav>
                                      </p:tavLst>
                                    </p:anim>
                                    <p:set>
                                      <p:cBhvr>
                                        <p:cTn id="90" dur="1" fill="hold">
                                          <p:stCondLst>
                                            <p:cond delay="499"/>
                                          </p:stCondLst>
                                        </p:cTn>
                                        <p:tgtEl>
                                          <p:spTgt spid="35"/>
                                        </p:tgtEl>
                                        <p:attrNameLst>
                                          <p:attrName>style.visibility</p:attrName>
                                        </p:attrNameLst>
                                      </p:cBhvr>
                                      <p:to>
                                        <p:strVal val="hidden"/>
                                      </p:to>
                                    </p:set>
                                  </p:childTnLst>
                                </p:cTn>
                              </p:par>
                              <p:par>
                                <p:cTn id="91" presetID="2" presetClass="exit" presetSubtype="8" fill="hold" grpId="1" nodeType="withEffect">
                                  <p:stCondLst>
                                    <p:cond delay="0"/>
                                  </p:stCondLst>
                                  <p:childTnLst>
                                    <p:anim calcmode="lin" valueType="num">
                                      <p:cBhvr additive="base">
                                        <p:cTn id="92" dur="500"/>
                                        <p:tgtEl>
                                          <p:spTgt spid="13"/>
                                        </p:tgtEl>
                                        <p:attrNameLst>
                                          <p:attrName>ppt_x</p:attrName>
                                        </p:attrNameLst>
                                      </p:cBhvr>
                                      <p:tavLst>
                                        <p:tav tm="0">
                                          <p:val>
                                            <p:strVal val="ppt_x"/>
                                          </p:val>
                                        </p:tav>
                                        <p:tav tm="100000">
                                          <p:val>
                                            <p:strVal val="0-ppt_w/2"/>
                                          </p:val>
                                        </p:tav>
                                      </p:tavLst>
                                    </p:anim>
                                    <p:anim calcmode="lin" valueType="num">
                                      <p:cBhvr additive="base">
                                        <p:cTn id="93" dur="500"/>
                                        <p:tgtEl>
                                          <p:spTgt spid="13"/>
                                        </p:tgtEl>
                                        <p:attrNameLst>
                                          <p:attrName>ppt_y</p:attrName>
                                        </p:attrNameLst>
                                      </p:cBhvr>
                                      <p:tavLst>
                                        <p:tav tm="0">
                                          <p:val>
                                            <p:strVal val="ppt_y"/>
                                          </p:val>
                                        </p:tav>
                                        <p:tav tm="100000">
                                          <p:val>
                                            <p:strVal val="ppt_y"/>
                                          </p:val>
                                        </p:tav>
                                      </p:tavLst>
                                    </p:anim>
                                    <p:set>
                                      <p:cBhvr>
                                        <p:cTn id="94" dur="1" fill="hold">
                                          <p:stCondLst>
                                            <p:cond delay="499"/>
                                          </p:stCondLst>
                                        </p:cTn>
                                        <p:tgtEl>
                                          <p:spTgt spid="13"/>
                                        </p:tgtEl>
                                        <p:attrNameLst>
                                          <p:attrName>style.visibility</p:attrName>
                                        </p:attrNameLst>
                                      </p:cBhvr>
                                      <p:to>
                                        <p:strVal val="hidden"/>
                                      </p:to>
                                    </p:set>
                                  </p:childTnLst>
                                </p:cTn>
                              </p:par>
                              <p:par>
                                <p:cTn id="95" presetID="2" presetClass="exit" presetSubtype="8" fill="hold" grpId="1" nodeType="withEffect">
                                  <p:stCondLst>
                                    <p:cond delay="0"/>
                                  </p:stCondLst>
                                  <p:childTnLst>
                                    <p:anim calcmode="lin" valueType="num">
                                      <p:cBhvr additive="base">
                                        <p:cTn id="96" dur="500"/>
                                        <p:tgtEl>
                                          <p:spTgt spid="3"/>
                                        </p:tgtEl>
                                        <p:attrNameLst>
                                          <p:attrName>ppt_x</p:attrName>
                                        </p:attrNameLst>
                                      </p:cBhvr>
                                      <p:tavLst>
                                        <p:tav tm="0">
                                          <p:val>
                                            <p:strVal val="ppt_x"/>
                                          </p:val>
                                        </p:tav>
                                        <p:tav tm="100000">
                                          <p:val>
                                            <p:strVal val="0-ppt_w/2"/>
                                          </p:val>
                                        </p:tav>
                                      </p:tavLst>
                                    </p:anim>
                                    <p:anim calcmode="lin" valueType="num">
                                      <p:cBhvr additive="base">
                                        <p:cTn id="97" dur="500"/>
                                        <p:tgtEl>
                                          <p:spTgt spid="3"/>
                                        </p:tgtEl>
                                        <p:attrNameLst>
                                          <p:attrName>ppt_y</p:attrName>
                                        </p:attrNameLst>
                                      </p:cBhvr>
                                      <p:tavLst>
                                        <p:tav tm="0">
                                          <p:val>
                                            <p:strVal val="ppt_y"/>
                                          </p:val>
                                        </p:tav>
                                        <p:tav tm="100000">
                                          <p:val>
                                            <p:strVal val="ppt_y"/>
                                          </p:val>
                                        </p:tav>
                                      </p:tavLst>
                                    </p:anim>
                                    <p:set>
                                      <p:cBhvr>
                                        <p:cTn id="98" dur="1" fill="hold">
                                          <p:stCondLst>
                                            <p:cond delay="499"/>
                                          </p:stCondLst>
                                        </p:cTn>
                                        <p:tgtEl>
                                          <p:spTgt spid="3"/>
                                        </p:tgtEl>
                                        <p:attrNameLst>
                                          <p:attrName>style.visibility</p:attrName>
                                        </p:attrNameLst>
                                      </p:cBhvr>
                                      <p:to>
                                        <p:strVal val="hidden"/>
                                      </p:to>
                                    </p:set>
                                  </p:childTnLst>
                                </p:cTn>
                              </p:par>
                              <p:par>
                                <p:cTn id="99" presetID="2" presetClass="exit" presetSubtype="8" fill="hold" grpId="1" nodeType="withEffect">
                                  <p:stCondLst>
                                    <p:cond delay="0"/>
                                  </p:stCondLst>
                                  <p:childTnLst>
                                    <p:anim calcmode="lin" valueType="num">
                                      <p:cBhvr additive="base">
                                        <p:cTn id="100" dur="500"/>
                                        <p:tgtEl>
                                          <p:spTgt spid="4"/>
                                        </p:tgtEl>
                                        <p:attrNameLst>
                                          <p:attrName>ppt_x</p:attrName>
                                        </p:attrNameLst>
                                      </p:cBhvr>
                                      <p:tavLst>
                                        <p:tav tm="0">
                                          <p:val>
                                            <p:strVal val="ppt_x"/>
                                          </p:val>
                                        </p:tav>
                                        <p:tav tm="100000">
                                          <p:val>
                                            <p:strVal val="0-ppt_w/2"/>
                                          </p:val>
                                        </p:tav>
                                      </p:tavLst>
                                    </p:anim>
                                    <p:anim calcmode="lin" valueType="num">
                                      <p:cBhvr additive="base">
                                        <p:cTn id="101" dur="500"/>
                                        <p:tgtEl>
                                          <p:spTgt spid="4"/>
                                        </p:tgtEl>
                                        <p:attrNameLst>
                                          <p:attrName>ppt_y</p:attrName>
                                        </p:attrNameLst>
                                      </p:cBhvr>
                                      <p:tavLst>
                                        <p:tav tm="0">
                                          <p:val>
                                            <p:strVal val="ppt_y"/>
                                          </p:val>
                                        </p:tav>
                                        <p:tav tm="100000">
                                          <p:val>
                                            <p:strVal val="ppt_y"/>
                                          </p:val>
                                        </p:tav>
                                      </p:tavLst>
                                    </p:anim>
                                    <p:set>
                                      <p:cBhvr>
                                        <p:cTn id="102" dur="1" fill="hold">
                                          <p:stCondLst>
                                            <p:cond delay="499"/>
                                          </p:stCondLst>
                                        </p:cTn>
                                        <p:tgtEl>
                                          <p:spTgt spid="4"/>
                                        </p:tgtEl>
                                        <p:attrNameLst>
                                          <p:attrName>style.visibility</p:attrName>
                                        </p:attrNameLst>
                                      </p:cBhvr>
                                      <p:to>
                                        <p:strVal val="hidden"/>
                                      </p:to>
                                    </p:set>
                                  </p:childTnLst>
                                </p:cTn>
                              </p:par>
                              <p:par>
                                <p:cTn id="103" presetID="2" presetClass="exit" presetSubtype="8" fill="hold" grpId="1" nodeType="withEffect">
                                  <p:stCondLst>
                                    <p:cond delay="0"/>
                                  </p:stCondLst>
                                  <p:childTnLst>
                                    <p:anim calcmode="lin" valueType="num">
                                      <p:cBhvr additive="base">
                                        <p:cTn id="104" dur="500"/>
                                        <p:tgtEl>
                                          <p:spTgt spid="12"/>
                                        </p:tgtEl>
                                        <p:attrNameLst>
                                          <p:attrName>ppt_x</p:attrName>
                                        </p:attrNameLst>
                                      </p:cBhvr>
                                      <p:tavLst>
                                        <p:tav tm="0">
                                          <p:val>
                                            <p:strVal val="ppt_x"/>
                                          </p:val>
                                        </p:tav>
                                        <p:tav tm="100000">
                                          <p:val>
                                            <p:strVal val="0-ppt_w/2"/>
                                          </p:val>
                                        </p:tav>
                                      </p:tavLst>
                                    </p:anim>
                                    <p:anim calcmode="lin" valueType="num">
                                      <p:cBhvr additive="base">
                                        <p:cTn id="105" dur="500"/>
                                        <p:tgtEl>
                                          <p:spTgt spid="12"/>
                                        </p:tgtEl>
                                        <p:attrNameLst>
                                          <p:attrName>ppt_y</p:attrName>
                                        </p:attrNameLst>
                                      </p:cBhvr>
                                      <p:tavLst>
                                        <p:tav tm="0">
                                          <p:val>
                                            <p:strVal val="ppt_y"/>
                                          </p:val>
                                        </p:tav>
                                        <p:tav tm="100000">
                                          <p:val>
                                            <p:strVal val="ppt_y"/>
                                          </p:val>
                                        </p:tav>
                                      </p:tavLst>
                                    </p:anim>
                                    <p:set>
                                      <p:cBhvr>
                                        <p:cTn id="106" dur="1" fill="hold">
                                          <p:stCondLst>
                                            <p:cond delay="499"/>
                                          </p:stCondLst>
                                        </p:cTn>
                                        <p:tgtEl>
                                          <p:spTgt spid="12"/>
                                        </p:tgtEl>
                                        <p:attrNameLst>
                                          <p:attrName>style.visibility</p:attrName>
                                        </p:attrNameLst>
                                      </p:cBhvr>
                                      <p:to>
                                        <p:strVal val="hidden"/>
                                      </p:to>
                                    </p:set>
                                  </p:childTnLst>
                                </p:cTn>
                              </p:par>
                            </p:childTnLst>
                          </p:cTn>
                        </p:par>
                      </p:childTnLst>
                    </p:cTn>
                  </p:par>
                  <p:par>
                    <p:cTn id="107" fill="hold">
                      <p:stCondLst>
                        <p:cond delay="indefinite"/>
                      </p:stCondLst>
                      <p:childTnLst>
                        <p:par>
                          <p:cTn id="108" fill="hold">
                            <p:stCondLst>
                              <p:cond delay="0"/>
                            </p:stCondLst>
                            <p:childTnLst>
                              <p:par>
                                <p:cTn id="109" presetID="42" presetClass="entr" presetSubtype="0" fill="hold" grpId="0" nodeType="clickEffect">
                                  <p:stCondLst>
                                    <p:cond delay="0"/>
                                  </p:stCondLst>
                                  <p:childTnLst>
                                    <p:set>
                                      <p:cBhvr>
                                        <p:cTn id="110" dur="1" fill="hold">
                                          <p:stCondLst>
                                            <p:cond delay="0"/>
                                          </p:stCondLst>
                                        </p:cTn>
                                        <p:tgtEl>
                                          <p:spTgt spid="16"/>
                                        </p:tgtEl>
                                        <p:attrNameLst>
                                          <p:attrName>style.visibility</p:attrName>
                                        </p:attrNameLst>
                                      </p:cBhvr>
                                      <p:to>
                                        <p:strVal val="visible"/>
                                      </p:to>
                                    </p:set>
                                    <p:animEffect transition="in" filter="fade">
                                      <p:cBhvr>
                                        <p:cTn id="111" dur="1000"/>
                                        <p:tgtEl>
                                          <p:spTgt spid="16"/>
                                        </p:tgtEl>
                                      </p:cBhvr>
                                    </p:animEffect>
                                    <p:anim calcmode="lin" valueType="num">
                                      <p:cBhvr>
                                        <p:cTn id="112" dur="1000" fill="hold"/>
                                        <p:tgtEl>
                                          <p:spTgt spid="16"/>
                                        </p:tgtEl>
                                        <p:attrNameLst>
                                          <p:attrName>ppt_x</p:attrName>
                                        </p:attrNameLst>
                                      </p:cBhvr>
                                      <p:tavLst>
                                        <p:tav tm="0">
                                          <p:val>
                                            <p:strVal val="#ppt_x"/>
                                          </p:val>
                                        </p:tav>
                                        <p:tav tm="100000">
                                          <p:val>
                                            <p:strVal val="#ppt_x"/>
                                          </p:val>
                                        </p:tav>
                                      </p:tavLst>
                                    </p:anim>
                                    <p:anim calcmode="lin" valueType="num">
                                      <p:cBhvr>
                                        <p:cTn id="113" dur="1000" fill="hold"/>
                                        <p:tgtEl>
                                          <p:spTgt spid="16"/>
                                        </p:tgtEl>
                                        <p:attrNameLst>
                                          <p:attrName>ppt_y</p:attrName>
                                        </p:attrNameLst>
                                      </p:cBhvr>
                                      <p:tavLst>
                                        <p:tav tm="0">
                                          <p:val>
                                            <p:strVal val="#ppt_y+.1"/>
                                          </p:val>
                                        </p:tav>
                                        <p:tav tm="100000">
                                          <p:val>
                                            <p:strVal val="#ppt_y"/>
                                          </p:val>
                                        </p:tav>
                                      </p:tavLst>
                                    </p:anim>
                                  </p:childTnLst>
                                </p:cTn>
                              </p:par>
                            </p:childTnLst>
                          </p:cTn>
                        </p:par>
                      </p:childTnLst>
                    </p:cTn>
                  </p:par>
                  <p:par>
                    <p:cTn id="114" fill="hold">
                      <p:stCondLst>
                        <p:cond delay="indefinite"/>
                      </p:stCondLst>
                      <p:childTnLst>
                        <p:par>
                          <p:cTn id="115" fill="hold">
                            <p:stCondLst>
                              <p:cond delay="0"/>
                            </p:stCondLst>
                            <p:childTnLst>
                              <p:par>
                                <p:cTn id="116" presetID="22" presetClass="entr" presetSubtype="2" fill="hold" nodeType="clickEffect">
                                  <p:stCondLst>
                                    <p:cond delay="0"/>
                                  </p:stCondLst>
                                  <p:childTnLst>
                                    <p:set>
                                      <p:cBhvr>
                                        <p:cTn id="117" dur="1" fill="hold">
                                          <p:stCondLst>
                                            <p:cond delay="0"/>
                                          </p:stCondLst>
                                        </p:cTn>
                                        <p:tgtEl>
                                          <p:spTgt spid="23"/>
                                        </p:tgtEl>
                                        <p:attrNameLst>
                                          <p:attrName>style.visibility</p:attrName>
                                        </p:attrNameLst>
                                      </p:cBhvr>
                                      <p:to>
                                        <p:strVal val="visible"/>
                                      </p:to>
                                    </p:set>
                                    <p:animEffect transition="in" filter="wipe(right)">
                                      <p:cBhvr>
                                        <p:cTn id="118" dur="500"/>
                                        <p:tgtEl>
                                          <p:spTgt spid="23"/>
                                        </p:tgtEl>
                                      </p:cBhvr>
                                    </p:animEffect>
                                  </p:childTnLst>
                                </p:cTn>
                              </p:par>
                              <p:par>
                                <p:cTn id="119" presetID="22" presetClass="entr" presetSubtype="1" fill="hold" nodeType="withEffect">
                                  <p:stCondLst>
                                    <p:cond delay="0"/>
                                  </p:stCondLst>
                                  <p:childTnLst>
                                    <p:set>
                                      <p:cBhvr>
                                        <p:cTn id="120" dur="1" fill="hold">
                                          <p:stCondLst>
                                            <p:cond delay="0"/>
                                          </p:stCondLst>
                                        </p:cTn>
                                        <p:tgtEl>
                                          <p:spTgt spid="24"/>
                                        </p:tgtEl>
                                        <p:attrNameLst>
                                          <p:attrName>style.visibility</p:attrName>
                                        </p:attrNameLst>
                                      </p:cBhvr>
                                      <p:to>
                                        <p:strVal val="visible"/>
                                      </p:to>
                                    </p:set>
                                    <p:animEffect transition="in" filter="wipe(up)">
                                      <p:cBhvr>
                                        <p:cTn id="121" dur="500"/>
                                        <p:tgtEl>
                                          <p:spTgt spid="24"/>
                                        </p:tgtEl>
                                      </p:cBhvr>
                                    </p:animEffect>
                                  </p:childTnLst>
                                </p:cTn>
                              </p:par>
                              <p:par>
                                <p:cTn id="122" presetID="22" presetClass="entr" presetSubtype="8" fill="hold" nodeType="withEffect">
                                  <p:stCondLst>
                                    <p:cond delay="0"/>
                                  </p:stCondLst>
                                  <p:childTnLst>
                                    <p:set>
                                      <p:cBhvr>
                                        <p:cTn id="123" dur="1" fill="hold">
                                          <p:stCondLst>
                                            <p:cond delay="0"/>
                                          </p:stCondLst>
                                        </p:cTn>
                                        <p:tgtEl>
                                          <p:spTgt spid="27"/>
                                        </p:tgtEl>
                                        <p:attrNameLst>
                                          <p:attrName>style.visibility</p:attrName>
                                        </p:attrNameLst>
                                      </p:cBhvr>
                                      <p:to>
                                        <p:strVal val="visible"/>
                                      </p:to>
                                    </p:set>
                                    <p:animEffect transition="in" filter="wipe(left)">
                                      <p:cBhvr>
                                        <p:cTn id="124" dur="500"/>
                                        <p:tgtEl>
                                          <p:spTgt spid="27"/>
                                        </p:tgtEl>
                                      </p:cBhvr>
                                    </p:animEffect>
                                  </p:childTnLst>
                                </p:cTn>
                              </p:par>
                            </p:childTnLst>
                          </p:cTn>
                        </p:par>
                      </p:childTnLst>
                    </p:cTn>
                  </p:par>
                  <p:par>
                    <p:cTn id="125" fill="hold">
                      <p:stCondLst>
                        <p:cond delay="indefinite"/>
                      </p:stCondLst>
                      <p:childTnLst>
                        <p:par>
                          <p:cTn id="126" fill="hold">
                            <p:stCondLst>
                              <p:cond delay="0"/>
                            </p:stCondLst>
                            <p:childTnLst>
                              <p:par>
                                <p:cTn id="127" presetID="42" presetClass="entr" presetSubtype="0" fill="hold" grpId="0" nodeType="clickEffect">
                                  <p:stCondLst>
                                    <p:cond delay="0"/>
                                  </p:stCondLst>
                                  <p:childTnLst>
                                    <p:set>
                                      <p:cBhvr>
                                        <p:cTn id="128" dur="1" fill="hold">
                                          <p:stCondLst>
                                            <p:cond delay="0"/>
                                          </p:stCondLst>
                                        </p:cTn>
                                        <p:tgtEl>
                                          <p:spTgt spid="19"/>
                                        </p:tgtEl>
                                        <p:attrNameLst>
                                          <p:attrName>style.visibility</p:attrName>
                                        </p:attrNameLst>
                                      </p:cBhvr>
                                      <p:to>
                                        <p:strVal val="visible"/>
                                      </p:to>
                                    </p:set>
                                    <p:animEffect transition="in" filter="fade">
                                      <p:cBhvr>
                                        <p:cTn id="129" dur="1000"/>
                                        <p:tgtEl>
                                          <p:spTgt spid="19"/>
                                        </p:tgtEl>
                                      </p:cBhvr>
                                    </p:animEffect>
                                    <p:anim calcmode="lin" valueType="num">
                                      <p:cBhvr>
                                        <p:cTn id="130" dur="1000" fill="hold"/>
                                        <p:tgtEl>
                                          <p:spTgt spid="19"/>
                                        </p:tgtEl>
                                        <p:attrNameLst>
                                          <p:attrName>ppt_x</p:attrName>
                                        </p:attrNameLst>
                                      </p:cBhvr>
                                      <p:tavLst>
                                        <p:tav tm="0">
                                          <p:val>
                                            <p:strVal val="#ppt_x"/>
                                          </p:val>
                                        </p:tav>
                                        <p:tav tm="100000">
                                          <p:val>
                                            <p:strVal val="#ppt_x"/>
                                          </p:val>
                                        </p:tav>
                                      </p:tavLst>
                                    </p:anim>
                                    <p:anim calcmode="lin" valueType="num">
                                      <p:cBhvr>
                                        <p:cTn id="131" dur="1000" fill="hold"/>
                                        <p:tgtEl>
                                          <p:spTgt spid="19"/>
                                        </p:tgtEl>
                                        <p:attrNameLst>
                                          <p:attrName>ppt_y</p:attrName>
                                        </p:attrNameLst>
                                      </p:cBhvr>
                                      <p:tavLst>
                                        <p:tav tm="0">
                                          <p:val>
                                            <p:strVal val="#ppt_y+.1"/>
                                          </p:val>
                                        </p:tav>
                                        <p:tav tm="100000">
                                          <p:val>
                                            <p:strVal val="#ppt_y"/>
                                          </p:val>
                                        </p:tav>
                                      </p:tavLst>
                                    </p:anim>
                                  </p:childTnLst>
                                </p:cTn>
                              </p:par>
                              <p:par>
                                <p:cTn id="132" presetID="42" presetClass="entr" presetSubtype="0" fill="hold" grpId="0" nodeType="withEffect">
                                  <p:stCondLst>
                                    <p:cond delay="0"/>
                                  </p:stCondLst>
                                  <p:childTnLst>
                                    <p:set>
                                      <p:cBhvr>
                                        <p:cTn id="133" dur="1" fill="hold">
                                          <p:stCondLst>
                                            <p:cond delay="0"/>
                                          </p:stCondLst>
                                        </p:cTn>
                                        <p:tgtEl>
                                          <p:spTgt spid="20"/>
                                        </p:tgtEl>
                                        <p:attrNameLst>
                                          <p:attrName>style.visibility</p:attrName>
                                        </p:attrNameLst>
                                      </p:cBhvr>
                                      <p:to>
                                        <p:strVal val="visible"/>
                                      </p:to>
                                    </p:set>
                                    <p:animEffect transition="in" filter="fade">
                                      <p:cBhvr>
                                        <p:cTn id="134" dur="1000"/>
                                        <p:tgtEl>
                                          <p:spTgt spid="20"/>
                                        </p:tgtEl>
                                      </p:cBhvr>
                                    </p:animEffect>
                                    <p:anim calcmode="lin" valueType="num">
                                      <p:cBhvr>
                                        <p:cTn id="135" dur="1000" fill="hold"/>
                                        <p:tgtEl>
                                          <p:spTgt spid="20"/>
                                        </p:tgtEl>
                                        <p:attrNameLst>
                                          <p:attrName>ppt_x</p:attrName>
                                        </p:attrNameLst>
                                      </p:cBhvr>
                                      <p:tavLst>
                                        <p:tav tm="0">
                                          <p:val>
                                            <p:strVal val="#ppt_x"/>
                                          </p:val>
                                        </p:tav>
                                        <p:tav tm="100000">
                                          <p:val>
                                            <p:strVal val="#ppt_x"/>
                                          </p:val>
                                        </p:tav>
                                      </p:tavLst>
                                    </p:anim>
                                    <p:anim calcmode="lin" valueType="num">
                                      <p:cBhvr>
                                        <p:cTn id="136" dur="1000" fill="hold"/>
                                        <p:tgtEl>
                                          <p:spTgt spid="20"/>
                                        </p:tgtEl>
                                        <p:attrNameLst>
                                          <p:attrName>ppt_y</p:attrName>
                                        </p:attrNameLst>
                                      </p:cBhvr>
                                      <p:tavLst>
                                        <p:tav tm="0">
                                          <p:val>
                                            <p:strVal val="#ppt_y+.1"/>
                                          </p:val>
                                        </p:tav>
                                        <p:tav tm="100000">
                                          <p:val>
                                            <p:strVal val="#ppt_y"/>
                                          </p:val>
                                        </p:tav>
                                      </p:tavLst>
                                    </p:anim>
                                  </p:childTnLst>
                                </p:cTn>
                              </p:par>
                              <p:par>
                                <p:cTn id="137" presetID="42" presetClass="entr" presetSubtype="0" fill="hold" grpId="0" nodeType="withEffect">
                                  <p:stCondLst>
                                    <p:cond delay="0"/>
                                  </p:stCondLst>
                                  <p:childTnLst>
                                    <p:set>
                                      <p:cBhvr>
                                        <p:cTn id="138" dur="1" fill="hold">
                                          <p:stCondLst>
                                            <p:cond delay="0"/>
                                          </p:stCondLst>
                                        </p:cTn>
                                        <p:tgtEl>
                                          <p:spTgt spid="21"/>
                                        </p:tgtEl>
                                        <p:attrNameLst>
                                          <p:attrName>style.visibility</p:attrName>
                                        </p:attrNameLst>
                                      </p:cBhvr>
                                      <p:to>
                                        <p:strVal val="visible"/>
                                      </p:to>
                                    </p:set>
                                    <p:animEffect transition="in" filter="fade">
                                      <p:cBhvr>
                                        <p:cTn id="139" dur="1000"/>
                                        <p:tgtEl>
                                          <p:spTgt spid="21"/>
                                        </p:tgtEl>
                                      </p:cBhvr>
                                    </p:animEffect>
                                    <p:anim calcmode="lin" valueType="num">
                                      <p:cBhvr>
                                        <p:cTn id="140" dur="1000" fill="hold"/>
                                        <p:tgtEl>
                                          <p:spTgt spid="21"/>
                                        </p:tgtEl>
                                        <p:attrNameLst>
                                          <p:attrName>ppt_x</p:attrName>
                                        </p:attrNameLst>
                                      </p:cBhvr>
                                      <p:tavLst>
                                        <p:tav tm="0">
                                          <p:val>
                                            <p:strVal val="#ppt_x"/>
                                          </p:val>
                                        </p:tav>
                                        <p:tav tm="100000">
                                          <p:val>
                                            <p:strVal val="#ppt_x"/>
                                          </p:val>
                                        </p:tav>
                                      </p:tavLst>
                                    </p:anim>
                                    <p:anim calcmode="lin" valueType="num">
                                      <p:cBhvr>
                                        <p:cTn id="141" dur="1000" fill="hold"/>
                                        <p:tgtEl>
                                          <p:spTgt spid="21"/>
                                        </p:tgtEl>
                                        <p:attrNameLst>
                                          <p:attrName>ppt_y</p:attrName>
                                        </p:attrNameLst>
                                      </p:cBhvr>
                                      <p:tavLst>
                                        <p:tav tm="0">
                                          <p:val>
                                            <p:strVal val="#ppt_y+.1"/>
                                          </p:val>
                                        </p:tav>
                                        <p:tav tm="100000">
                                          <p:val>
                                            <p:strVal val="#ppt_y"/>
                                          </p:val>
                                        </p:tav>
                                      </p:tavLst>
                                    </p:anim>
                                  </p:childTnLst>
                                </p:cTn>
                              </p:par>
                            </p:childTnLst>
                          </p:cTn>
                        </p:par>
                      </p:childTnLst>
                    </p:cTn>
                  </p:par>
                  <p:par>
                    <p:cTn id="142" fill="hold">
                      <p:stCondLst>
                        <p:cond delay="indefinite"/>
                      </p:stCondLst>
                      <p:childTnLst>
                        <p:par>
                          <p:cTn id="143" fill="hold">
                            <p:stCondLst>
                              <p:cond delay="0"/>
                            </p:stCondLst>
                            <p:childTnLst>
                              <p:par>
                                <p:cTn id="144" presetID="22" presetClass="entr" presetSubtype="8" fill="hold" nodeType="clickEffect">
                                  <p:stCondLst>
                                    <p:cond delay="0"/>
                                  </p:stCondLst>
                                  <p:childTnLst>
                                    <p:set>
                                      <p:cBhvr>
                                        <p:cTn id="145" dur="1" fill="hold">
                                          <p:stCondLst>
                                            <p:cond delay="0"/>
                                          </p:stCondLst>
                                        </p:cTn>
                                        <p:tgtEl>
                                          <p:spTgt spid="31"/>
                                        </p:tgtEl>
                                        <p:attrNameLst>
                                          <p:attrName>style.visibility</p:attrName>
                                        </p:attrNameLst>
                                      </p:cBhvr>
                                      <p:to>
                                        <p:strVal val="visible"/>
                                      </p:to>
                                    </p:set>
                                    <p:animEffect transition="in" filter="wipe(left)">
                                      <p:cBhvr>
                                        <p:cTn id="146" dur="500"/>
                                        <p:tgtEl>
                                          <p:spTgt spid="31"/>
                                        </p:tgtEl>
                                      </p:cBhvr>
                                    </p:animEffect>
                                  </p:childTnLst>
                                </p:cTn>
                              </p:par>
                              <p:par>
                                <p:cTn id="147" presetID="22" presetClass="entr" presetSubtype="2" fill="hold" nodeType="withEffect">
                                  <p:stCondLst>
                                    <p:cond delay="0"/>
                                  </p:stCondLst>
                                  <p:childTnLst>
                                    <p:set>
                                      <p:cBhvr>
                                        <p:cTn id="148" dur="1" fill="hold">
                                          <p:stCondLst>
                                            <p:cond delay="0"/>
                                          </p:stCondLst>
                                        </p:cTn>
                                        <p:tgtEl>
                                          <p:spTgt spid="36"/>
                                        </p:tgtEl>
                                        <p:attrNameLst>
                                          <p:attrName>style.visibility</p:attrName>
                                        </p:attrNameLst>
                                      </p:cBhvr>
                                      <p:to>
                                        <p:strVal val="visible"/>
                                      </p:to>
                                    </p:set>
                                    <p:animEffect transition="in" filter="wipe(right)">
                                      <p:cBhvr>
                                        <p:cTn id="149" dur="500"/>
                                        <p:tgtEl>
                                          <p:spTgt spid="36"/>
                                        </p:tgtEl>
                                      </p:cBhvr>
                                    </p:animEffect>
                                  </p:childTnLst>
                                </p:cTn>
                              </p:par>
                              <p:par>
                                <p:cTn id="150" presetID="22" presetClass="entr" presetSubtype="2" fill="hold" nodeType="withEffect">
                                  <p:stCondLst>
                                    <p:cond delay="0"/>
                                  </p:stCondLst>
                                  <p:childTnLst>
                                    <p:set>
                                      <p:cBhvr>
                                        <p:cTn id="151" dur="1" fill="hold">
                                          <p:stCondLst>
                                            <p:cond delay="0"/>
                                          </p:stCondLst>
                                        </p:cTn>
                                        <p:tgtEl>
                                          <p:spTgt spid="39"/>
                                        </p:tgtEl>
                                        <p:attrNameLst>
                                          <p:attrName>style.visibility</p:attrName>
                                        </p:attrNameLst>
                                      </p:cBhvr>
                                      <p:to>
                                        <p:strVal val="visible"/>
                                      </p:to>
                                    </p:set>
                                    <p:animEffect transition="in" filter="wipe(right)">
                                      <p:cBhvr>
                                        <p:cTn id="152" dur="500"/>
                                        <p:tgtEl>
                                          <p:spTgt spid="39"/>
                                        </p:tgtEl>
                                      </p:cBhvr>
                                    </p:animEffect>
                                  </p:childTnLst>
                                </p:cTn>
                              </p:par>
                            </p:childTnLst>
                          </p:cTn>
                        </p:par>
                      </p:childTnLst>
                    </p:cTn>
                  </p:par>
                  <p:par>
                    <p:cTn id="153" fill="hold">
                      <p:stCondLst>
                        <p:cond delay="indefinite"/>
                      </p:stCondLst>
                      <p:childTnLst>
                        <p:par>
                          <p:cTn id="154" fill="hold">
                            <p:stCondLst>
                              <p:cond delay="0"/>
                            </p:stCondLst>
                            <p:childTnLst>
                              <p:par>
                                <p:cTn id="155" presetID="42" presetClass="entr" presetSubtype="0" fill="hold" grpId="0" nodeType="clickEffect">
                                  <p:stCondLst>
                                    <p:cond delay="0"/>
                                  </p:stCondLst>
                                  <p:childTnLst>
                                    <p:set>
                                      <p:cBhvr>
                                        <p:cTn id="156" dur="1" fill="hold">
                                          <p:stCondLst>
                                            <p:cond delay="0"/>
                                          </p:stCondLst>
                                        </p:cTn>
                                        <p:tgtEl>
                                          <p:spTgt spid="18"/>
                                        </p:tgtEl>
                                        <p:attrNameLst>
                                          <p:attrName>style.visibility</p:attrName>
                                        </p:attrNameLst>
                                      </p:cBhvr>
                                      <p:to>
                                        <p:strVal val="visible"/>
                                      </p:to>
                                    </p:set>
                                    <p:animEffect transition="in" filter="fade">
                                      <p:cBhvr>
                                        <p:cTn id="157" dur="1000"/>
                                        <p:tgtEl>
                                          <p:spTgt spid="18"/>
                                        </p:tgtEl>
                                      </p:cBhvr>
                                    </p:animEffect>
                                    <p:anim calcmode="lin" valueType="num">
                                      <p:cBhvr>
                                        <p:cTn id="158" dur="1000" fill="hold"/>
                                        <p:tgtEl>
                                          <p:spTgt spid="18"/>
                                        </p:tgtEl>
                                        <p:attrNameLst>
                                          <p:attrName>ppt_x</p:attrName>
                                        </p:attrNameLst>
                                      </p:cBhvr>
                                      <p:tavLst>
                                        <p:tav tm="0">
                                          <p:val>
                                            <p:strVal val="#ppt_x"/>
                                          </p:val>
                                        </p:tav>
                                        <p:tav tm="100000">
                                          <p:val>
                                            <p:strVal val="#ppt_x"/>
                                          </p:val>
                                        </p:tav>
                                      </p:tavLst>
                                    </p:anim>
                                    <p:anim calcmode="lin" valueType="num">
                                      <p:cBhvr>
                                        <p:cTn id="159" dur="1000" fill="hold"/>
                                        <p:tgtEl>
                                          <p:spTgt spid="18"/>
                                        </p:tgtEl>
                                        <p:attrNameLst>
                                          <p:attrName>ppt_y</p:attrName>
                                        </p:attrNameLst>
                                      </p:cBhvr>
                                      <p:tavLst>
                                        <p:tav tm="0">
                                          <p:val>
                                            <p:strVal val="#ppt_y+.1"/>
                                          </p:val>
                                        </p:tav>
                                        <p:tav tm="100000">
                                          <p:val>
                                            <p:strVal val="#ppt_y"/>
                                          </p:val>
                                        </p:tav>
                                      </p:tavLst>
                                    </p:anim>
                                  </p:childTnLst>
                                </p:cTn>
                              </p:par>
                            </p:childTnLst>
                          </p:cTn>
                        </p:par>
                      </p:childTnLst>
                    </p:cTn>
                  </p:par>
                  <p:par>
                    <p:cTn id="160" fill="hold">
                      <p:stCondLst>
                        <p:cond delay="indefinite"/>
                      </p:stCondLst>
                      <p:childTnLst>
                        <p:par>
                          <p:cTn id="161" fill="hold">
                            <p:stCondLst>
                              <p:cond delay="0"/>
                            </p:stCondLst>
                            <p:childTnLst>
                              <p:par>
                                <p:cTn id="162" presetID="22" presetClass="entr" presetSubtype="8" fill="hold" nodeType="clickEffect">
                                  <p:stCondLst>
                                    <p:cond delay="0"/>
                                  </p:stCondLst>
                                  <p:childTnLst>
                                    <p:set>
                                      <p:cBhvr>
                                        <p:cTn id="163" dur="1" fill="hold">
                                          <p:stCondLst>
                                            <p:cond delay="0"/>
                                          </p:stCondLst>
                                        </p:cTn>
                                        <p:tgtEl>
                                          <p:spTgt spid="42"/>
                                        </p:tgtEl>
                                        <p:attrNameLst>
                                          <p:attrName>style.visibility</p:attrName>
                                        </p:attrNameLst>
                                      </p:cBhvr>
                                      <p:to>
                                        <p:strVal val="visible"/>
                                      </p:to>
                                    </p:set>
                                    <p:animEffect transition="in" filter="wipe(left)">
                                      <p:cBhvr>
                                        <p:cTn id="164" dur="500"/>
                                        <p:tgtEl>
                                          <p:spTgt spid="42"/>
                                        </p:tgtEl>
                                      </p:cBhvr>
                                    </p:animEffect>
                                  </p:childTnLst>
                                </p:cTn>
                              </p:par>
                              <p:par>
                                <p:cTn id="165" presetID="22" presetClass="entr" presetSubtype="8" fill="hold" nodeType="withEffect">
                                  <p:stCondLst>
                                    <p:cond delay="0"/>
                                  </p:stCondLst>
                                  <p:childTnLst>
                                    <p:set>
                                      <p:cBhvr>
                                        <p:cTn id="166" dur="1" fill="hold">
                                          <p:stCondLst>
                                            <p:cond delay="0"/>
                                          </p:stCondLst>
                                        </p:cTn>
                                        <p:tgtEl>
                                          <p:spTgt spid="45"/>
                                        </p:tgtEl>
                                        <p:attrNameLst>
                                          <p:attrName>style.visibility</p:attrName>
                                        </p:attrNameLst>
                                      </p:cBhvr>
                                      <p:to>
                                        <p:strVal val="visible"/>
                                      </p:to>
                                    </p:set>
                                    <p:animEffect transition="in" filter="wipe(left)">
                                      <p:cBhvr>
                                        <p:cTn id="167" dur="500"/>
                                        <p:tgtEl>
                                          <p:spTgt spid="45"/>
                                        </p:tgtEl>
                                      </p:cBhvr>
                                    </p:animEffect>
                                  </p:childTnLst>
                                </p:cTn>
                              </p:par>
                              <p:par>
                                <p:cTn id="168" presetID="22" presetClass="entr" presetSubtype="2" fill="hold" nodeType="withEffect">
                                  <p:stCondLst>
                                    <p:cond delay="0"/>
                                  </p:stCondLst>
                                  <p:childTnLst>
                                    <p:set>
                                      <p:cBhvr>
                                        <p:cTn id="169" dur="1" fill="hold">
                                          <p:stCondLst>
                                            <p:cond delay="0"/>
                                          </p:stCondLst>
                                        </p:cTn>
                                        <p:tgtEl>
                                          <p:spTgt spid="48"/>
                                        </p:tgtEl>
                                        <p:attrNameLst>
                                          <p:attrName>style.visibility</p:attrName>
                                        </p:attrNameLst>
                                      </p:cBhvr>
                                      <p:to>
                                        <p:strVal val="visible"/>
                                      </p:to>
                                    </p:set>
                                    <p:animEffect transition="in" filter="wipe(right)">
                                      <p:cBhvr>
                                        <p:cTn id="170" dur="500"/>
                                        <p:tgtEl>
                                          <p:spTgt spid="48"/>
                                        </p:tgtEl>
                                      </p:cBhvr>
                                    </p:animEffect>
                                  </p:childTnLst>
                                </p:cTn>
                              </p:par>
                            </p:childTnLst>
                          </p:cTn>
                        </p:par>
                      </p:childTnLst>
                    </p:cTn>
                  </p:par>
                  <p:par>
                    <p:cTn id="171" fill="hold">
                      <p:stCondLst>
                        <p:cond delay="indefinite"/>
                      </p:stCondLst>
                      <p:childTnLst>
                        <p:par>
                          <p:cTn id="172" fill="hold">
                            <p:stCondLst>
                              <p:cond delay="0"/>
                            </p:stCondLst>
                            <p:childTnLst>
                              <p:par>
                                <p:cTn id="173" presetID="42" presetClass="entr" presetSubtype="0" fill="hold" grpId="0" nodeType="clickEffect">
                                  <p:stCondLst>
                                    <p:cond delay="0"/>
                                  </p:stCondLst>
                                  <p:childTnLst>
                                    <p:set>
                                      <p:cBhvr>
                                        <p:cTn id="174" dur="1" fill="hold">
                                          <p:stCondLst>
                                            <p:cond delay="0"/>
                                          </p:stCondLst>
                                        </p:cTn>
                                        <p:tgtEl>
                                          <p:spTgt spid="17"/>
                                        </p:tgtEl>
                                        <p:attrNameLst>
                                          <p:attrName>style.visibility</p:attrName>
                                        </p:attrNameLst>
                                      </p:cBhvr>
                                      <p:to>
                                        <p:strVal val="visible"/>
                                      </p:to>
                                    </p:set>
                                    <p:animEffect transition="in" filter="fade">
                                      <p:cBhvr>
                                        <p:cTn id="175" dur="1000"/>
                                        <p:tgtEl>
                                          <p:spTgt spid="17"/>
                                        </p:tgtEl>
                                      </p:cBhvr>
                                    </p:animEffect>
                                    <p:anim calcmode="lin" valueType="num">
                                      <p:cBhvr>
                                        <p:cTn id="176" dur="1000" fill="hold"/>
                                        <p:tgtEl>
                                          <p:spTgt spid="17"/>
                                        </p:tgtEl>
                                        <p:attrNameLst>
                                          <p:attrName>ppt_x</p:attrName>
                                        </p:attrNameLst>
                                      </p:cBhvr>
                                      <p:tavLst>
                                        <p:tav tm="0">
                                          <p:val>
                                            <p:strVal val="#ppt_x"/>
                                          </p:val>
                                        </p:tav>
                                        <p:tav tm="100000">
                                          <p:val>
                                            <p:strVal val="#ppt_x"/>
                                          </p:val>
                                        </p:tav>
                                      </p:tavLst>
                                    </p:anim>
                                    <p:anim calcmode="lin" valueType="num">
                                      <p:cBhvr>
                                        <p:cTn id="177" dur="1000" fill="hold"/>
                                        <p:tgtEl>
                                          <p:spTgt spid="17"/>
                                        </p:tgtEl>
                                        <p:attrNameLst>
                                          <p:attrName>ppt_y</p:attrName>
                                        </p:attrNameLst>
                                      </p:cBhvr>
                                      <p:tavLst>
                                        <p:tav tm="0">
                                          <p:val>
                                            <p:strVal val="#ppt_y+.1"/>
                                          </p:val>
                                        </p:tav>
                                        <p:tav tm="100000">
                                          <p:val>
                                            <p:strVal val="#ppt_y"/>
                                          </p:val>
                                        </p:tav>
                                      </p:tavLst>
                                    </p:anim>
                                  </p:childTnLst>
                                </p:cTn>
                              </p:par>
                            </p:childTnLst>
                          </p:cTn>
                        </p:par>
                      </p:childTnLst>
                    </p:cTn>
                  </p:par>
                  <p:par>
                    <p:cTn id="178" fill="hold">
                      <p:stCondLst>
                        <p:cond delay="indefinite"/>
                      </p:stCondLst>
                      <p:childTnLst>
                        <p:par>
                          <p:cTn id="179" fill="hold">
                            <p:stCondLst>
                              <p:cond delay="0"/>
                            </p:stCondLst>
                            <p:childTnLst>
                              <p:par>
                                <p:cTn id="180" presetID="22" presetClass="entr" presetSubtype="8" fill="hold" nodeType="clickEffect">
                                  <p:stCondLst>
                                    <p:cond delay="0"/>
                                  </p:stCondLst>
                                  <p:childTnLst>
                                    <p:set>
                                      <p:cBhvr>
                                        <p:cTn id="181" dur="1" fill="hold">
                                          <p:stCondLst>
                                            <p:cond delay="0"/>
                                          </p:stCondLst>
                                        </p:cTn>
                                        <p:tgtEl>
                                          <p:spTgt spid="53"/>
                                        </p:tgtEl>
                                        <p:attrNameLst>
                                          <p:attrName>style.visibility</p:attrName>
                                        </p:attrNameLst>
                                      </p:cBhvr>
                                      <p:to>
                                        <p:strVal val="visible"/>
                                      </p:to>
                                    </p:set>
                                    <p:animEffect transition="in" filter="wipe(left)">
                                      <p:cBhvr>
                                        <p:cTn id="182" dur="500"/>
                                        <p:tgtEl>
                                          <p:spTgt spid="53"/>
                                        </p:tgtEl>
                                      </p:cBhvr>
                                    </p:animEffect>
                                  </p:childTnLst>
                                </p:cTn>
                              </p:par>
                              <p:par>
                                <p:cTn id="183" presetID="22" presetClass="entr" presetSubtype="2" fill="hold" nodeType="withEffect">
                                  <p:stCondLst>
                                    <p:cond delay="0"/>
                                  </p:stCondLst>
                                  <p:childTnLst>
                                    <p:set>
                                      <p:cBhvr>
                                        <p:cTn id="184" dur="1" fill="hold">
                                          <p:stCondLst>
                                            <p:cond delay="0"/>
                                          </p:stCondLst>
                                        </p:cTn>
                                        <p:tgtEl>
                                          <p:spTgt spid="56"/>
                                        </p:tgtEl>
                                        <p:attrNameLst>
                                          <p:attrName>style.visibility</p:attrName>
                                        </p:attrNameLst>
                                      </p:cBhvr>
                                      <p:to>
                                        <p:strVal val="visible"/>
                                      </p:to>
                                    </p:set>
                                    <p:animEffect transition="in" filter="wipe(right)">
                                      <p:cBhvr>
                                        <p:cTn id="185" dur="500"/>
                                        <p:tgtEl>
                                          <p:spTgt spid="56"/>
                                        </p:tgtEl>
                                      </p:cBhvr>
                                    </p:animEffect>
                                  </p:childTnLst>
                                </p:cTn>
                              </p:par>
                            </p:childTnLst>
                          </p:cTn>
                        </p:par>
                      </p:childTnLst>
                    </p:cTn>
                  </p:par>
                  <p:par>
                    <p:cTn id="186" fill="hold">
                      <p:stCondLst>
                        <p:cond delay="indefinite"/>
                      </p:stCondLst>
                      <p:childTnLst>
                        <p:par>
                          <p:cTn id="187" fill="hold">
                            <p:stCondLst>
                              <p:cond delay="0"/>
                            </p:stCondLst>
                            <p:childTnLst>
                              <p:par>
                                <p:cTn id="188" presetID="42" presetClass="entr" presetSubtype="0" fill="hold" grpId="0" nodeType="clickEffect">
                                  <p:stCondLst>
                                    <p:cond delay="0"/>
                                  </p:stCondLst>
                                  <p:childTnLst>
                                    <p:set>
                                      <p:cBhvr>
                                        <p:cTn id="189" dur="1" fill="hold">
                                          <p:stCondLst>
                                            <p:cond delay="0"/>
                                          </p:stCondLst>
                                        </p:cTn>
                                        <p:tgtEl>
                                          <p:spTgt spid="52"/>
                                        </p:tgtEl>
                                        <p:attrNameLst>
                                          <p:attrName>style.visibility</p:attrName>
                                        </p:attrNameLst>
                                      </p:cBhvr>
                                      <p:to>
                                        <p:strVal val="visible"/>
                                      </p:to>
                                    </p:set>
                                    <p:animEffect transition="in" filter="fade">
                                      <p:cBhvr>
                                        <p:cTn id="190" dur="1000"/>
                                        <p:tgtEl>
                                          <p:spTgt spid="52"/>
                                        </p:tgtEl>
                                      </p:cBhvr>
                                    </p:animEffect>
                                    <p:anim calcmode="lin" valueType="num">
                                      <p:cBhvr>
                                        <p:cTn id="191" dur="1000" fill="hold"/>
                                        <p:tgtEl>
                                          <p:spTgt spid="52"/>
                                        </p:tgtEl>
                                        <p:attrNameLst>
                                          <p:attrName>ppt_x</p:attrName>
                                        </p:attrNameLst>
                                      </p:cBhvr>
                                      <p:tavLst>
                                        <p:tav tm="0">
                                          <p:val>
                                            <p:strVal val="#ppt_x"/>
                                          </p:val>
                                        </p:tav>
                                        <p:tav tm="100000">
                                          <p:val>
                                            <p:strVal val="#ppt_x"/>
                                          </p:val>
                                        </p:tav>
                                      </p:tavLst>
                                    </p:anim>
                                    <p:anim calcmode="lin" valueType="num">
                                      <p:cBhvr>
                                        <p:cTn id="192" dur="1000" fill="hold"/>
                                        <p:tgtEl>
                                          <p:spTgt spid="5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6" grpId="1" animBg="1"/>
      <p:bldP spid="7" grpId="0" animBg="1"/>
      <p:bldP spid="7" grpId="1" animBg="1"/>
      <p:bldP spid="8" grpId="0" animBg="1"/>
      <p:bldP spid="8" grpId="1" animBg="1"/>
      <p:bldP spid="9" grpId="0" animBg="1"/>
      <p:bldP spid="9" grpId="3" animBg="1"/>
      <p:bldP spid="10" grpId="0" animBg="1"/>
      <p:bldP spid="10" grpId="1" animBg="1"/>
      <p:bldP spid="33" grpId="0"/>
      <p:bldP spid="35" grpId="0" animBg="1"/>
      <p:bldP spid="35" grpId="1" animBg="1"/>
      <p:bldP spid="13" grpId="0" animBg="1"/>
      <p:bldP spid="13" grpId="1" animBg="1"/>
      <p:bldP spid="3" grpId="0" animBg="1"/>
      <p:bldP spid="3" grpId="1" animBg="1"/>
      <p:bldP spid="4" grpId="0" animBg="1"/>
      <p:bldP spid="4" grpId="1" animBg="1"/>
      <p:bldP spid="12" grpId="0" animBg="1"/>
      <p:bldP spid="12" grpId="1" animBg="1"/>
      <p:bldP spid="16" grpId="0" animBg="1"/>
      <p:bldP spid="17" grpId="0" animBg="1"/>
      <p:bldP spid="18" grpId="0" animBg="1"/>
      <p:bldP spid="19" grpId="0" animBg="1"/>
      <p:bldP spid="20" grpId="0" animBg="1"/>
      <p:bldP spid="21" grpId="0" animBg="1"/>
      <p:bldP spid="52" grpId="0" animBg="1"/>
      <p:bldP spid="11" grpId="0" animBg="1"/>
      <p:bldP spid="11" grpId="1" animBg="1"/>
      <p:bldP spid="11" grpId="2" animBg="1"/>
      <p:bldP spid="11" grpId="3"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6190C1-0857-D1DE-4E18-7FDFDB928BB3}"/>
            </a:ext>
          </a:extLst>
        </p:cNvPr>
        <p:cNvGrpSpPr/>
        <p:nvPr/>
      </p:nvGrpSpPr>
      <p:grpSpPr>
        <a:xfrm>
          <a:off x="0" y="0"/>
          <a:ext cx="0" cy="0"/>
          <a:chOff x="0" y="0"/>
          <a:chExt cx="0" cy="0"/>
        </a:xfrm>
      </p:grpSpPr>
      <p:sp>
        <p:nvSpPr>
          <p:cNvPr id="6" name="Rectangle 5">
            <a:extLst>
              <a:ext uri="{FF2B5EF4-FFF2-40B4-BE49-F238E27FC236}">
                <a16:creationId xmlns:a16="http://schemas.microsoft.com/office/drawing/2014/main" id="{3FBF97D8-FB52-55E0-6E11-86B948119385}"/>
              </a:ext>
            </a:extLst>
          </p:cNvPr>
          <p:cNvSpPr/>
          <p:nvPr/>
        </p:nvSpPr>
        <p:spPr>
          <a:xfrm>
            <a:off x="-3" y="0"/>
            <a:ext cx="1814286" cy="5143500"/>
          </a:xfrm>
          <a:prstGeom prst="rect">
            <a:avLst/>
          </a:prstGeom>
          <a:ln>
            <a:solidFill>
              <a:schemeClr val="bg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 name="TextBox 6">
            <a:extLst>
              <a:ext uri="{FF2B5EF4-FFF2-40B4-BE49-F238E27FC236}">
                <a16:creationId xmlns:a16="http://schemas.microsoft.com/office/drawing/2014/main" id="{212AAC3B-A8C4-0C53-03CB-1C87334F109F}"/>
              </a:ext>
            </a:extLst>
          </p:cNvPr>
          <p:cNvSpPr txBox="1"/>
          <p:nvPr/>
        </p:nvSpPr>
        <p:spPr>
          <a:xfrm>
            <a:off x="-1" y="140901"/>
            <a:ext cx="1814285" cy="276999"/>
          </a:xfrm>
          <a:prstGeom prst="rect">
            <a:avLst/>
          </a:prstGeom>
          <a:solidFill>
            <a:schemeClr val="bg2">
              <a:lumMod val="60000"/>
              <a:lumOff val="40000"/>
            </a:schemeClr>
          </a:solidFill>
        </p:spPr>
        <p:txBody>
          <a:bodyPr wrap="square" rtlCol="0">
            <a:spAutoFit/>
          </a:bodyPr>
          <a:lstStyle/>
          <a:p>
            <a:r>
              <a:rPr lang="en-GB" sz="1200" dirty="0"/>
              <a:t>INDEX:</a:t>
            </a:r>
          </a:p>
        </p:txBody>
      </p:sp>
      <p:sp>
        <p:nvSpPr>
          <p:cNvPr id="8" name="TextBox 7">
            <a:extLst>
              <a:ext uri="{FF2B5EF4-FFF2-40B4-BE49-F238E27FC236}">
                <a16:creationId xmlns:a16="http://schemas.microsoft.com/office/drawing/2014/main" id="{D844EA62-69D6-389C-E880-55CDE6EB7300}"/>
              </a:ext>
            </a:extLst>
          </p:cNvPr>
          <p:cNvSpPr txBox="1"/>
          <p:nvPr/>
        </p:nvSpPr>
        <p:spPr>
          <a:xfrm>
            <a:off x="12697" y="3140863"/>
            <a:ext cx="1785600" cy="461665"/>
          </a:xfrm>
          <a:prstGeom prst="rect">
            <a:avLst/>
          </a:prstGeom>
          <a:solidFill>
            <a:schemeClr val="bg2">
              <a:lumMod val="20000"/>
              <a:lumOff val="80000"/>
            </a:schemeClr>
          </a:solidFill>
        </p:spPr>
        <p:txBody>
          <a:bodyPr wrap="square" rtlCol="0">
            <a:spAutoFit/>
          </a:bodyPr>
          <a:lstStyle/>
          <a:p>
            <a:r>
              <a:rPr lang="en-GB" sz="1200" dirty="0"/>
              <a:t>6) MITIGATION - </a:t>
            </a:r>
            <a:r>
              <a:rPr lang="en-GB" sz="1200" dirty="0" err="1"/>
              <a:t>QLoRA</a:t>
            </a:r>
            <a:endParaRPr lang="en-GB" sz="1200" dirty="0"/>
          </a:p>
        </p:txBody>
      </p:sp>
      <p:sp>
        <p:nvSpPr>
          <p:cNvPr id="9" name="TextBox 8">
            <a:extLst>
              <a:ext uri="{FF2B5EF4-FFF2-40B4-BE49-F238E27FC236}">
                <a16:creationId xmlns:a16="http://schemas.microsoft.com/office/drawing/2014/main" id="{A2EB91BB-E9A9-D882-2A28-C2352102A47A}"/>
              </a:ext>
            </a:extLst>
          </p:cNvPr>
          <p:cNvSpPr txBox="1"/>
          <p:nvPr/>
        </p:nvSpPr>
        <p:spPr>
          <a:xfrm>
            <a:off x="19624" y="583449"/>
            <a:ext cx="1778400" cy="276999"/>
          </a:xfrm>
          <a:prstGeom prst="rect">
            <a:avLst/>
          </a:prstGeom>
          <a:solidFill>
            <a:schemeClr val="bg2">
              <a:lumMod val="20000"/>
              <a:lumOff val="80000"/>
            </a:schemeClr>
          </a:solidFill>
        </p:spPr>
        <p:txBody>
          <a:bodyPr wrap="square" rtlCol="0">
            <a:spAutoFit/>
          </a:bodyPr>
          <a:lstStyle/>
          <a:p>
            <a:r>
              <a:rPr lang="en-GB" sz="1200" dirty="0"/>
              <a:t>1) MOTIVATION</a:t>
            </a:r>
          </a:p>
        </p:txBody>
      </p:sp>
      <p:sp>
        <p:nvSpPr>
          <p:cNvPr id="10" name="TextBox 9">
            <a:extLst>
              <a:ext uri="{FF2B5EF4-FFF2-40B4-BE49-F238E27FC236}">
                <a16:creationId xmlns:a16="http://schemas.microsoft.com/office/drawing/2014/main" id="{F44A0969-7AC7-4A46-96E7-CAB26C4353AE}"/>
              </a:ext>
            </a:extLst>
          </p:cNvPr>
          <p:cNvSpPr txBox="1"/>
          <p:nvPr/>
        </p:nvSpPr>
        <p:spPr>
          <a:xfrm>
            <a:off x="15806" y="1646211"/>
            <a:ext cx="1785600" cy="276999"/>
          </a:xfrm>
          <a:prstGeom prst="rect">
            <a:avLst/>
          </a:prstGeom>
          <a:solidFill>
            <a:schemeClr val="bg2">
              <a:lumMod val="20000"/>
              <a:lumOff val="80000"/>
            </a:schemeClr>
          </a:solidFill>
        </p:spPr>
        <p:txBody>
          <a:bodyPr wrap="square" rtlCol="0">
            <a:spAutoFit/>
          </a:bodyPr>
          <a:lstStyle/>
          <a:p>
            <a:r>
              <a:rPr lang="en-GB" sz="1200" dirty="0"/>
              <a:t>3) HYPOTHESIS</a:t>
            </a:r>
          </a:p>
        </p:txBody>
      </p:sp>
      <p:sp>
        <p:nvSpPr>
          <p:cNvPr id="11" name="TextBox 10">
            <a:extLst>
              <a:ext uri="{FF2B5EF4-FFF2-40B4-BE49-F238E27FC236}">
                <a16:creationId xmlns:a16="http://schemas.microsoft.com/office/drawing/2014/main" id="{ACACE6F2-566B-DA46-2ED4-36382D77D03E}"/>
              </a:ext>
            </a:extLst>
          </p:cNvPr>
          <p:cNvSpPr txBox="1"/>
          <p:nvPr/>
        </p:nvSpPr>
        <p:spPr>
          <a:xfrm>
            <a:off x="21452" y="2082873"/>
            <a:ext cx="1778400" cy="276999"/>
          </a:xfrm>
          <a:prstGeom prst="rect">
            <a:avLst/>
          </a:prstGeom>
          <a:solidFill>
            <a:schemeClr val="bg2">
              <a:lumMod val="20000"/>
              <a:lumOff val="80000"/>
            </a:schemeClr>
          </a:solidFill>
        </p:spPr>
        <p:txBody>
          <a:bodyPr wrap="square" rtlCol="0">
            <a:spAutoFit/>
          </a:bodyPr>
          <a:lstStyle/>
          <a:p>
            <a:r>
              <a:rPr lang="en-GB" sz="1200" dirty="0"/>
              <a:t>4) EVALUATION</a:t>
            </a:r>
          </a:p>
        </p:txBody>
      </p:sp>
      <p:sp>
        <p:nvSpPr>
          <p:cNvPr id="33" name="Google Shape;159;p34">
            <a:extLst>
              <a:ext uri="{FF2B5EF4-FFF2-40B4-BE49-F238E27FC236}">
                <a16:creationId xmlns:a16="http://schemas.microsoft.com/office/drawing/2014/main" id="{F42FF08A-051D-40CD-5EF1-20DE07BE22E4}"/>
              </a:ext>
            </a:extLst>
          </p:cNvPr>
          <p:cNvSpPr txBox="1">
            <a:spLocks noGrp="1"/>
          </p:cNvSpPr>
          <p:nvPr>
            <p:ph type="ctrTitle"/>
          </p:nvPr>
        </p:nvSpPr>
        <p:spPr>
          <a:xfrm>
            <a:off x="2548894" y="252606"/>
            <a:ext cx="4046211" cy="51075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GB" u="sng" dirty="0"/>
              <a:t>IMPACT OF QUANTIZATION</a:t>
            </a:r>
            <a:endParaRPr u="sng" dirty="0"/>
          </a:p>
        </p:txBody>
      </p:sp>
      <p:sp>
        <p:nvSpPr>
          <p:cNvPr id="35" name="TextBox 34">
            <a:extLst>
              <a:ext uri="{FF2B5EF4-FFF2-40B4-BE49-F238E27FC236}">
                <a16:creationId xmlns:a16="http://schemas.microsoft.com/office/drawing/2014/main" id="{96B0E3EC-3593-C45B-22F3-94B0ADC91197}"/>
              </a:ext>
            </a:extLst>
          </p:cNvPr>
          <p:cNvSpPr txBox="1"/>
          <p:nvPr/>
        </p:nvSpPr>
        <p:spPr>
          <a:xfrm>
            <a:off x="10618" y="1024883"/>
            <a:ext cx="1784302" cy="461665"/>
          </a:xfrm>
          <a:prstGeom prst="rect">
            <a:avLst/>
          </a:prstGeom>
          <a:solidFill>
            <a:schemeClr val="bg2">
              <a:lumMod val="20000"/>
              <a:lumOff val="80000"/>
            </a:schemeClr>
          </a:solidFill>
        </p:spPr>
        <p:txBody>
          <a:bodyPr wrap="square" rtlCol="0">
            <a:spAutoFit/>
          </a:bodyPr>
          <a:lstStyle/>
          <a:p>
            <a:r>
              <a:rPr lang="en-GB" sz="1200" dirty="0"/>
              <a:t>2) SOLUTION - QUANTIZATION</a:t>
            </a:r>
          </a:p>
        </p:txBody>
      </p:sp>
      <p:sp>
        <p:nvSpPr>
          <p:cNvPr id="3" name="TextBox 2">
            <a:extLst>
              <a:ext uri="{FF2B5EF4-FFF2-40B4-BE49-F238E27FC236}">
                <a16:creationId xmlns:a16="http://schemas.microsoft.com/office/drawing/2014/main" id="{DDCF7984-A9B4-B09D-8773-F8D866E889D0}"/>
              </a:ext>
            </a:extLst>
          </p:cNvPr>
          <p:cNvSpPr txBox="1"/>
          <p:nvPr/>
        </p:nvSpPr>
        <p:spPr>
          <a:xfrm>
            <a:off x="13750" y="3762191"/>
            <a:ext cx="1785600" cy="276999"/>
          </a:xfrm>
          <a:prstGeom prst="rect">
            <a:avLst/>
          </a:prstGeom>
          <a:solidFill>
            <a:schemeClr val="bg2">
              <a:lumMod val="20000"/>
              <a:lumOff val="80000"/>
            </a:schemeClr>
          </a:solidFill>
        </p:spPr>
        <p:txBody>
          <a:bodyPr wrap="square" rtlCol="0">
            <a:spAutoFit/>
          </a:bodyPr>
          <a:lstStyle/>
          <a:p>
            <a:r>
              <a:rPr lang="en-GB" sz="1200" dirty="0"/>
              <a:t>7) FINE - TUNING</a:t>
            </a:r>
          </a:p>
        </p:txBody>
      </p:sp>
      <p:sp>
        <p:nvSpPr>
          <p:cNvPr id="4" name="TextBox 3">
            <a:extLst>
              <a:ext uri="{FF2B5EF4-FFF2-40B4-BE49-F238E27FC236}">
                <a16:creationId xmlns:a16="http://schemas.microsoft.com/office/drawing/2014/main" id="{5243BF3F-2B2C-88FE-3F4E-BB99E738E4DC}"/>
              </a:ext>
            </a:extLst>
          </p:cNvPr>
          <p:cNvSpPr txBox="1"/>
          <p:nvPr/>
        </p:nvSpPr>
        <p:spPr>
          <a:xfrm>
            <a:off x="17852" y="4198853"/>
            <a:ext cx="1785600" cy="276999"/>
          </a:xfrm>
          <a:prstGeom prst="rect">
            <a:avLst/>
          </a:prstGeom>
          <a:solidFill>
            <a:schemeClr val="bg2">
              <a:lumMod val="20000"/>
              <a:lumOff val="80000"/>
            </a:schemeClr>
          </a:solidFill>
        </p:spPr>
        <p:txBody>
          <a:bodyPr wrap="square" rtlCol="0">
            <a:spAutoFit/>
          </a:bodyPr>
          <a:lstStyle/>
          <a:p>
            <a:r>
              <a:rPr lang="en-GB" sz="1200" dirty="0"/>
              <a:t>8) RESULTS</a:t>
            </a:r>
          </a:p>
        </p:txBody>
      </p:sp>
      <p:sp>
        <p:nvSpPr>
          <p:cNvPr id="12" name="TextBox 11">
            <a:extLst>
              <a:ext uri="{FF2B5EF4-FFF2-40B4-BE49-F238E27FC236}">
                <a16:creationId xmlns:a16="http://schemas.microsoft.com/office/drawing/2014/main" id="{52A3DAA3-72CC-DF29-7B31-015161B40E51}"/>
              </a:ext>
            </a:extLst>
          </p:cNvPr>
          <p:cNvSpPr txBox="1"/>
          <p:nvPr/>
        </p:nvSpPr>
        <p:spPr>
          <a:xfrm>
            <a:off x="17852" y="4635515"/>
            <a:ext cx="1785600" cy="276999"/>
          </a:xfrm>
          <a:prstGeom prst="rect">
            <a:avLst/>
          </a:prstGeom>
          <a:solidFill>
            <a:schemeClr val="bg2">
              <a:lumMod val="20000"/>
              <a:lumOff val="80000"/>
            </a:schemeClr>
          </a:solidFill>
        </p:spPr>
        <p:txBody>
          <a:bodyPr wrap="square" rtlCol="0">
            <a:spAutoFit/>
          </a:bodyPr>
          <a:lstStyle/>
          <a:p>
            <a:r>
              <a:rPr lang="en-GB" sz="1200" dirty="0"/>
              <a:t>9) CONCLUSION</a:t>
            </a:r>
          </a:p>
        </p:txBody>
      </p:sp>
      <p:graphicFrame>
        <p:nvGraphicFramePr>
          <p:cNvPr id="2" name="Table 1">
            <a:extLst>
              <a:ext uri="{FF2B5EF4-FFF2-40B4-BE49-F238E27FC236}">
                <a16:creationId xmlns:a16="http://schemas.microsoft.com/office/drawing/2014/main" id="{D7CA6776-B280-2823-212A-289975848059}"/>
              </a:ext>
            </a:extLst>
          </p:cNvPr>
          <p:cNvGraphicFramePr>
            <a:graphicFrameLocks noGrp="1"/>
          </p:cNvGraphicFramePr>
          <p:nvPr>
            <p:extLst>
              <p:ext uri="{D42A27DB-BD31-4B8C-83A1-F6EECF244321}">
                <p14:modId xmlns:p14="http://schemas.microsoft.com/office/powerpoint/2010/main" val="1153629578"/>
              </p:ext>
            </p:extLst>
          </p:nvPr>
        </p:nvGraphicFramePr>
        <p:xfrm>
          <a:off x="153405" y="1239157"/>
          <a:ext cx="4056368" cy="1296000"/>
        </p:xfrm>
        <a:graphic>
          <a:graphicData uri="http://schemas.openxmlformats.org/drawingml/2006/table">
            <a:tbl>
              <a:tblPr>
                <a:tableStyleId>{08FB837D-C827-4EFA-A057-4D05807E0F7C}</a:tableStyleId>
              </a:tblPr>
              <a:tblGrid>
                <a:gridCol w="1334198">
                  <a:extLst>
                    <a:ext uri="{9D8B030D-6E8A-4147-A177-3AD203B41FA5}">
                      <a16:colId xmlns:a16="http://schemas.microsoft.com/office/drawing/2014/main" val="2863307435"/>
                    </a:ext>
                  </a:extLst>
                </a:gridCol>
                <a:gridCol w="745703">
                  <a:extLst>
                    <a:ext uri="{9D8B030D-6E8A-4147-A177-3AD203B41FA5}">
                      <a16:colId xmlns:a16="http://schemas.microsoft.com/office/drawing/2014/main" val="1667264042"/>
                    </a:ext>
                  </a:extLst>
                </a:gridCol>
                <a:gridCol w="616400">
                  <a:extLst>
                    <a:ext uri="{9D8B030D-6E8A-4147-A177-3AD203B41FA5}">
                      <a16:colId xmlns:a16="http://schemas.microsoft.com/office/drawing/2014/main" val="154550662"/>
                    </a:ext>
                  </a:extLst>
                </a:gridCol>
                <a:gridCol w="698579">
                  <a:extLst>
                    <a:ext uri="{9D8B030D-6E8A-4147-A177-3AD203B41FA5}">
                      <a16:colId xmlns:a16="http://schemas.microsoft.com/office/drawing/2014/main" val="399659227"/>
                    </a:ext>
                  </a:extLst>
                </a:gridCol>
                <a:gridCol w="661488">
                  <a:extLst>
                    <a:ext uri="{9D8B030D-6E8A-4147-A177-3AD203B41FA5}">
                      <a16:colId xmlns:a16="http://schemas.microsoft.com/office/drawing/2014/main" val="335066689"/>
                    </a:ext>
                  </a:extLst>
                </a:gridCol>
              </a:tblGrid>
              <a:tr h="216000">
                <a:tc gridSpan="5">
                  <a:txBody>
                    <a:bodyPr/>
                    <a:lstStyle/>
                    <a:p>
                      <a:pPr algn="ctr" fontAlgn="b">
                        <a:buNone/>
                      </a:pPr>
                      <a:r>
                        <a:rPr lang="en-IN" sz="1100" b="1" i="0" u="none" strike="noStrike" dirty="0">
                          <a:solidFill>
                            <a:srgbClr val="000000"/>
                          </a:solidFill>
                          <a:effectLst/>
                          <a:latin typeface="+mj-lt"/>
                        </a:rPr>
                        <a:t>F1 - Score</a:t>
                      </a:r>
                    </a:p>
                  </a:txBody>
                  <a:tcPr marL="6350" marR="6350" marT="6350" marB="0" anchor="ctr"/>
                </a:tc>
                <a:tc hMerge="1">
                  <a:txBody>
                    <a:bodyPr/>
                    <a:lstStyle/>
                    <a:p>
                      <a:pPr algn="ctr" fontAlgn="b">
                        <a:buNone/>
                      </a:pPr>
                      <a:endParaRPr lang="en-IN" sz="1100" b="0" i="0" u="none" strike="noStrike" dirty="0">
                        <a:solidFill>
                          <a:srgbClr val="000000"/>
                        </a:solidFill>
                        <a:effectLst/>
                        <a:latin typeface="Calibri" panose="020F0502020204030204" pitchFamily="34" charset="0"/>
                      </a:endParaRPr>
                    </a:p>
                  </a:txBody>
                  <a:tcPr marL="6350" marR="6350" marT="6350" marB="0" anchor="ctr"/>
                </a:tc>
                <a:tc hMerge="1">
                  <a:txBody>
                    <a:bodyPr/>
                    <a:lstStyle/>
                    <a:p>
                      <a:endParaRPr lang="en-IN"/>
                    </a:p>
                  </a:txBody>
                  <a:tcPr/>
                </a:tc>
                <a:tc hMerge="1">
                  <a:txBody>
                    <a:bodyPr/>
                    <a:lstStyle/>
                    <a:p>
                      <a:pPr algn="ctr" fontAlgn="b">
                        <a:buNone/>
                      </a:pPr>
                      <a:endParaRPr lang="en-IN" sz="1100" b="0" i="0" u="none" strike="noStrike" dirty="0">
                        <a:solidFill>
                          <a:srgbClr val="000000"/>
                        </a:solidFill>
                        <a:effectLst/>
                        <a:latin typeface="Calibri" panose="020F0502020204030204" pitchFamily="34" charset="0"/>
                      </a:endParaRPr>
                    </a:p>
                  </a:txBody>
                  <a:tcPr marL="6350" marR="6350" marT="6350" marB="0" anchor="ctr"/>
                </a:tc>
                <a:tc hMerge="1">
                  <a:txBody>
                    <a:bodyPr/>
                    <a:lstStyle/>
                    <a:p>
                      <a:endParaRPr lang="en-IN"/>
                    </a:p>
                  </a:txBody>
                  <a:tcPr/>
                </a:tc>
                <a:extLst>
                  <a:ext uri="{0D108BD9-81ED-4DB2-BD59-A6C34878D82A}">
                    <a16:rowId xmlns:a16="http://schemas.microsoft.com/office/drawing/2014/main" val="363207990"/>
                  </a:ext>
                </a:extLst>
              </a:tr>
              <a:tr h="216000">
                <a:tc>
                  <a:txBody>
                    <a:bodyPr/>
                    <a:lstStyle/>
                    <a:p>
                      <a:pPr algn="l" fontAlgn="b">
                        <a:buNone/>
                      </a:pPr>
                      <a:endParaRPr lang="en-IN" sz="1100" b="0" i="0" u="none" strike="noStrike" dirty="0">
                        <a:solidFill>
                          <a:srgbClr val="000000"/>
                        </a:solidFill>
                        <a:effectLst/>
                        <a:latin typeface="Calibri" panose="020F0502020204030204" pitchFamily="34" charset="0"/>
                      </a:endParaRPr>
                    </a:p>
                  </a:txBody>
                  <a:tcPr marL="6350" marR="6350" marT="6350" marB="0" anchor="ctr"/>
                </a:tc>
                <a:tc gridSpan="2">
                  <a:txBody>
                    <a:bodyPr/>
                    <a:lstStyle/>
                    <a:p>
                      <a:pPr algn="ctr" fontAlgn="b">
                        <a:buNone/>
                      </a:pPr>
                      <a:r>
                        <a:rPr lang="en-IN" sz="1100" b="0" u="none" strike="noStrike" dirty="0">
                          <a:solidFill>
                            <a:srgbClr val="000000"/>
                          </a:solidFill>
                          <a:effectLst/>
                        </a:rPr>
                        <a:t>NLI</a:t>
                      </a:r>
                      <a:endParaRPr lang="en-IN" sz="1100" b="0" i="0" u="none" strike="noStrike" dirty="0">
                        <a:solidFill>
                          <a:srgbClr val="000000"/>
                        </a:solidFill>
                        <a:effectLst/>
                        <a:latin typeface="Calibri" panose="020F0502020204030204" pitchFamily="34" charset="0"/>
                      </a:endParaRPr>
                    </a:p>
                  </a:txBody>
                  <a:tcPr marL="6350" marR="6350" marT="6350" marB="0" anchor="ctr"/>
                </a:tc>
                <a:tc hMerge="1">
                  <a:txBody>
                    <a:bodyPr/>
                    <a:lstStyle/>
                    <a:p>
                      <a:endParaRPr lang="en-IN"/>
                    </a:p>
                  </a:txBody>
                  <a:tcPr/>
                </a:tc>
                <a:tc gridSpan="2">
                  <a:txBody>
                    <a:bodyPr/>
                    <a:lstStyle/>
                    <a:p>
                      <a:pPr algn="ctr" fontAlgn="b">
                        <a:buNone/>
                      </a:pPr>
                      <a:r>
                        <a:rPr lang="en-IN" sz="1100" b="0" u="none" strike="noStrike" dirty="0">
                          <a:solidFill>
                            <a:srgbClr val="000000"/>
                          </a:solidFill>
                          <a:effectLst/>
                        </a:rPr>
                        <a:t>WIC</a:t>
                      </a:r>
                      <a:endParaRPr lang="en-IN" sz="1100" b="0" i="0" u="none" strike="noStrike" dirty="0">
                        <a:solidFill>
                          <a:srgbClr val="000000"/>
                        </a:solidFill>
                        <a:effectLst/>
                        <a:latin typeface="Calibri" panose="020F0502020204030204" pitchFamily="34" charset="0"/>
                      </a:endParaRPr>
                    </a:p>
                  </a:txBody>
                  <a:tcPr marL="6350" marR="6350" marT="6350" marB="0" anchor="ctr"/>
                </a:tc>
                <a:tc hMerge="1">
                  <a:txBody>
                    <a:bodyPr/>
                    <a:lstStyle/>
                    <a:p>
                      <a:endParaRPr lang="en-IN"/>
                    </a:p>
                  </a:txBody>
                  <a:tcPr/>
                </a:tc>
                <a:extLst>
                  <a:ext uri="{0D108BD9-81ED-4DB2-BD59-A6C34878D82A}">
                    <a16:rowId xmlns:a16="http://schemas.microsoft.com/office/drawing/2014/main" val="2469287130"/>
                  </a:ext>
                </a:extLst>
              </a:tr>
              <a:tr h="216000">
                <a:tc>
                  <a:txBody>
                    <a:bodyPr/>
                    <a:lstStyle/>
                    <a:p>
                      <a:pPr algn="l" fontAlgn="b">
                        <a:buNone/>
                      </a:pPr>
                      <a:endParaRPr lang="en-IN" sz="1100" b="0" i="0" u="none" strike="noStrike" dirty="0">
                        <a:solidFill>
                          <a:srgbClr val="000000"/>
                        </a:solidFill>
                        <a:effectLst/>
                        <a:latin typeface="Calibri" panose="020F0502020204030204" pitchFamily="34" charset="0"/>
                      </a:endParaRPr>
                    </a:p>
                  </a:txBody>
                  <a:tcPr marL="6350" marR="6350" marT="6350" marB="0" anchor="ctr"/>
                </a:tc>
                <a:tc>
                  <a:txBody>
                    <a:bodyPr/>
                    <a:lstStyle/>
                    <a:p>
                      <a:pPr algn="ctr" fontAlgn="b">
                        <a:buNone/>
                      </a:pPr>
                      <a:r>
                        <a:rPr lang="en-IN" sz="1100" b="0" u="none" strike="noStrike" dirty="0">
                          <a:solidFill>
                            <a:srgbClr val="000000"/>
                          </a:solidFill>
                          <a:effectLst/>
                        </a:rPr>
                        <a:t>English</a:t>
                      </a:r>
                      <a:endParaRPr lang="en-IN" sz="1100" b="0" i="0" u="none" strike="noStrike" dirty="0">
                        <a:solidFill>
                          <a:srgbClr val="000000"/>
                        </a:solidFill>
                        <a:effectLst/>
                        <a:latin typeface="Calibri" panose="020F0502020204030204" pitchFamily="34" charset="0"/>
                      </a:endParaRPr>
                    </a:p>
                  </a:txBody>
                  <a:tcPr marL="6350" marR="6350" marT="6350" marB="0" anchor="ctr"/>
                </a:tc>
                <a:tc>
                  <a:txBody>
                    <a:bodyPr/>
                    <a:lstStyle/>
                    <a:p>
                      <a:pPr algn="ctr" fontAlgn="b">
                        <a:buNone/>
                      </a:pPr>
                      <a:r>
                        <a:rPr lang="en-IN" sz="1100" b="0" u="none" strike="noStrike" dirty="0">
                          <a:solidFill>
                            <a:srgbClr val="000000"/>
                          </a:solidFill>
                          <a:effectLst/>
                        </a:rPr>
                        <a:t>Swedish</a:t>
                      </a:r>
                      <a:endParaRPr lang="en-IN" sz="1100" b="0" i="0" u="none" strike="noStrike" dirty="0">
                        <a:solidFill>
                          <a:srgbClr val="000000"/>
                        </a:solidFill>
                        <a:effectLst/>
                        <a:latin typeface="Calibri" panose="020F0502020204030204" pitchFamily="34" charset="0"/>
                      </a:endParaRPr>
                    </a:p>
                  </a:txBody>
                  <a:tcPr marL="6350" marR="6350" marT="6350" marB="0" anchor="ctr"/>
                </a:tc>
                <a:tc>
                  <a:txBody>
                    <a:bodyPr/>
                    <a:lstStyle/>
                    <a:p>
                      <a:pPr algn="ctr" fontAlgn="b">
                        <a:buNone/>
                      </a:pPr>
                      <a:r>
                        <a:rPr lang="en-IN" sz="1100" b="0" u="none" strike="noStrike" dirty="0">
                          <a:solidFill>
                            <a:srgbClr val="000000"/>
                          </a:solidFill>
                          <a:effectLst/>
                        </a:rPr>
                        <a:t>English</a:t>
                      </a:r>
                      <a:endParaRPr lang="en-IN" sz="1100" b="0" i="0" u="none" strike="noStrike" dirty="0">
                        <a:solidFill>
                          <a:srgbClr val="000000"/>
                        </a:solidFill>
                        <a:effectLst/>
                        <a:latin typeface="Calibri" panose="020F0502020204030204" pitchFamily="34" charset="0"/>
                      </a:endParaRPr>
                    </a:p>
                  </a:txBody>
                  <a:tcPr marL="6350" marR="6350" marT="6350" marB="0" anchor="ctr"/>
                </a:tc>
                <a:tc>
                  <a:txBody>
                    <a:bodyPr/>
                    <a:lstStyle/>
                    <a:p>
                      <a:pPr algn="ctr" fontAlgn="b">
                        <a:buNone/>
                      </a:pPr>
                      <a:r>
                        <a:rPr lang="en-IN" sz="1100" b="0" u="none" strike="noStrike" dirty="0">
                          <a:solidFill>
                            <a:srgbClr val="000000"/>
                          </a:solidFill>
                          <a:effectLst/>
                        </a:rPr>
                        <a:t>Swedish</a:t>
                      </a:r>
                      <a:endParaRPr lang="en-IN" sz="1100" b="0" i="0" u="none" strike="noStrike" dirty="0">
                        <a:solidFill>
                          <a:srgbClr val="000000"/>
                        </a:solidFill>
                        <a:effectLst/>
                        <a:latin typeface="Calibri" panose="020F0502020204030204" pitchFamily="34" charset="0"/>
                      </a:endParaRPr>
                    </a:p>
                  </a:txBody>
                  <a:tcPr marL="6350" marR="6350" marT="6350" marB="0" anchor="ctr"/>
                </a:tc>
                <a:extLst>
                  <a:ext uri="{0D108BD9-81ED-4DB2-BD59-A6C34878D82A}">
                    <a16:rowId xmlns:a16="http://schemas.microsoft.com/office/drawing/2014/main" val="511500702"/>
                  </a:ext>
                </a:extLst>
              </a:tr>
              <a:tr h="216000">
                <a:tc>
                  <a:txBody>
                    <a:bodyPr/>
                    <a:lstStyle/>
                    <a:p>
                      <a:pPr algn="l" fontAlgn="b">
                        <a:buNone/>
                      </a:pPr>
                      <a:r>
                        <a:rPr lang="en-IN" sz="1100" b="0" u="none" strike="noStrike" dirty="0">
                          <a:solidFill>
                            <a:srgbClr val="000000"/>
                          </a:solidFill>
                          <a:effectLst/>
                        </a:rPr>
                        <a:t> 16-bit representation</a:t>
                      </a:r>
                      <a:endParaRPr lang="en-IN" sz="1100" b="0" i="0" u="none" strike="noStrike" dirty="0">
                        <a:solidFill>
                          <a:srgbClr val="000000"/>
                        </a:solidFill>
                        <a:effectLst/>
                        <a:latin typeface="Calibri" panose="020F0502020204030204" pitchFamily="34" charset="0"/>
                      </a:endParaRPr>
                    </a:p>
                  </a:txBody>
                  <a:tcPr marL="6350" marR="6350" marT="6350" marB="0" anchor="ctr"/>
                </a:tc>
                <a:tc>
                  <a:txBody>
                    <a:bodyPr/>
                    <a:lstStyle/>
                    <a:p>
                      <a:pPr algn="ctr" fontAlgn="b">
                        <a:buNone/>
                      </a:pPr>
                      <a:r>
                        <a:rPr lang="en-IN" sz="1100" b="0" u="none" strike="noStrike" dirty="0">
                          <a:solidFill>
                            <a:srgbClr val="000000"/>
                          </a:solidFill>
                          <a:effectLst/>
                        </a:rPr>
                        <a:t>60.79%</a:t>
                      </a:r>
                      <a:endParaRPr lang="en-IN" sz="1100" b="0" i="0" u="none" strike="noStrike" dirty="0">
                        <a:solidFill>
                          <a:srgbClr val="000000"/>
                        </a:solidFill>
                        <a:effectLst/>
                        <a:latin typeface="Calibri" panose="020F0502020204030204" pitchFamily="34" charset="0"/>
                      </a:endParaRPr>
                    </a:p>
                  </a:txBody>
                  <a:tcPr marL="6350" marR="6350" marT="6350" marB="0" anchor="ctr"/>
                </a:tc>
                <a:tc>
                  <a:txBody>
                    <a:bodyPr/>
                    <a:lstStyle/>
                    <a:p>
                      <a:pPr algn="ctr" fontAlgn="b">
                        <a:buNone/>
                      </a:pPr>
                      <a:r>
                        <a:rPr lang="en-IN" sz="1100" b="0" u="none" strike="noStrike">
                          <a:solidFill>
                            <a:srgbClr val="000000"/>
                          </a:solidFill>
                          <a:effectLst/>
                        </a:rPr>
                        <a:t>62.29%</a:t>
                      </a:r>
                      <a:endParaRPr lang="en-IN" sz="1100" b="0" i="0" u="none" strike="noStrike">
                        <a:solidFill>
                          <a:srgbClr val="000000"/>
                        </a:solidFill>
                        <a:effectLst/>
                        <a:latin typeface="Calibri" panose="020F0502020204030204" pitchFamily="34" charset="0"/>
                      </a:endParaRPr>
                    </a:p>
                  </a:txBody>
                  <a:tcPr marL="6350" marR="6350" marT="6350" marB="0" anchor="ctr"/>
                </a:tc>
                <a:tc>
                  <a:txBody>
                    <a:bodyPr/>
                    <a:lstStyle/>
                    <a:p>
                      <a:pPr algn="ctr" fontAlgn="b">
                        <a:buNone/>
                      </a:pPr>
                      <a:r>
                        <a:rPr lang="en-IN" sz="1100" b="0" u="none" strike="noStrike" dirty="0">
                          <a:solidFill>
                            <a:srgbClr val="000000"/>
                          </a:solidFill>
                          <a:effectLst/>
                        </a:rPr>
                        <a:t>62.88%</a:t>
                      </a:r>
                      <a:endParaRPr lang="en-IN" sz="1100" b="0" i="0" u="none" strike="noStrike" dirty="0">
                        <a:solidFill>
                          <a:srgbClr val="000000"/>
                        </a:solidFill>
                        <a:effectLst/>
                        <a:latin typeface="Calibri" panose="020F0502020204030204" pitchFamily="34" charset="0"/>
                      </a:endParaRPr>
                    </a:p>
                  </a:txBody>
                  <a:tcPr marL="6350" marR="6350" marT="6350" marB="0" anchor="ctr"/>
                </a:tc>
                <a:tc>
                  <a:txBody>
                    <a:bodyPr/>
                    <a:lstStyle/>
                    <a:p>
                      <a:pPr algn="ctr" fontAlgn="b">
                        <a:buNone/>
                      </a:pPr>
                      <a:r>
                        <a:rPr lang="en-IN" sz="1100" b="0" u="none" strike="noStrike" dirty="0">
                          <a:solidFill>
                            <a:srgbClr val="000000"/>
                          </a:solidFill>
                          <a:effectLst/>
                        </a:rPr>
                        <a:t>60.77%</a:t>
                      </a:r>
                      <a:endParaRPr lang="en-IN" sz="1100" b="0" i="0" u="none" strike="noStrike" dirty="0">
                        <a:solidFill>
                          <a:srgbClr val="000000"/>
                        </a:solidFill>
                        <a:effectLst/>
                        <a:latin typeface="Calibri" panose="020F0502020204030204" pitchFamily="34" charset="0"/>
                      </a:endParaRPr>
                    </a:p>
                  </a:txBody>
                  <a:tcPr marL="6350" marR="6350" marT="6350" marB="0" anchor="ctr"/>
                </a:tc>
                <a:extLst>
                  <a:ext uri="{0D108BD9-81ED-4DB2-BD59-A6C34878D82A}">
                    <a16:rowId xmlns:a16="http://schemas.microsoft.com/office/drawing/2014/main" val="1365596377"/>
                  </a:ext>
                </a:extLst>
              </a:tr>
              <a:tr h="216000">
                <a:tc>
                  <a:txBody>
                    <a:bodyPr/>
                    <a:lstStyle/>
                    <a:p>
                      <a:pPr algn="l" fontAlgn="b">
                        <a:buNone/>
                      </a:pPr>
                      <a:r>
                        <a:rPr lang="en-IN" sz="1100" b="0" u="none" strike="noStrike" dirty="0">
                          <a:solidFill>
                            <a:srgbClr val="000000"/>
                          </a:solidFill>
                          <a:effectLst/>
                        </a:rPr>
                        <a:t> 8-bit representation</a:t>
                      </a:r>
                      <a:endParaRPr lang="en-IN" sz="1100" b="0" i="0" u="none" strike="noStrike" dirty="0">
                        <a:solidFill>
                          <a:srgbClr val="000000"/>
                        </a:solidFill>
                        <a:effectLst/>
                        <a:latin typeface="Calibri" panose="020F0502020204030204" pitchFamily="34" charset="0"/>
                      </a:endParaRPr>
                    </a:p>
                  </a:txBody>
                  <a:tcPr marL="6350" marR="6350" marT="6350" marB="0" anchor="ctr"/>
                </a:tc>
                <a:tc>
                  <a:txBody>
                    <a:bodyPr/>
                    <a:lstStyle/>
                    <a:p>
                      <a:pPr algn="ctr" fontAlgn="b">
                        <a:buNone/>
                      </a:pPr>
                      <a:r>
                        <a:rPr lang="en-IN" sz="1100" b="0" u="none" strike="noStrike" dirty="0">
                          <a:solidFill>
                            <a:srgbClr val="000000"/>
                          </a:solidFill>
                          <a:effectLst/>
                        </a:rPr>
                        <a:t>59.02%</a:t>
                      </a:r>
                      <a:endParaRPr lang="en-IN" sz="1100" b="0" i="0" u="none" strike="noStrike" dirty="0">
                        <a:solidFill>
                          <a:srgbClr val="000000"/>
                        </a:solidFill>
                        <a:effectLst/>
                        <a:latin typeface="Calibri" panose="020F0502020204030204" pitchFamily="34" charset="0"/>
                      </a:endParaRPr>
                    </a:p>
                  </a:txBody>
                  <a:tcPr marL="6350" marR="6350" marT="6350" marB="0" anchor="ctr"/>
                </a:tc>
                <a:tc>
                  <a:txBody>
                    <a:bodyPr/>
                    <a:lstStyle/>
                    <a:p>
                      <a:pPr algn="ctr" fontAlgn="b">
                        <a:buNone/>
                      </a:pPr>
                      <a:r>
                        <a:rPr lang="en-IN" sz="1100" b="0" u="none" strike="noStrike">
                          <a:solidFill>
                            <a:srgbClr val="000000"/>
                          </a:solidFill>
                          <a:effectLst/>
                        </a:rPr>
                        <a:t>60.22%</a:t>
                      </a:r>
                      <a:endParaRPr lang="en-IN" sz="1100" b="0" i="0" u="none" strike="noStrike">
                        <a:solidFill>
                          <a:srgbClr val="000000"/>
                        </a:solidFill>
                        <a:effectLst/>
                        <a:latin typeface="Calibri" panose="020F0502020204030204" pitchFamily="34" charset="0"/>
                      </a:endParaRPr>
                    </a:p>
                  </a:txBody>
                  <a:tcPr marL="6350" marR="6350" marT="6350" marB="0" anchor="ctr"/>
                </a:tc>
                <a:tc>
                  <a:txBody>
                    <a:bodyPr/>
                    <a:lstStyle/>
                    <a:p>
                      <a:pPr algn="ctr" fontAlgn="b">
                        <a:buNone/>
                      </a:pPr>
                      <a:r>
                        <a:rPr lang="en-IN" sz="1100" b="0" u="none" strike="noStrike" dirty="0">
                          <a:solidFill>
                            <a:srgbClr val="000000"/>
                          </a:solidFill>
                          <a:effectLst/>
                        </a:rPr>
                        <a:t>63.14%</a:t>
                      </a:r>
                      <a:endParaRPr lang="en-IN" sz="1100" b="0" i="0" u="none" strike="noStrike" dirty="0">
                        <a:solidFill>
                          <a:srgbClr val="000000"/>
                        </a:solidFill>
                        <a:effectLst/>
                        <a:latin typeface="Calibri" panose="020F0502020204030204" pitchFamily="34" charset="0"/>
                      </a:endParaRPr>
                    </a:p>
                  </a:txBody>
                  <a:tcPr marL="6350" marR="6350" marT="6350" marB="0" anchor="ctr"/>
                </a:tc>
                <a:tc>
                  <a:txBody>
                    <a:bodyPr/>
                    <a:lstStyle/>
                    <a:p>
                      <a:pPr algn="ctr" fontAlgn="b">
                        <a:buNone/>
                      </a:pPr>
                      <a:r>
                        <a:rPr lang="en-IN" sz="1100" b="0" u="none" strike="noStrike">
                          <a:solidFill>
                            <a:srgbClr val="000000"/>
                          </a:solidFill>
                          <a:effectLst/>
                        </a:rPr>
                        <a:t>58.29%</a:t>
                      </a:r>
                      <a:endParaRPr lang="en-IN" sz="1100" b="0" i="0" u="none" strike="noStrike">
                        <a:solidFill>
                          <a:srgbClr val="000000"/>
                        </a:solidFill>
                        <a:effectLst/>
                        <a:latin typeface="Calibri" panose="020F0502020204030204" pitchFamily="34" charset="0"/>
                      </a:endParaRPr>
                    </a:p>
                  </a:txBody>
                  <a:tcPr marL="6350" marR="6350" marT="6350" marB="0" anchor="ctr"/>
                </a:tc>
                <a:extLst>
                  <a:ext uri="{0D108BD9-81ED-4DB2-BD59-A6C34878D82A}">
                    <a16:rowId xmlns:a16="http://schemas.microsoft.com/office/drawing/2014/main" val="26882417"/>
                  </a:ext>
                </a:extLst>
              </a:tr>
              <a:tr h="216000">
                <a:tc>
                  <a:txBody>
                    <a:bodyPr/>
                    <a:lstStyle/>
                    <a:p>
                      <a:pPr algn="l" fontAlgn="b">
                        <a:buNone/>
                      </a:pPr>
                      <a:r>
                        <a:rPr lang="en-IN" sz="1100" b="0" u="none" strike="noStrike" dirty="0">
                          <a:solidFill>
                            <a:srgbClr val="000000"/>
                          </a:solidFill>
                          <a:effectLst/>
                        </a:rPr>
                        <a:t> 4-bit representation</a:t>
                      </a:r>
                      <a:endParaRPr lang="en-IN" sz="1100" b="0" i="0" u="none" strike="noStrike" dirty="0">
                        <a:solidFill>
                          <a:srgbClr val="000000"/>
                        </a:solidFill>
                        <a:effectLst/>
                        <a:latin typeface="Calibri" panose="020F0502020204030204" pitchFamily="34" charset="0"/>
                      </a:endParaRPr>
                    </a:p>
                  </a:txBody>
                  <a:tcPr marL="6350" marR="6350" marT="6350" marB="0" anchor="ctr"/>
                </a:tc>
                <a:tc>
                  <a:txBody>
                    <a:bodyPr/>
                    <a:lstStyle/>
                    <a:p>
                      <a:pPr algn="ctr" fontAlgn="b">
                        <a:buNone/>
                      </a:pPr>
                      <a:r>
                        <a:rPr lang="en-IN" sz="1100" b="0" u="none" strike="noStrike" dirty="0">
                          <a:solidFill>
                            <a:srgbClr val="000000"/>
                          </a:solidFill>
                          <a:effectLst/>
                        </a:rPr>
                        <a:t>52.69%</a:t>
                      </a:r>
                      <a:endParaRPr lang="en-IN" sz="1100" b="0" i="0" u="none" strike="noStrike" dirty="0">
                        <a:solidFill>
                          <a:srgbClr val="000000"/>
                        </a:solidFill>
                        <a:effectLst/>
                        <a:latin typeface="Calibri" panose="020F0502020204030204" pitchFamily="34" charset="0"/>
                      </a:endParaRPr>
                    </a:p>
                  </a:txBody>
                  <a:tcPr marL="6350" marR="6350" marT="6350" marB="0" anchor="ctr"/>
                </a:tc>
                <a:tc>
                  <a:txBody>
                    <a:bodyPr/>
                    <a:lstStyle/>
                    <a:p>
                      <a:pPr algn="ctr" fontAlgn="b">
                        <a:buNone/>
                      </a:pPr>
                      <a:r>
                        <a:rPr lang="en-IN" sz="1100" b="0" u="none" strike="noStrike" dirty="0">
                          <a:solidFill>
                            <a:srgbClr val="000000"/>
                          </a:solidFill>
                          <a:effectLst/>
                        </a:rPr>
                        <a:t>54.52%</a:t>
                      </a:r>
                      <a:endParaRPr lang="en-IN" sz="1100" b="0" i="0" u="none" strike="noStrike" dirty="0">
                        <a:solidFill>
                          <a:srgbClr val="000000"/>
                        </a:solidFill>
                        <a:effectLst/>
                        <a:latin typeface="Calibri" panose="020F0502020204030204" pitchFamily="34" charset="0"/>
                      </a:endParaRPr>
                    </a:p>
                  </a:txBody>
                  <a:tcPr marL="6350" marR="6350" marT="6350" marB="0" anchor="ctr"/>
                </a:tc>
                <a:tc>
                  <a:txBody>
                    <a:bodyPr/>
                    <a:lstStyle/>
                    <a:p>
                      <a:pPr algn="ctr" fontAlgn="b">
                        <a:buNone/>
                      </a:pPr>
                      <a:r>
                        <a:rPr lang="en-IN" sz="1100" b="0" u="none" strike="noStrike" dirty="0">
                          <a:solidFill>
                            <a:srgbClr val="000000"/>
                          </a:solidFill>
                          <a:effectLst/>
                        </a:rPr>
                        <a:t>64.58%</a:t>
                      </a:r>
                      <a:endParaRPr lang="en-IN" sz="1100" b="0" i="0" u="none" strike="noStrike" dirty="0">
                        <a:solidFill>
                          <a:srgbClr val="000000"/>
                        </a:solidFill>
                        <a:effectLst/>
                        <a:latin typeface="Calibri" panose="020F0502020204030204" pitchFamily="34" charset="0"/>
                      </a:endParaRPr>
                    </a:p>
                  </a:txBody>
                  <a:tcPr marL="6350" marR="6350" marT="6350" marB="0" anchor="ctr"/>
                </a:tc>
                <a:tc>
                  <a:txBody>
                    <a:bodyPr/>
                    <a:lstStyle/>
                    <a:p>
                      <a:pPr algn="ctr" fontAlgn="b">
                        <a:buNone/>
                      </a:pPr>
                      <a:r>
                        <a:rPr lang="en-IN" sz="1100" b="0" u="none" strike="noStrike" dirty="0">
                          <a:solidFill>
                            <a:srgbClr val="000000"/>
                          </a:solidFill>
                          <a:effectLst/>
                        </a:rPr>
                        <a:t>64.18%</a:t>
                      </a:r>
                      <a:endParaRPr lang="en-IN" sz="1100" b="0" i="0" u="none" strike="noStrike" dirty="0">
                        <a:solidFill>
                          <a:srgbClr val="000000"/>
                        </a:solidFill>
                        <a:effectLst/>
                        <a:latin typeface="Calibri" panose="020F0502020204030204" pitchFamily="34" charset="0"/>
                      </a:endParaRPr>
                    </a:p>
                  </a:txBody>
                  <a:tcPr marL="6350" marR="6350" marT="6350" marB="0" anchor="ctr"/>
                </a:tc>
                <a:extLst>
                  <a:ext uri="{0D108BD9-81ED-4DB2-BD59-A6C34878D82A}">
                    <a16:rowId xmlns:a16="http://schemas.microsoft.com/office/drawing/2014/main" val="3214263335"/>
                  </a:ext>
                </a:extLst>
              </a:tr>
            </a:tbl>
          </a:graphicData>
        </a:graphic>
      </p:graphicFrame>
      <p:graphicFrame>
        <p:nvGraphicFramePr>
          <p:cNvPr id="5" name="Table 4">
            <a:extLst>
              <a:ext uri="{FF2B5EF4-FFF2-40B4-BE49-F238E27FC236}">
                <a16:creationId xmlns:a16="http://schemas.microsoft.com/office/drawing/2014/main" id="{0D244DDF-A943-C156-9B90-7DC5B4FD60D8}"/>
              </a:ext>
            </a:extLst>
          </p:cNvPr>
          <p:cNvGraphicFramePr>
            <a:graphicFrameLocks noGrp="1"/>
          </p:cNvGraphicFramePr>
          <p:nvPr>
            <p:extLst>
              <p:ext uri="{D42A27DB-BD31-4B8C-83A1-F6EECF244321}">
                <p14:modId xmlns:p14="http://schemas.microsoft.com/office/powerpoint/2010/main" val="4040385368"/>
              </p:ext>
            </p:extLst>
          </p:nvPr>
        </p:nvGraphicFramePr>
        <p:xfrm>
          <a:off x="4934227" y="1239157"/>
          <a:ext cx="4056368" cy="1296000"/>
        </p:xfrm>
        <a:graphic>
          <a:graphicData uri="http://schemas.openxmlformats.org/drawingml/2006/table">
            <a:tbl>
              <a:tblPr>
                <a:tableStyleId>{08FB837D-C827-4EFA-A057-4D05807E0F7C}</a:tableStyleId>
              </a:tblPr>
              <a:tblGrid>
                <a:gridCol w="1334198">
                  <a:extLst>
                    <a:ext uri="{9D8B030D-6E8A-4147-A177-3AD203B41FA5}">
                      <a16:colId xmlns:a16="http://schemas.microsoft.com/office/drawing/2014/main" val="2863307435"/>
                    </a:ext>
                  </a:extLst>
                </a:gridCol>
                <a:gridCol w="745703">
                  <a:extLst>
                    <a:ext uri="{9D8B030D-6E8A-4147-A177-3AD203B41FA5}">
                      <a16:colId xmlns:a16="http://schemas.microsoft.com/office/drawing/2014/main" val="1667264042"/>
                    </a:ext>
                  </a:extLst>
                </a:gridCol>
                <a:gridCol w="616400">
                  <a:extLst>
                    <a:ext uri="{9D8B030D-6E8A-4147-A177-3AD203B41FA5}">
                      <a16:colId xmlns:a16="http://schemas.microsoft.com/office/drawing/2014/main" val="154550662"/>
                    </a:ext>
                  </a:extLst>
                </a:gridCol>
                <a:gridCol w="698579">
                  <a:extLst>
                    <a:ext uri="{9D8B030D-6E8A-4147-A177-3AD203B41FA5}">
                      <a16:colId xmlns:a16="http://schemas.microsoft.com/office/drawing/2014/main" val="399659227"/>
                    </a:ext>
                  </a:extLst>
                </a:gridCol>
                <a:gridCol w="661488">
                  <a:extLst>
                    <a:ext uri="{9D8B030D-6E8A-4147-A177-3AD203B41FA5}">
                      <a16:colId xmlns:a16="http://schemas.microsoft.com/office/drawing/2014/main" val="335066689"/>
                    </a:ext>
                  </a:extLst>
                </a:gridCol>
              </a:tblGrid>
              <a:tr h="216000">
                <a:tc gridSpan="5">
                  <a:txBody>
                    <a:bodyPr/>
                    <a:lstStyle/>
                    <a:p>
                      <a:pPr algn="ctr" fontAlgn="b">
                        <a:buNone/>
                      </a:pPr>
                      <a:r>
                        <a:rPr lang="en-IN" sz="1100" b="1" i="0" u="none" strike="noStrike" dirty="0">
                          <a:solidFill>
                            <a:srgbClr val="000000"/>
                          </a:solidFill>
                          <a:effectLst/>
                          <a:latin typeface="+mj-lt"/>
                        </a:rPr>
                        <a:t>Accuracy:</a:t>
                      </a:r>
                    </a:p>
                  </a:txBody>
                  <a:tcPr marL="6350" marR="6350" marT="6350" marB="0" anchor="ctr"/>
                </a:tc>
                <a:tc hMerge="1">
                  <a:txBody>
                    <a:bodyPr/>
                    <a:lstStyle/>
                    <a:p>
                      <a:pPr algn="ctr" fontAlgn="b">
                        <a:buNone/>
                      </a:pPr>
                      <a:endParaRPr lang="en-IN" sz="1100" b="0" i="0" u="none" strike="noStrike" dirty="0">
                        <a:solidFill>
                          <a:srgbClr val="000000"/>
                        </a:solidFill>
                        <a:effectLst/>
                        <a:latin typeface="Calibri" panose="020F0502020204030204" pitchFamily="34" charset="0"/>
                      </a:endParaRPr>
                    </a:p>
                  </a:txBody>
                  <a:tcPr marL="6350" marR="6350" marT="6350" marB="0" anchor="ctr"/>
                </a:tc>
                <a:tc hMerge="1">
                  <a:txBody>
                    <a:bodyPr/>
                    <a:lstStyle/>
                    <a:p>
                      <a:endParaRPr lang="en-IN"/>
                    </a:p>
                  </a:txBody>
                  <a:tcPr/>
                </a:tc>
                <a:tc hMerge="1">
                  <a:txBody>
                    <a:bodyPr/>
                    <a:lstStyle/>
                    <a:p>
                      <a:pPr algn="ctr" fontAlgn="b">
                        <a:buNone/>
                      </a:pPr>
                      <a:endParaRPr lang="en-IN" sz="1100" b="0" i="0" u="none" strike="noStrike" dirty="0">
                        <a:solidFill>
                          <a:srgbClr val="000000"/>
                        </a:solidFill>
                        <a:effectLst/>
                        <a:latin typeface="Calibri" panose="020F0502020204030204" pitchFamily="34" charset="0"/>
                      </a:endParaRPr>
                    </a:p>
                  </a:txBody>
                  <a:tcPr marL="6350" marR="6350" marT="6350" marB="0" anchor="ctr"/>
                </a:tc>
                <a:tc hMerge="1">
                  <a:txBody>
                    <a:bodyPr/>
                    <a:lstStyle/>
                    <a:p>
                      <a:endParaRPr lang="en-IN"/>
                    </a:p>
                  </a:txBody>
                  <a:tcPr/>
                </a:tc>
                <a:extLst>
                  <a:ext uri="{0D108BD9-81ED-4DB2-BD59-A6C34878D82A}">
                    <a16:rowId xmlns:a16="http://schemas.microsoft.com/office/drawing/2014/main" val="1169377330"/>
                  </a:ext>
                </a:extLst>
              </a:tr>
              <a:tr h="216000">
                <a:tc>
                  <a:txBody>
                    <a:bodyPr/>
                    <a:lstStyle/>
                    <a:p>
                      <a:pPr algn="l" fontAlgn="b">
                        <a:buNone/>
                      </a:pPr>
                      <a:endParaRPr lang="en-IN" sz="1100" b="0" i="0" u="none" strike="noStrike" dirty="0">
                        <a:solidFill>
                          <a:srgbClr val="000000"/>
                        </a:solidFill>
                        <a:effectLst/>
                        <a:latin typeface="Calibri" panose="020F0502020204030204" pitchFamily="34" charset="0"/>
                      </a:endParaRPr>
                    </a:p>
                  </a:txBody>
                  <a:tcPr marL="6350" marR="6350" marT="6350" marB="0" anchor="ctr"/>
                </a:tc>
                <a:tc gridSpan="2">
                  <a:txBody>
                    <a:bodyPr/>
                    <a:lstStyle/>
                    <a:p>
                      <a:pPr algn="ctr" fontAlgn="b">
                        <a:buNone/>
                      </a:pPr>
                      <a:r>
                        <a:rPr lang="en-IN" sz="1100" b="0" u="none" strike="noStrike" dirty="0">
                          <a:solidFill>
                            <a:srgbClr val="000000"/>
                          </a:solidFill>
                          <a:effectLst/>
                        </a:rPr>
                        <a:t>NLI</a:t>
                      </a:r>
                      <a:endParaRPr lang="en-IN" sz="1100" b="0" i="0" u="none" strike="noStrike" dirty="0">
                        <a:solidFill>
                          <a:srgbClr val="000000"/>
                        </a:solidFill>
                        <a:effectLst/>
                        <a:latin typeface="Calibri" panose="020F0502020204030204" pitchFamily="34" charset="0"/>
                      </a:endParaRPr>
                    </a:p>
                  </a:txBody>
                  <a:tcPr marL="6350" marR="6350" marT="6350" marB="0" anchor="ctr"/>
                </a:tc>
                <a:tc hMerge="1">
                  <a:txBody>
                    <a:bodyPr/>
                    <a:lstStyle/>
                    <a:p>
                      <a:endParaRPr lang="en-IN"/>
                    </a:p>
                  </a:txBody>
                  <a:tcPr/>
                </a:tc>
                <a:tc gridSpan="2">
                  <a:txBody>
                    <a:bodyPr/>
                    <a:lstStyle/>
                    <a:p>
                      <a:pPr algn="ctr" fontAlgn="b">
                        <a:buNone/>
                      </a:pPr>
                      <a:r>
                        <a:rPr lang="en-IN" sz="1100" b="0" u="none" strike="noStrike" dirty="0">
                          <a:solidFill>
                            <a:srgbClr val="000000"/>
                          </a:solidFill>
                          <a:effectLst/>
                        </a:rPr>
                        <a:t>WIC</a:t>
                      </a:r>
                      <a:endParaRPr lang="en-IN" sz="1100" b="0" i="0" u="none" strike="noStrike" dirty="0">
                        <a:solidFill>
                          <a:srgbClr val="000000"/>
                        </a:solidFill>
                        <a:effectLst/>
                        <a:latin typeface="Calibri" panose="020F0502020204030204" pitchFamily="34" charset="0"/>
                      </a:endParaRPr>
                    </a:p>
                  </a:txBody>
                  <a:tcPr marL="6350" marR="6350" marT="6350" marB="0" anchor="ctr"/>
                </a:tc>
                <a:tc hMerge="1">
                  <a:txBody>
                    <a:bodyPr/>
                    <a:lstStyle/>
                    <a:p>
                      <a:endParaRPr lang="en-IN"/>
                    </a:p>
                  </a:txBody>
                  <a:tcPr/>
                </a:tc>
                <a:extLst>
                  <a:ext uri="{0D108BD9-81ED-4DB2-BD59-A6C34878D82A}">
                    <a16:rowId xmlns:a16="http://schemas.microsoft.com/office/drawing/2014/main" val="2469287130"/>
                  </a:ext>
                </a:extLst>
              </a:tr>
              <a:tr h="216000">
                <a:tc>
                  <a:txBody>
                    <a:bodyPr/>
                    <a:lstStyle/>
                    <a:p>
                      <a:pPr algn="l" fontAlgn="b">
                        <a:buNone/>
                      </a:pPr>
                      <a:endParaRPr lang="en-IN" sz="1100" b="0" i="0" u="none" strike="noStrike" dirty="0">
                        <a:solidFill>
                          <a:srgbClr val="000000"/>
                        </a:solidFill>
                        <a:effectLst/>
                        <a:latin typeface="Calibri" panose="020F0502020204030204" pitchFamily="34" charset="0"/>
                      </a:endParaRPr>
                    </a:p>
                  </a:txBody>
                  <a:tcPr marL="6350" marR="6350" marT="6350" marB="0" anchor="ctr"/>
                </a:tc>
                <a:tc>
                  <a:txBody>
                    <a:bodyPr/>
                    <a:lstStyle/>
                    <a:p>
                      <a:pPr algn="ctr" fontAlgn="b">
                        <a:buNone/>
                      </a:pPr>
                      <a:r>
                        <a:rPr lang="en-IN" sz="1100" b="0" u="none" strike="noStrike" dirty="0">
                          <a:solidFill>
                            <a:srgbClr val="000000"/>
                          </a:solidFill>
                          <a:effectLst/>
                        </a:rPr>
                        <a:t>English</a:t>
                      </a:r>
                      <a:endParaRPr lang="en-IN" sz="1100" b="0" i="0" u="none" strike="noStrike" dirty="0">
                        <a:solidFill>
                          <a:srgbClr val="000000"/>
                        </a:solidFill>
                        <a:effectLst/>
                        <a:latin typeface="Calibri" panose="020F0502020204030204" pitchFamily="34" charset="0"/>
                      </a:endParaRPr>
                    </a:p>
                  </a:txBody>
                  <a:tcPr marL="6350" marR="6350" marT="6350" marB="0" anchor="ctr"/>
                </a:tc>
                <a:tc>
                  <a:txBody>
                    <a:bodyPr/>
                    <a:lstStyle/>
                    <a:p>
                      <a:pPr algn="ctr" fontAlgn="b">
                        <a:buNone/>
                      </a:pPr>
                      <a:r>
                        <a:rPr lang="en-IN" sz="1100" b="0" u="none" strike="noStrike" dirty="0">
                          <a:solidFill>
                            <a:srgbClr val="000000"/>
                          </a:solidFill>
                          <a:effectLst/>
                        </a:rPr>
                        <a:t>Swedish</a:t>
                      </a:r>
                      <a:endParaRPr lang="en-IN" sz="1100" b="0" i="0" u="none" strike="noStrike" dirty="0">
                        <a:solidFill>
                          <a:srgbClr val="000000"/>
                        </a:solidFill>
                        <a:effectLst/>
                        <a:latin typeface="Calibri" panose="020F0502020204030204" pitchFamily="34" charset="0"/>
                      </a:endParaRPr>
                    </a:p>
                  </a:txBody>
                  <a:tcPr marL="6350" marR="6350" marT="6350" marB="0" anchor="ctr"/>
                </a:tc>
                <a:tc>
                  <a:txBody>
                    <a:bodyPr/>
                    <a:lstStyle/>
                    <a:p>
                      <a:pPr algn="ctr" fontAlgn="b">
                        <a:buNone/>
                      </a:pPr>
                      <a:r>
                        <a:rPr lang="en-IN" sz="1100" b="0" u="none" strike="noStrike" dirty="0">
                          <a:solidFill>
                            <a:srgbClr val="000000"/>
                          </a:solidFill>
                          <a:effectLst/>
                        </a:rPr>
                        <a:t>English</a:t>
                      </a:r>
                      <a:endParaRPr lang="en-IN" sz="1100" b="0" i="0" u="none" strike="noStrike" dirty="0">
                        <a:solidFill>
                          <a:srgbClr val="000000"/>
                        </a:solidFill>
                        <a:effectLst/>
                        <a:latin typeface="Calibri" panose="020F0502020204030204" pitchFamily="34" charset="0"/>
                      </a:endParaRPr>
                    </a:p>
                  </a:txBody>
                  <a:tcPr marL="6350" marR="6350" marT="6350" marB="0" anchor="ctr"/>
                </a:tc>
                <a:tc>
                  <a:txBody>
                    <a:bodyPr/>
                    <a:lstStyle/>
                    <a:p>
                      <a:pPr algn="ctr" fontAlgn="b">
                        <a:buNone/>
                      </a:pPr>
                      <a:r>
                        <a:rPr lang="en-IN" sz="1100" b="0" u="none" strike="noStrike" dirty="0">
                          <a:solidFill>
                            <a:srgbClr val="000000"/>
                          </a:solidFill>
                          <a:effectLst/>
                        </a:rPr>
                        <a:t>Swedish</a:t>
                      </a:r>
                      <a:endParaRPr lang="en-IN" sz="1100" b="0" i="0" u="none" strike="noStrike" dirty="0">
                        <a:solidFill>
                          <a:srgbClr val="000000"/>
                        </a:solidFill>
                        <a:effectLst/>
                        <a:latin typeface="Calibri" panose="020F0502020204030204" pitchFamily="34" charset="0"/>
                      </a:endParaRPr>
                    </a:p>
                  </a:txBody>
                  <a:tcPr marL="6350" marR="6350" marT="6350" marB="0" anchor="ctr"/>
                </a:tc>
                <a:extLst>
                  <a:ext uri="{0D108BD9-81ED-4DB2-BD59-A6C34878D82A}">
                    <a16:rowId xmlns:a16="http://schemas.microsoft.com/office/drawing/2014/main" val="511500702"/>
                  </a:ext>
                </a:extLst>
              </a:tr>
              <a:tr h="216000">
                <a:tc>
                  <a:txBody>
                    <a:bodyPr/>
                    <a:lstStyle/>
                    <a:p>
                      <a:pPr algn="l" fontAlgn="b">
                        <a:buNone/>
                      </a:pPr>
                      <a:r>
                        <a:rPr lang="en-IN" sz="1100" b="0" u="none" strike="noStrike" dirty="0">
                          <a:solidFill>
                            <a:srgbClr val="000000"/>
                          </a:solidFill>
                          <a:effectLst/>
                        </a:rPr>
                        <a:t> 16-bit representation</a:t>
                      </a:r>
                      <a:endParaRPr lang="en-IN" sz="1100" b="0" i="0" u="none" strike="noStrike" dirty="0">
                        <a:solidFill>
                          <a:srgbClr val="000000"/>
                        </a:solidFill>
                        <a:effectLst/>
                        <a:latin typeface="Calibri" panose="020F0502020204030204" pitchFamily="34" charset="0"/>
                      </a:endParaRPr>
                    </a:p>
                  </a:txBody>
                  <a:tcPr marL="6350" marR="6350" marT="6350" marB="0" anchor="ctr"/>
                </a:tc>
                <a:tc>
                  <a:txBody>
                    <a:bodyPr/>
                    <a:lstStyle/>
                    <a:p>
                      <a:pPr algn="ctr" fontAlgn="b">
                        <a:buNone/>
                      </a:pPr>
                      <a:r>
                        <a:rPr lang="en-IN" sz="1100" b="0" u="none" strike="noStrike" dirty="0">
                          <a:solidFill>
                            <a:srgbClr val="000000"/>
                          </a:solidFill>
                          <a:effectLst/>
                        </a:rPr>
                        <a:t>69.80%</a:t>
                      </a:r>
                      <a:endParaRPr lang="en-IN" sz="1100" b="0" i="0" u="none" strike="noStrike" dirty="0">
                        <a:solidFill>
                          <a:srgbClr val="000000"/>
                        </a:solidFill>
                        <a:effectLst/>
                        <a:latin typeface="Calibri" panose="020F0502020204030204" pitchFamily="34" charset="0"/>
                      </a:endParaRPr>
                    </a:p>
                  </a:txBody>
                  <a:tcPr marL="6350" marR="6350" marT="6350" marB="0" anchor="ctr"/>
                </a:tc>
                <a:tc>
                  <a:txBody>
                    <a:bodyPr/>
                    <a:lstStyle/>
                    <a:p>
                      <a:pPr algn="ctr" fontAlgn="b">
                        <a:buNone/>
                      </a:pPr>
                      <a:r>
                        <a:rPr lang="en-IN" sz="1100" b="0" u="none" strike="noStrike" dirty="0">
                          <a:solidFill>
                            <a:srgbClr val="000000"/>
                          </a:solidFill>
                          <a:effectLst/>
                        </a:rPr>
                        <a:t>69.20%</a:t>
                      </a:r>
                      <a:endParaRPr lang="en-IN" sz="1100" b="0" i="0" u="none" strike="noStrike" dirty="0">
                        <a:solidFill>
                          <a:srgbClr val="000000"/>
                        </a:solidFill>
                        <a:effectLst/>
                        <a:latin typeface="Calibri" panose="020F0502020204030204" pitchFamily="34" charset="0"/>
                      </a:endParaRPr>
                    </a:p>
                  </a:txBody>
                  <a:tcPr marL="6350" marR="6350" marT="6350" marB="0" anchor="ctr"/>
                </a:tc>
                <a:tc>
                  <a:txBody>
                    <a:bodyPr/>
                    <a:lstStyle/>
                    <a:p>
                      <a:pPr algn="ctr" fontAlgn="b">
                        <a:buNone/>
                      </a:pPr>
                      <a:r>
                        <a:rPr lang="en-IN" sz="1100" b="0" u="none" strike="noStrike" dirty="0">
                          <a:solidFill>
                            <a:srgbClr val="000000"/>
                          </a:solidFill>
                          <a:effectLst/>
                        </a:rPr>
                        <a:t>63.40%</a:t>
                      </a:r>
                      <a:endParaRPr lang="en-IN" sz="1100" b="0" i="0" u="none" strike="noStrike" dirty="0">
                        <a:solidFill>
                          <a:srgbClr val="000000"/>
                        </a:solidFill>
                        <a:effectLst/>
                        <a:latin typeface="Calibri" panose="020F0502020204030204" pitchFamily="34" charset="0"/>
                      </a:endParaRPr>
                    </a:p>
                  </a:txBody>
                  <a:tcPr marL="6350" marR="6350" marT="6350" marB="0" anchor="ctr"/>
                </a:tc>
                <a:tc>
                  <a:txBody>
                    <a:bodyPr/>
                    <a:lstStyle/>
                    <a:p>
                      <a:pPr algn="ctr" fontAlgn="b">
                        <a:buNone/>
                      </a:pPr>
                      <a:r>
                        <a:rPr lang="en-IN" sz="1100" b="0" u="none" strike="noStrike" dirty="0">
                          <a:solidFill>
                            <a:srgbClr val="000000"/>
                          </a:solidFill>
                          <a:effectLst/>
                        </a:rPr>
                        <a:t>61.80%</a:t>
                      </a:r>
                      <a:endParaRPr lang="en-IN" sz="1100" b="0" i="0" u="none" strike="noStrike" dirty="0">
                        <a:solidFill>
                          <a:srgbClr val="000000"/>
                        </a:solidFill>
                        <a:effectLst/>
                        <a:latin typeface="Calibri" panose="020F0502020204030204" pitchFamily="34" charset="0"/>
                      </a:endParaRPr>
                    </a:p>
                  </a:txBody>
                  <a:tcPr marL="6350" marR="6350" marT="6350" marB="0" anchor="ctr"/>
                </a:tc>
                <a:extLst>
                  <a:ext uri="{0D108BD9-81ED-4DB2-BD59-A6C34878D82A}">
                    <a16:rowId xmlns:a16="http://schemas.microsoft.com/office/drawing/2014/main" val="1365596377"/>
                  </a:ext>
                </a:extLst>
              </a:tr>
              <a:tr h="216000">
                <a:tc>
                  <a:txBody>
                    <a:bodyPr/>
                    <a:lstStyle/>
                    <a:p>
                      <a:pPr algn="l" fontAlgn="b">
                        <a:buNone/>
                      </a:pPr>
                      <a:r>
                        <a:rPr lang="en-IN" sz="1100" b="0" u="none" strike="noStrike" dirty="0">
                          <a:solidFill>
                            <a:srgbClr val="000000"/>
                          </a:solidFill>
                          <a:effectLst/>
                        </a:rPr>
                        <a:t> 8-bit representation</a:t>
                      </a:r>
                      <a:endParaRPr lang="en-IN" sz="1100" b="0" i="0" u="none" strike="noStrike" dirty="0">
                        <a:solidFill>
                          <a:srgbClr val="000000"/>
                        </a:solidFill>
                        <a:effectLst/>
                        <a:latin typeface="Calibri" panose="020F0502020204030204" pitchFamily="34" charset="0"/>
                      </a:endParaRPr>
                    </a:p>
                  </a:txBody>
                  <a:tcPr marL="6350" marR="6350" marT="6350" marB="0" anchor="ctr"/>
                </a:tc>
                <a:tc>
                  <a:txBody>
                    <a:bodyPr/>
                    <a:lstStyle/>
                    <a:p>
                      <a:pPr algn="ctr" fontAlgn="b">
                        <a:buNone/>
                      </a:pPr>
                      <a:r>
                        <a:rPr lang="en-IN" sz="1100" b="0" u="none" strike="noStrike" dirty="0">
                          <a:solidFill>
                            <a:srgbClr val="000000"/>
                          </a:solidFill>
                          <a:effectLst/>
                        </a:rPr>
                        <a:t>69.20%</a:t>
                      </a:r>
                      <a:endParaRPr lang="en-IN" sz="1100" b="0" i="0" u="none" strike="noStrike" dirty="0">
                        <a:solidFill>
                          <a:srgbClr val="000000"/>
                        </a:solidFill>
                        <a:effectLst/>
                        <a:latin typeface="Calibri" panose="020F0502020204030204" pitchFamily="34" charset="0"/>
                      </a:endParaRPr>
                    </a:p>
                  </a:txBody>
                  <a:tcPr marL="6350" marR="6350" marT="6350" marB="0" anchor="ctr"/>
                </a:tc>
                <a:tc>
                  <a:txBody>
                    <a:bodyPr/>
                    <a:lstStyle/>
                    <a:p>
                      <a:pPr algn="ctr" fontAlgn="b">
                        <a:buNone/>
                      </a:pPr>
                      <a:r>
                        <a:rPr lang="en-IN" sz="1100" b="0" u="none" strike="noStrike" dirty="0">
                          <a:solidFill>
                            <a:srgbClr val="000000"/>
                          </a:solidFill>
                          <a:effectLst/>
                        </a:rPr>
                        <a:t>68.20%</a:t>
                      </a:r>
                      <a:endParaRPr lang="en-IN" sz="1100" b="0" i="0" u="none" strike="noStrike" dirty="0">
                        <a:solidFill>
                          <a:srgbClr val="000000"/>
                        </a:solidFill>
                        <a:effectLst/>
                        <a:latin typeface="Calibri" panose="020F0502020204030204" pitchFamily="34" charset="0"/>
                      </a:endParaRPr>
                    </a:p>
                  </a:txBody>
                  <a:tcPr marL="6350" marR="6350" marT="6350" marB="0" anchor="ctr"/>
                </a:tc>
                <a:tc>
                  <a:txBody>
                    <a:bodyPr/>
                    <a:lstStyle/>
                    <a:p>
                      <a:pPr algn="ctr" fontAlgn="b">
                        <a:buNone/>
                      </a:pPr>
                      <a:r>
                        <a:rPr lang="en-IN" sz="1100" b="0" u="none" strike="noStrike" dirty="0">
                          <a:solidFill>
                            <a:srgbClr val="000000"/>
                          </a:solidFill>
                          <a:effectLst/>
                        </a:rPr>
                        <a:t>63.80%</a:t>
                      </a:r>
                      <a:endParaRPr lang="en-IN" sz="1100" b="0" i="0" u="none" strike="noStrike" dirty="0">
                        <a:solidFill>
                          <a:srgbClr val="000000"/>
                        </a:solidFill>
                        <a:effectLst/>
                        <a:latin typeface="Calibri" panose="020F0502020204030204" pitchFamily="34" charset="0"/>
                      </a:endParaRPr>
                    </a:p>
                  </a:txBody>
                  <a:tcPr marL="6350" marR="6350" marT="6350" marB="0" anchor="ctr"/>
                </a:tc>
                <a:tc>
                  <a:txBody>
                    <a:bodyPr/>
                    <a:lstStyle/>
                    <a:p>
                      <a:pPr algn="ctr" fontAlgn="b">
                        <a:buNone/>
                      </a:pPr>
                      <a:r>
                        <a:rPr lang="en-IN" sz="1100" b="0" u="none" strike="noStrike" dirty="0">
                          <a:solidFill>
                            <a:srgbClr val="000000"/>
                          </a:solidFill>
                          <a:effectLst/>
                        </a:rPr>
                        <a:t>59.80%</a:t>
                      </a:r>
                      <a:endParaRPr lang="en-IN" sz="1100" b="0" i="0" u="none" strike="noStrike" dirty="0">
                        <a:solidFill>
                          <a:srgbClr val="000000"/>
                        </a:solidFill>
                        <a:effectLst/>
                        <a:latin typeface="Calibri" panose="020F0502020204030204" pitchFamily="34" charset="0"/>
                      </a:endParaRPr>
                    </a:p>
                  </a:txBody>
                  <a:tcPr marL="6350" marR="6350" marT="6350" marB="0" anchor="ctr"/>
                </a:tc>
                <a:extLst>
                  <a:ext uri="{0D108BD9-81ED-4DB2-BD59-A6C34878D82A}">
                    <a16:rowId xmlns:a16="http://schemas.microsoft.com/office/drawing/2014/main" val="26882417"/>
                  </a:ext>
                </a:extLst>
              </a:tr>
              <a:tr h="216000">
                <a:tc>
                  <a:txBody>
                    <a:bodyPr/>
                    <a:lstStyle/>
                    <a:p>
                      <a:pPr algn="l" fontAlgn="b">
                        <a:buNone/>
                      </a:pPr>
                      <a:r>
                        <a:rPr lang="en-IN" sz="1100" b="0" u="none" strike="noStrike" dirty="0">
                          <a:solidFill>
                            <a:srgbClr val="000000"/>
                          </a:solidFill>
                          <a:effectLst/>
                        </a:rPr>
                        <a:t> 4-bit representation</a:t>
                      </a:r>
                      <a:endParaRPr lang="en-IN" sz="1100" b="0" i="0" u="none" strike="noStrike" dirty="0">
                        <a:solidFill>
                          <a:srgbClr val="000000"/>
                        </a:solidFill>
                        <a:effectLst/>
                        <a:latin typeface="Calibri" panose="020F0502020204030204" pitchFamily="34" charset="0"/>
                      </a:endParaRPr>
                    </a:p>
                  </a:txBody>
                  <a:tcPr marL="6350" marR="6350" marT="6350" marB="0" anchor="ctr"/>
                </a:tc>
                <a:tc>
                  <a:txBody>
                    <a:bodyPr/>
                    <a:lstStyle/>
                    <a:p>
                      <a:pPr algn="ctr" fontAlgn="b">
                        <a:buNone/>
                      </a:pPr>
                      <a:r>
                        <a:rPr lang="en-IN" sz="1100" b="0" u="none" strike="noStrike" dirty="0">
                          <a:solidFill>
                            <a:srgbClr val="000000"/>
                          </a:solidFill>
                          <a:effectLst/>
                        </a:rPr>
                        <a:t>66.00%</a:t>
                      </a:r>
                      <a:endParaRPr lang="en-IN" sz="1100" b="0" i="0" u="none" strike="noStrike" dirty="0">
                        <a:solidFill>
                          <a:srgbClr val="000000"/>
                        </a:solidFill>
                        <a:effectLst/>
                        <a:latin typeface="Calibri" panose="020F0502020204030204" pitchFamily="34" charset="0"/>
                      </a:endParaRPr>
                    </a:p>
                  </a:txBody>
                  <a:tcPr marL="6350" marR="6350" marT="6350" marB="0" anchor="ctr"/>
                </a:tc>
                <a:tc>
                  <a:txBody>
                    <a:bodyPr/>
                    <a:lstStyle/>
                    <a:p>
                      <a:pPr algn="ctr" fontAlgn="b">
                        <a:buNone/>
                      </a:pPr>
                      <a:r>
                        <a:rPr lang="en-IN" sz="1100" b="0" u="none" strike="noStrike" dirty="0">
                          <a:solidFill>
                            <a:srgbClr val="000000"/>
                          </a:solidFill>
                          <a:effectLst/>
                        </a:rPr>
                        <a:t>65.20%</a:t>
                      </a:r>
                      <a:endParaRPr lang="en-IN" sz="1100" b="0" i="0" u="none" strike="noStrike" dirty="0">
                        <a:solidFill>
                          <a:srgbClr val="000000"/>
                        </a:solidFill>
                        <a:effectLst/>
                        <a:latin typeface="Calibri" panose="020F0502020204030204" pitchFamily="34" charset="0"/>
                      </a:endParaRPr>
                    </a:p>
                  </a:txBody>
                  <a:tcPr marL="6350" marR="6350" marT="6350" marB="0" anchor="ctr"/>
                </a:tc>
                <a:tc>
                  <a:txBody>
                    <a:bodyPr/>
                    <a:lstStyle/>
                    <a:p>
                      <a:pPr algn="ctr" fontAlgn="b">
                        <a:buNone/>
                      </a:pPr>
                      <a:r>
                        <a:rPr lang="en-IN" sz="1100" b="0" u="none" strike="noStrike" dirty="0">
                          <a:solidFill>
                            <a:srgbClr val="000000"/>
                          </a:solidFill>
                          <a:effectLst/>
                        </a:rPr>
                        <a:t>64.60%</a:t>
                      </a:r>
                      <a:endParaRPr lang="en-IN" sz="1100" b="0" i="0" u="none" strike="noStrike" dirty="0">
                        <a:solidFill>
                          <a:srgbClr val="000000"/>
                        </a:solidFill>
                        <a:effectLst/>
                        <a:latin typeface="Calibri" panose="020F0502020204030204" pitchFamily="34" charset="0"/>
                      </a:endParaRPr>
                    </a:p>
                  </a:txBody>
                  <a:tcPr marL="6350" marR="6350" marT="6350" marB="0" anchor="ctr"/>
                </a:tc>
                <a:tc>
                  <a:txBody>
                    <a:bodyPr/>
                    <a:lstStyle/>
                    <a:p>
                      <a:pPr algn="ctr" fontAlgn="b">
                        <a:buNone/>
                      </a:pPr>
                      <a:r>
                        <a:rPr lang="en-IN" sz="1100" b="0" u="none" strike="noStrike" dirty="0">
                          <a:solidFill>
                            <a:srgbClr val="000000"/>
                          </a:solidFill>
                          <a:effectLst/>
                        </a:rPr>
                        <a:t>64.20%</a:t>
                      </a:r>
                      <a:endParaRPr lang="en-IN" sz="1100" b="0" i="0" u="none" strike="noStrike" dirty="0">
                        <a:solidFill>
                          <a:srgbClr val="000000"/>
                        </a:solidFill>
                        <a:effectLst/>
                        <a:latin typeface="Calibri" panose="020F0502020204030204" pitchFamily="34" charset="0"/>
                      </a:endParaRPr>
                    </a:p>
                  </a:txBody>
                  <a:tcPr marL="6350" marR="6350" marT="6350" marB="0" anchor="ctr"/>
                </a:tc>
                <a:extLst>
                  <a:ext uri="{0D108BD9-81ED-4DB2-BD59-A6C34878D82A}">
                    <a16:rowId xmlns:a16="http://schemas.microsoft.com/office/drawing/2014/main" val="3214263335"/>
                  </a:ext>
                </a:extLst>
              </a:tr>
            </a:tbl>
          </a:graphicData>
        </a:graphic>
      </p:graphicFrame>
      <p:sp>
        <p:nvSpPr>
          <p:cNvPr id="14" name="TextBox 13">
            <a:extLst>
              <a:ext uri="{FF2B5EF4-FFF2-40B4-BE49-F238E27FC236}">
                <a16:creationId xmlns:a16="http://schemas.microsoft.com/office/drawing/2014/main" id="{F8832F80-2AB0-9377-E3FF-B0B53E5EDB03}"/>
              </a:ext>
            </a:extLst>
          </p:cNvPr>
          <p:cNvSpPr txBox="1"/>
          <p:nvPr/>
        </p:nvSpPr>
        <p:spPr>
          <a:xfrm>
            <a:off x="1254019" y="2876068"/>
            <a:ext cx="6635960" cy="1600438"/>
          </a:xfrm>
          <a:prstGeom prst="rect">
            <a:avLst/>
          </a:prstGeom>
          <a:noFill/>
        </p:spPr>
        <p:txBody>
          <a:bodyPr wrap="square">
            <a:spAutoFit/>
          </a:bodyPr>
          <a:lstStyle/>
          <a:p>
            <a:pPr algn="ctr"/>
            <a:r>
              <a:rPr lang="en-US" b="1" dirty="0"/>
              <a:t>Observation:</a:t>
            </a:r>
            <a:r>
              <a:rPr lang="en-US" dirty="0"/>
              <a:t> Quantization dropped performance, but did so symmetrically as shown in the tables above.</a:t>
            </a:r>
          </a:p>
          <a:p>
            <a:pPr lvl="1" algn="ctr"/>
            <a:endParaRPr lang="en-US" dirty="0"/>
          </a:p>
          <a:p>
            <a:pPr lvl="1" algn="ctr"/>
            <a:r>
              <a:rPr lang="en-US" dirty="0"/>
              <a:t>Modern quantization (NF4) hurts reasoning (NLI) and shockingly improves contextual awareness (WIC) equally across both the languages.</a:t>
            </a:r>
          </a:p>
          <a:p>
            <a:pPr lvl="1" algn="ctr"/>
            <a:endParaRPr lang="en-US" dirty="0"/>
          </a:p>
          <a:p>
            <a:pPr algn="ctr"/>
            <a:r>
              <a:rPr lang="en-US" b="1" dirty="0"/>
              <a:t>Conclusion:</a:t>
            </a:r>
            <a:r>
              <a:rPr lang="en-US" dirty="0"/>
              <a:t> Our hypothesis was refuted. </a:t>
            </a:r>
          </a:p>
        </p:txBody>
      </p:sp>
      <p:sp>
        <p:nvSpPr>
          <p:cNvPr id="13" name="TextBox 12">
            <a:extLst>
              <a:ext uri="{FF2B5EF4-FFF2-40B4-BE49-F238E27FC236}">
                <a16:creationId xmlns:a16="http://schemas.microsoft.com/office/drawing/2014/main" id="{0AF72ACA-95BE-D8AF-526F-3C7B0AC63EFF}"/>
              </a:ext>
            </a:extLst>
          </p:cNvPr>
          <p:cNvSpPr txBox="1"/>
          <p:nvPr/>
        </p:nvSpPr>
        <p:spPr>
          <a:xfrm>
            <a:off x="13750" y="2519535"/>
            <a:ext cx="1785600" cy="461665"/>
          </a:xfrm>
          <a:prstGeom prst="rect">
            <a:avLst/>
          </a:prstGeom>
          <a:solidFill>
            <a:schemeClr val="bg2">
              <a:lumMod val="20000"/>
              <a:lumOff val="80000"/>
            </a:schemeClr>
          </a:solidFill>
        </p:spPr>
        <p:txBody>
          <a:bodyPr wrap="square" rtlCol="0">
            <a:spAutoFit/>
          </a:bodyPr>
          <a:lstStyle/>
          <a:p>
            <a:r>
              <a:rPr lang="en-GB" sz="1200" dirty="0"/>
              <a:t>5) IMPACT OF QUANTIZATION</a:t>
            </a:r>
          </a:p>
        </p:txBody>
      </p:sp>
    </p:spTree>
    <p:extLst>
      <p:ext uri="{BB962C8B-B14F-4D97-AF65-F5344CB8AC3E}">
        <p14:creationId xmlns:p14="http://schemas.microsoft.com/office/powerpoint/2010/main" val="38963235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0-#ppt_w/2"/>
                                          </p:val>
                                        </p:tav>
                                        <p:tav tm="100000">
                                          <p:val>
                                            <p:strVal val="#ppt_x"/>
                                          </p:val>
                                        </p:tav>
                                      </p:tavLst>
                                    </p:anim>
                                    <p:anim calcmode="lin" valueType="num">
                                      <p:cBhvr additive="base">
                                        <p:cTn id="8" dur="500" fill="hold"/>
                                        <p:tgtEl>
                                          <p:spTgt spid="6"/>
                                        </p:tgtEl>
                                        <p:attrNameLst>
                                          <p:attrName>ppt_y</p:attrName>
                                        </p:attrNameLst>
                                      </p:cBhvr>
                                      <p:tavLst>
                                        <p:tav tm="0">
                                          <p:val>
                                            <p:strVal val="#ppt_y"/>
                                          </p:val>
                                        </p:tav>
                                        <p:tav tm="100000">
                                          <p:val>
                                            <p:strVal val="#ppt_y"/>
                                          </p:val>
                                        </p:tav>
                                      </p:tavLst>
                                    </p:anim>
                                  </p:childTnLst>
                                </p:cTn>
                              </p:par>
                              <p:par>
                                <p:cTn id="9" presetID="2" presetClass="entr" presetSubtype="8" fill="hold" grpId="0" nodeType="withEffect">
                                  <p:stCondLst>
                                    <p:cond delay="0"/>
                                  </p:stCondLst>
                                  <p:childTnLst>
                                    <p:set>
                                      <p:cBhvr>
                                        <p:cTn id="10" dur="1" fill="hold">
                                          <p:stCondLst>
                                            <p:cond delay="0"/>
                                          </p:stCondLst>
                                        </p:cTn>
                                        <p:tgtEl>
                                          <p:spTgt spid="7"/>
                                        </p:tgtEl>
                                        <p:attrNameLst>
                                          <p:attrName>style.visibility</p:attrName>
                                        </p:attrNameLst>
                                      </p:cBhvr>
                                      <p:to>
                                        <p:strVal val="visible"/>
                                      </p:to>
                                    </p:set>
                                    <p:anim calcmode="lin" valueType="num">
                                      <p:cBhvr additive="base">
                                        <p:cTn id="11" dur="500" fill="hold"/>
                                        <p:tgtEl>
                                          <p:spTgt spid="7"/>
                                        </p:tgtEl>
                                        <p:attrNameLst>
                                          <p:attrName>ppt_x</p:attrName>
                                        </p:attrNameLst>
                                      </p:cBhvr>
                                      <p:tavLst>
                                        <p:tav tm="0">
                                          <p:val>
                                            <p:strVal val="0-#ppt_w/2"/>
                                          </p:val>
                                        </p:tav>
                                        <p:tav tm="100000">
                                          <p:val>
                                            <p:strVal val="#ppt_x"/>
                                          </p:val>
                                        </p:tav>
                                      </p:tavLst>
                                    </p:anim>
                                    <p:anim calcmode="lin" valueType="num">
                                      <p:cBhvr additive="base">
                                        <p:cTn id="12" dur="500" fill="hold"/>
                                        <p:tgtEl>
                                          <p:spTgt spid="7"/>
                                        </p:tgtEl>
                                        <p:attrNameLst>
                                          <p:attrName>ppt_y</p:attrName>
                                        </p:attrNameLst>
                                      </p:cBhvr>
                                      <p:tavLst>
                                        <p:tav tm="0">
                                          <p:val>
                                            <p:strVal val="#ppt_y"/>
                                          </p:val>
                                        </p:tav>
                                        <p:tav tm="100000">
                                          <p:val>
                                            <p:strVal val="#ppt_y"/>
                                          </p:val>
                                        </p:tav>
                                      </p:tavLst>
                                    </p:anim>
                                  </p:childTnLst>
                                </p:cTn>
                              </p:par>
                              <p:par>
                                <p:cTn id="13" presetID="2" presetClass="entr" presetSubtype="8" fill="hold" grpId="0" nodeType="withEffect">
                                  <p:stCondLst>
                                    <p:cond delay="0"/>
                                  </p:stCondLst>
                                  <p:childTnLst>
                                    <p:set>
                                      <p:cBhvr>
                                        <p:cTn id="14" dur="1" fill="hold">
                                          <p:stCondLst>
                                            <p:cond delay="0"/>
                                          </p:stCondLst>
                                        </p:cTn>
                                        <p:tgtEl>
                                          <p:spTgt spid="8"/>
                                        </p:tgtEl>
                                        <p:attrNameLst>
                                          <p:attrName>style.visibility</p:attrName>
                                        </p:attrNameLst>
                                      </p:cBhvr>
                                      <p:to>
                                        <p:strVal val="visible"/>
                                      </p:to>
                                    </p:set>
                                    <p:anim calcmode="lin" valueType="num">
                                      <p:cBhvr additive="base">
                                        <p:cTn id="15" dur="500" fill="hold"/>
                                        <p:tgtEl>
                                          <p:spTgt spid="8"/>
                                        </p:tgtEl>
                                        <p:attrNameLst>
                                          <p:attrName>ppt_x</p:attrName>
                                        </p:attrNameLst>
                                      </p:cBhvr>
                                      <p:tavLst>
                                        <p:tav tm="0">
                                          <p:val>
                                            <p:strVal val="0-#ppt_w/2"/>
                                          </p:val>
                                        </p:tav>
                                        <p:tav tm="100000">
                                          <p:val>
                                            <p:strVal val="#ppt_x"/>
                                          </p:val>
                                        </p:tav>
                                      </p:tavLst>
                                    </p:anim>
                                    <p:anim calcmode="lin" valueType="num">
                                      <p:cBhvr additive="base">
                                        <p:cTn id="16" dur="500" fill="hold"/>
                                        <p:tgtEl>
                                          <p:spTgt spid="8"/>
                                        </p:tgtEl>
                                        <p:attrNameLst>
                                          <p:attrName>ppt_y</p:attrName>
                                        </p:attrNameLst>
                                      </p:cBhvr>
                                      <p:tavLst>
                                        <p:tav tm="0">
                                          <p:val>
                                            <p:strVal val="#ppt_y"/>
                                          </p:val>
                                        </p:tav>
                                        <p:tav tm="100000">
                                          <p:val>
                                            <p:strVal val="#ppt_y"/>
                                          </p:val>
                                        </p:tav>
                                      </p:tavLst>
                                    </p:anim>
                                  </p:childTnLst>
                                </p:cTn>
                              </p:par>
                              <p:par>
                                <p:cTn id="17" presetID="2" presetClass="entr" presetSubtype="8" fill="hold" grpId="0" nodeType="withEffect">
                                  <p:stCondLst>
                                    <p:cond delay="0"/>
                                  </p:stCondLst>
                                  <p:childTnLst>
                                    <p:set>
                                      <p:cBhvr>
                                        <p:cTn id="18" dur="1" fill="hold">
                                          <p:stCondLst>
                                            <p:cond delay="0"/>
                                          </p:stCondLst>
                                        </p:cTn>
                                        <p:tgtEl>
                                          <p:spTgt spid="9"/>
                                        </p:tgtEl>
                                        <p:attrNameLst>
                                          <p:attrName>style.visibility</p:attrName>
                                        </p:attrNameLst>
                                      </p:cBhvr>
                                      <p:to>
                                        <p:strVal val="visible"/>
                                      </p:to>
                                    </p:set>
                                    <p:anim calcmode="lin" valueType="num">
                                      <p:cBhvr additive="base">
                                        <p:cTn id="19" dur="500" fill="hold"/>
                                        <p:tgtEl>
                                          <p:spTgt spid="9"/>
                                        </p:tgtEl>
                                        <p:attrNameLst>
                                          <p:attrName>ppt_x</p:attrName>
                                        </p:attrNameLst>
                                      </p:cBhvr>
                                      <p:tavLst>
                                        <p:tav tm="0">
                                          <p:val>
                                            <p:strVal val="0-#ppt_w/2"/>
                                          </p:val>
                                        </p:tav>
                                        <p:tav tm="100000">
                                          <p:val>
                                            <p:strVal val="#ppt_x"/>
                                          </p:val>
                                        </p:tav>
                                      </p:tavLst>
                                    </p:anim>
                                    <p:anim calcmode="lin" valueType="num">
                                      <p:cBhvr additive="base">
                                        <p:cTn id="20" dur="500" fill="hold"/>
                                        <p:tgtEl>
                                          <p:spTgt spid="9"/>
                                        </p:tgtEl>
                                        <p:attrNameLst>
                                          <p:attrName>ppt_y</p:attrName>
                                        </p:attrNameLst>
                                      </p:cBhvr>
                                      <p:tavLst>
                                        <p:tav tm="0">
                                          <p:val>
                                            <p:strVal val="#ppt_y"/>
                                          </p:val>
                                        </p:tav>
                                        <p:tav tm="100000">
                                          <p:val>
                                            <p:strVal val="#ppt_y"/>
                                          </p:val>
                                        </p:tav>
                                      </p:tavLst>
                                    </p:anim>
                                  </p:childTnLst>
                                </p:cTn>
                              </p:par>
                              <p:par>
                                <p:cTn id="21" presetID="2" presetClass="entr" presetSubtype="8" fill="hold" grpId="0" nodeType="withEffect">
                                  <p:stCondLst>
                                    <p:cond delay="0"/>
                                  </p:stCondLst>
                                  <p:childTnLst>
                                    <p:set>
                                      <p:cBhvr>
                                        <p:cTn id="22" dur="1" fill="hold">
                                          <p:stCondLst>
                                            <p:cond delay="0"/>
                                          </p:stCondLst>
                                        </p:cTn>
                                        <p:tgtEl>
                                          <p:spTgt spid="13"/>
                                        </p:tgtEl>
                                        <p:attrNameLst>
                                          <p:attrName>style.visibility</p:attrName>
                                        </p:attrNameLst>
                                      </p:cBhvr>
                                      <p:to>
                                        <p:strVal val="visible"/>
                                      </p:to>
                                    </p:set>
                                    <p:anim calcmode="lin" valueType="num">
                                      <p:cBhvr additive="base">
                                        <p:cTn id="23" dur="500" fill="hold"/>
                                        <p:tgtEl>
                                          <p:spTgt spid="13"/>
                                        </p:tgtEl>
                                        <p:attrNameLst>
                                          <p:attrName>ppt_x</p:attrName>
                                        </p:attrNameLst>
                                      </p:cBhvr>
                                      <p:tavLst>
                                        <p:tav tm="0">
                                          <p:val>
                                            <p:strVal val="0-#ppt_w/2"/>
                                          </p:val>
                                        </p:tav>
                                        <p:tav tm="100000">
                                          <p:val>
                                            <p:strVal val="#ppt_x"/>
                                          </p:val>
                                        </p:tav>
                                      </p:tavLst>
                                    </p:anim>
                                    <p:anim calcmode="lin" valueType="num">
                                      <p:cBhvr additive="base">
                                        <p:cTn id="24" dur="500" fill="hold"/>
                                        <p:tgtEl>
                                          <p:spTgt spid="13"/>
                                        </p:tgtEl>
                                        <p:attrNameLst>
                                          <p:attrName>ppt_y</p:attrName>
                                        </p:attrNameLst>
                                      </p:cBhvr>
                                      <p:tavLst>
                                        <p:tav tm="0">
                                          <p:val>
                                            <p:strVal val="#ppt_y"/>
                                          </p:val>
                                        </p:tav>
                                        <p:tav tm="100000">
                                          <p:val>
                                            <p:strVal val="#ppt_y"/>
                                          </p:val>
                                        </p:tav>
                                      </p:tavLst>
                                    </p:anim>
                                  </p:childTnLst>
                                </p:cTn>
                              </p:par>
                              <p:par>
                                <p:cTn id="25" presetID="2" presetClass="entr" presetSubtype="8" fill="hold" grpId="0" nodeType="withEffect">
                                  <p:stCondLst>
                                    <p:cond delay="0"/>
                                  </p:stCondLst>
                                  <p:childTnLst>
                                    <p:set>
                                      <p:cBhvr>
                                        <p:cTn id="26" dur="1" fill="hold">
                                          <p:stCondLst>
                                            <p:cond delay="0"/>
                                          </p:stCondLst>
                                        </p:cTn>
                                        <p:tgtEl>
                                          <p:spTgt spid="10"/>
                                        </p:tgtEl>
                                        <p:attrNameLst>
                                          <p:attrName>style.visibility</p:attrName>
                                        </p:attrNameLst>
                                      </p:cBhvr>
                                      <p:to>
                                        <p:strVal val="visible"/>
                                      </p:to>
                                    </p:set>
                                    <p:anim calcmode="lin" valueType="num">
                                      <p:cBhvr additive="base">
                                        <p:cTn id="27" dur="500" fill="hold"/>
                                        <p:tgtEl>
                                          <p:spTgt spid="10"/>
                                        </p:tgtEl>
                                        <p:attrNameLst>
                                          <p:attrName>ppt_x</p:attrName>
                                        </p:attrNameLst>
                                      </p:cBhvr>
                                      <p:tavLst>
                                        <p:tav tm="0">
                                          <p:val>
                                            <p:strVal val="0-#ppt_w/2"/>
                                          </p:val>
                                        </p:tav>
                                        <p:tav tm="100000">
                                          <p:val>
                                            <p:strVal val="#ppt_x"/>
                                          </p:val>
                                        </p:tav>
                                      </p:tavLst>
                                    </p:anim>
                                    <p:anim calcmode="lin" valueType="num">
                                      <p:cBhvr additive="base">
                                        <p:cTn id="28" dur="500" fill="hold"/>
                                        <p:tgtEl>
                                          <p:spTgt spid="10"/>
                                        </p:tgtEl>
                                        <p:attrNameLst>
                                          <p:attrName>ppt_y</p:attrName>
                                        </p:attrNameLst>
                                      </p:cBhvr>
                                      <p:tavLst>
                                        <p:tav tm="0">
                                          <p:val>
                                            <p:strVal val="#ppt_y"/>
                                          </p:val>
                                        </p:tav>
                                        <p:tav tm="100000">
                                          <p:val>
                                            <p:strVal val="#ppt_y"/>
                                          </p:val>
                                        </p:tav>
                                      </p:tavLst>
                                    </p:anim>
                                  </p:childTnLst>
                                </p:cTn>
                              </p:par>
                              <p:par>
                                <p:cTn id="29" presetID="2" presetClass="entr" presetSubtype="8" fill="hold" grpId="0" nodeType="withEffect">
                                  <p:stCondLst>
                                    <p:cond delay="0"/>
                                  </p:stCondLst>
                                  <p:childTnLst>
                                    <p:set>
                                      <p:cBhvr>
                                        <p:cTn id="30" dur="1" fill="hold">
                                          <p:stCondLst>
                                            <p:cond delay="0"/>
                                          </p:stCondLst>
                                        </p:cTn>
                                        <p:tgtEl>
                                          <p:spTgt spid="11"/>
                                        </p:tgtEl>
                                        <p:attrNameLst>
                                          <p:attrName>style.visibility</p:attrName>
                                        </p:attrNameLst>
                                      </p:cBhvr>
                                      <p:to>
                                        <p:strVal val="visible"/>
                                      </p:to>
                                    </p:set>
                                    <p:anim calcmode="lin" valueType="num">
                                      <p:cBhvr additive="base">
                                        <p:cTn id="31" dur="500" fill="hold"/>
                                        <p:tgtEl>
                                          <p:spTgt spid="11"/>
                                        </p:tgtEl>
                                        <p:attrNameLst>
                                          <p:attrName>ppt_x</p:attrName>
                                        </p:attrNameLst>
                                      </p:cBhvr>
                                      <p:tavLst>
                                        <p:tav tm="0">
                                          <p:val>
                                            <p:strVal val="0-#ppt_w/2"/>
                                          </p:val>
                                        </p:tav>
                                        <p:tav tm="100000">
                                          <p:val>
                                            <p:strVal val="#ppt_x"/>
                                          </p:val>
                                        </p:tav>
                                      </p:tavLst>
                                    </p:anim>
                                    <p:anim calcmode="lin" valueType="num">
                                      <p:cBhvr additive="base">
                                        <p:cTn id="32" dur="500" fill="hold"/>
                                        <p:tgtEl>
                                          <p:spTgt spid="11"/>
                                        </p:tgtEl>
                                        <p:attrNameLst>
                                          <p:attrName>ppt_y</p:attrName>
                                        </p:attrNameLst>
                                      </p:cBhvr>
                                      <p:tavLst>
                                        <p:tav tm="0">
                                          <p:val>
                                            <p:strVal val="#ppt_y"/>
                                          </p:val>
                                        </p:tav>
                                        <p:tav tm="100000">
                                          <p:val>
                                            <p:strVal val="#ppt_y"/>
                                          </p:val>
                                        </p:tav>
                                      </p:tavLst>
                                    </p:anim>
                                  </p:childTnLst>
                                </p:cTn>
                              </p:par>
                              <p:par>
                                <p:cTn id="33" presetID="2" presetClass="entr" presetSubtype="8" fill="hold" grpId="0" nodeType="withEffect">
                                  <p:stCondLst>
                                    <p:cond delay="0"/>
                                  </p:stCondLst>
                                  <p:childTnLst>
                                    <p:set>
                                      <p:cBhvr>
                                        <p:cTn id="34" dur="1" fill="hold">
                                          <p:stCondLst>
                                            <p:cond delay="0"/>
                                          </p:stCondLst>
                                        </p:cTn>
                                        <p:tgtEl>
                                          <p:spTgt spid="3"/>
                                        </p:tgtEl>
                                        <p:attrNameLst>
                                          <p:attrName>style.visibility</p:attrName>
                                        </p:attrNameLst>
                                      </p:cBhvr>
                                      <p:to>
                                        <p:strVal val="visible"/>
                                      </p:to>
                                    </p:set>
                                    <p:anim calcmode="lin" valueType="num">
                                      <p:cBhvr additive="base">
                                        <p:cTn id="35" dur="500" fill="hold"/>
                                        <p:tgtEl>
                                          <p:spTgt spid="3"/>
                                        </p:tgtEl>
                                        <p:attrNameLst>
                                          <p:attrName>ppt_x</p:attrName>
                                        </p:attrNameLst>
                                      </p:cBhvr>
                                      <p:tavLst>
                                        <p:tav tm="0">
                                          <p:val>
                                            <p:strVal val="0-#ppt_w/2"/>
                                          </p:val>
                                        </p:tav>
                                        <p:tav tm="100000">
                                          <p:val>
                                            <p:strVal val="#ppt_x"/>
                                          </p:val>
                                        </p:tav>
                                      </p:tavLst>
                                    </p:anim>
                                    <p:anim calcmode="lin" valueType="num">
                                      <p:cBhvr additive="base">
                                        <p:cTn id="36" dur="500" fill="hold"/>
                                        <p:tgtEl>
                                          <p:spTgt spid="3"/>
                                        </p:tgtEl>
                                        <p:attrNameLst>
                                          <p:attrName>ppt_y</p:attrName>
                                        </p:attrNameLst>
                                      </p:cBhvr>
                                      <p:tavLst>
                                        <p:tav tm="0">
                                          <p:val>
                                            <p:strVal val="#ppt_y"/>
                                          </p:val>
                                        </p:tav>
                                        <p:tav tm="100000">
                                          <p:val>
                                            <p:strVal val="#ppt_y"/>
                                          </p:val>
                                        </p:tav>
                                      </p:tavLst>
                                    </p:anim>
                                  </p:childTnLst>
                                </p:cTn>
                              </p:par>
                              <p:par>
                                <p:cTn id="37" presetID="2" presetClass="entr" presetSubtype="8" fill="hold" grpId="0" nodeType="withEffect">
                                  <p:stCondLst>
                                    <p:cond delay="0"/>
                                  </p:stCondLst>
                                  <p:childTnLst>
                                    <p:set>
                                      <p:cBhvr>
                                        <p:cTn id="38" dur="1" fill="hold">
                                          <p:stCondLst>
                                            <p:cond delay="0"/>
                                          </p:stCondLst>
                                        </p:cTn>
                                        <p:tgtEl>
                                          <p:spTgt spid="4"/>
                                        </p:tgtEl>
                                        <p:attrNameLst>
                                          <p:attrName>style.visibility</p:attrName>
                                        </p:attrNameLst>
                                      </p:cBhvr>
                                      <p:to>
                                        <p:strVal val="visible"/>
                                      </p:to>
                                    </p:set>
                                    <p:anim calcmode="lin" valueType="num">
                                      <p:cBhvr additive="base">
                                        <p:cTn id="39" dur="500" fill="hold"/>
                                        <p:tgtEl>
                                          <p:spTgt spid="4"/>
                                        </p:tgtEl>
                                        <p:attrNameLst>
                                          <p:attrName>ppt_x</p:attrName>
                                        </p:attrNameLst>
                                      </p:cBhvr>
                                      <p:tavLst>
                                        <p:tav tm="0">
                                          <p:val>
                                            <p:strVal val="0-#ppt_w/2"/>
                                          </p:val>
                                        </p:tav>
                                        <p:tav tm="100000">
                                          <p:val>
                                            <p:strVal val="#ppt_x"/>
                                          </p:val>
                                        </p:tav>
                                      </p:tavLst>
                                    </p:anim>
                                    <p:anim calcmode="lin" valueType="num">
                                      <p:cBhvr additive="base">
                                        <p:cTn id="40" dur="500" fill="hold"/>
                                        <p:tgtEl>
                                          <p:spTgt spid="4"/>
                                        </p:tgtEl>
                                        <p:attrNameLst>
                                          <p:attrName>ppt_y</p:attrName>
                                        </p:attrNameLst>
                                      </p:cBhvr>
                                      <p:tavLst>
                                        <p:tav tm="0">
                                          <p:val>
                                            <p:strVal val="#ppt_y"/>
                                          </p:val>
                                        </p:tav>
                                        <p:tav tm="100000">
                                          <p:val>
                                            <p:strVal val="#ppt_y"/>
                                          </p:val>
                                        </p:tav>
                                      </p:tavLst>
                                    </p:anim>
                                  </p:childTnLst>
                                </p:cTn>
                              </p:par>
                              <p:par>
                                <p:cTn id="41" presetID="2" presetClass="entr" presetSubtype="8" fill="hold" grpId="0" nodeType="withEffect">
                                  <p:stCondLst>
                                    <p:cond delay="0"/>
                                  </p:stCondLst>
                                  <p:childTnLst>
                                    <p:set>
                                      <p:cBhvr>
                                        <p:cTn id="42" dur="1" fill="hold">
                                          <p:stCondLst>
                                            <p:cond delay="0"/>
                                          </p:stCondLst>
                                        </p:cTn>
                                        <p:tgtEl>
                                          <p:spTgt spid="12"/>
                                        </p:tgtEl>
                                        <p:attrNameLst>
                                          <p:attrName>style.visibility</p:attrName>
                                        </p:attrNameLst>
                                      </p:cBhvr>
                                      <p:to>
                                        <p:strVal val="visible"/>
                                      </p:to>
                                    </p:set>
                                    <p:anim calcmode="lin" valueType="num">
                                      <p:cBhvr additive="base">
                                        <p:cTn id="43" dur="500" fill="hold"/>
                                        <p:tgtEl>
                                          <p:spTgt spid="12"/>
                                        </p:tgtEl>
                                        <p:attrNameLst>
                                          <p:attrName>ppt_x</p:attrName>
                                        </p:attrNameLst>
                                      </p:cBhvr>
                                      <p:tavLst>
                                        <p:tav tm="0">
                                          <p:val>
                                            <p:strVal val="0-#ppt_w/2"/>
                                          </p:val>
                                        </p:tav>
                                        <p:tav tm="100000">
                                          <p:val>
                                            <p:strVal val="#ppt_x"/>
                                          </p:val>
                                        </p:tav>
                                      </p:tavLst>
                                    </p:anim>
                                    <p:anim calcmode="lin" valueType="num">
                                      <p:cBhvr additive="base">
                                        <p:cTn id="44" dur="500" fill="hold"/>
                                        <p:tgtEl>
                                          <p:spTgt spid="12"/>
                                        </p:tgtEl>
                                        <p:attrNameLst>
                                          <p:attrName>ppt_y</p:attrName>
                                        </p:attrNameLst>
                                      </p:cBhvr>
                                      <p:tavLst>
                                        <p:tav tm="0">
                                          <p:val>
                                            <p:strVal val="#ppt_y"/>
                                          </p:val>
                                        </p:tav>
                                        <p:tav tm="100000">
                                          <p:val>
                                            <p:strVal val="#ppt_y"/>
                                          </p:val>
                                        </p:tav>
                                      </p:tavLst>
                                    </p:anim>
                                  </p:childTnLst>
                                </p:cTn>
                              </p:par>
                              <p:par>
                                <p:cTn id="45" presetID="2" presetClass="entr" presetSubtype="8" fill="hold" grpId="0" nodeType="withEffect">
                                  <p:stCondLst>
                                    <p:cond delay="0"/>
                                  </p:stCondLst>
                                  <p:childTnLst>
                                    <p:set>
                                      <p:cBhvr>
                                        <p:cTn id="46" dur="1" fill="hold">
                                          <p:stCondLst>
                                            <p:cond delay="0"/>
                                          </p:stCondLst>
                                        </p:cTn>
                                        <p:tgtEl>
                                          <p:spTgt spid="35"/>
                                        </p:tgtEl>
                                        <p:attrNameLst>
                                          <p:attrName>style.visibility</p:attrName>
                                        </p:attrNameLst>
                                      </p:cBhvr>
                                      <p:to>
                                        <p:strVal val="visible"/>
                                      </p:to>
                                    </p:set>
                                    <p:anim calcmode="lin" valueType="num">
                                      <p:cBhvr additive="base">
                                        <p:cTn id="47" dur="500" fill="hold"/>
                                        <p:tgtEl>
                                          <p:spTgt spid="35"/>
                                        </p:tgtEl>
                                        <p:attrNameLst>
                                          <p:attrName>ppt_x</p:attrName>
                                        </p:attrNameLst>
                                      </p:cBhvr>
                                      <p:tavLst>
                                        <p:tav tm="0">
                                          <p:val>
                                            <p:strVal val="0-#ppt_w/2"/>
                                          </p:val>
                                        </p:tav>
                                        <p:tav tm="100000">
                                          <p:val>
                                            <p:strVal val="#ppt_x"/>
                                          </p:val>
                                        </p:tav>
                                      </p:tavLst>
                                    </p:anim>
                                    <p:anim calcmode="lin" valueType="num">
                                      <p:cBhvr additive="base">
                                        <p:cTn id="48" dur="500" fill="hold"/>
                                        <p:tgtEl>
                                          <p:spTgt spid="35"/>
                                        </p:tgtEl>
                                        <p:attrNameLst>
                                          <p:attrName>ppt_y</p:attrName>
                                        </p:attrNameLst>
                                      </p:cBhvr>
                                      <p:tavLst>
                                        <p:tav tm="0">
                                          <p:val>
                                            <p:strVal val="#ppt_y"/>
                                          </p:val>
                                        </p:tav>
                                        <p:tav tm="100000">
                                          <p:val>
                                            <p:strVal val="#ppt_y"/>
                                          </p:val>
                                        </p:tav>
                                      </p:tavLst>
                                    </p:anim>
                                  </p:childTnLst>
                                </p:cTn>
                              </p:par>
                            </p:childTnLst>
                          </p:cTn>
                        </p:par>
                      </p:childTnLst>
                    </p:cTn>
                  </p:par>
                  <p:par>
                    <p:cTn id="49" fill="hold">
                      <p:stCondLst>
                        <p:cond delay="indefinite"/>
                      </p:stCondLst>
                      <p:childTnLst>
                        <p:par>
                          <p:cTn id="50" fill="hold">
                            <p:stCondLst>
                              <p:cond delay="0"/>
                            </p:stCondLst>
                            <p:childTnLst>
                              <p:par>
                                <p:cTn id="51" presetID="42" presetClass="path" presetSubtype="0" accel="50000" decel="50000" fill="hold" grpId="2" nodeType="clickEffect">
                                  <p:stCondLst>
                                    <p:cond delay="0"/>
                                  </p:stCondLst>
                                  <p:childTnLst>
                                    <p:animMotion origin="layout" path="M -1.94444E-6 2.09877E-6 L 0.39775 -0.42593 " pathEditMode="relative" rAng="0" ptsTypes="AA">
                                      <p:cBhvr>
                                        <p:cTn id="52" dur="2000" fill="hold"/>
                                        <p:tgtEl>
                                          <p:spTgt spid="13"/>
                                        </p:tgtEl>
                                        <p:attrNameLst>
                                          <p:attrName>ppt_x</p:attrName>
                                          <p:attrName>ppt_y</p:attrName>
                                        </p:attrNameLst>
                                      </p:cBhvr>
                                      <p:rCtr x="19878" y="-21296"/>
                                    </p:animMotion>
                                  </p:childTnLst>
                                </p:cTn>
                              </p:par>
                            </p:childTnLst>
                          </p:cTn>
                        </p:par>
                      </p:childTnLst>
                    </p:cTn>
                  </p:par>
                  <p:par>
                    <p:cTn id="53" fill="hold">
                      <p:stCondLst>
                        <p:cond delay="indefinite"/>
                      </p:stCondLst>
                      <p:childTnLst>
                        <p:par>
                          <p:cTn id="54" fill="hold">
                            <p:stCondLst>
                              <p:cond delay="0"/>
                            </p:stCondLst>
                            <p:childTnLst>
                              <p:par>
                                <p:cTn id="55" presetID="10" presetClass="exit" presetSubtype="0" fill="hold" grpId="3" nodeType="clickEffect">
                                  <p:stCondLst>
                                    <p:cond delay="0"/>
                                  </p:stCondLst>
                                  <p:childTnLst>
                                    <p:animEffect transition="out" filter="fade">
                                      <p:cBhvr>
                                        <p:cTn id="56" dur="500"/>
                                        <p:tgtEl>
                                          <p:spTgt spid="13"/>
                                        </p:tgtEl>
                                      </p:cBhvr>
                                    </p:animEffect>
                                    <p:set>
                                      <p:cBhvr>
                                        <p:cTn id="57" dur="1" fill="hold">
                                          <p:stCondLst>
                                            <p:cond delay="499"/>
                                          </p:stCondLst>
                                        </p:cTn>
                                        <p:tgtEl>
                                          <p:spTgt spid="13"/>
                                        </p:tgtEl>
                                        <p:attrNameLst>
                                          <p:attrName>style.visibility</p:attrName>
                                        </p:attrNameLst>
                                      </p:cBhvr>
                                      <p:to>
                                        <p:strVal val="hidden"/>
                                      </p:to>
                                    </p:set>
                                  </p:childTnLst>
                                </p:cTn>
                              </p:par>
                              <p:par>
                                <p:cTn id="58" presetID="10" presetClass="entr" presetSubtype="0" fill="hold" grpId="0" nodeType="withEffect">
                                  <p:stCondLst>
                                    <p:cond delay="0"/>
                                  </p:stCondLst>
                                  <p:childTnLst>
                                    <p:set>
                                      <p:cBhvr>
                                        <p:cTn id="59" dur="1" fill="hold">
                                          <p:stCondLst>
                                            <p:cond delay="0"/>
                                          </p:stCondLst>
                                        </p:cTn>
                                        <p:tgtEl>
                                          <p:spTgt spid="33"/>
                                        </p:tgtEl>
                                        <p:attrNameLst>
                                          <p:attrName>style.visibility</p:attrName>
                                        </p:attrNameLst>
                                      </p:cBhvr>
                                      <p:to>
                                        <p:strVal val="visible"/>
                                      </p:to>
                                    </p:set>
                                    <p:animEffect transition="in" filter="fade">
                                      <p:cBhvr>
                                        <p:cTn id="60" dur="500"/>
                                        <p:tgtEl>
                                          <p:spTgt spid="33"/>
                                        </p:tgtEl>
                                      </p:cBhvr>
                                    </p:animEffect>
                                  </p:childTnLst>
                                </p:cTn>
                              </p:par>
                            </p:childTnLst>
                          </p:cTn>
                        </p:par>
                      </p:childTnLst>
                    </p:cTn>
                  </p:par>
                  <p:par>
                    <p:cTn id="61" fill="hold">
                      <p:stCondLst>
                        <p:cond delay="indefinite"/>
                      </p:stCondLst>
                      <p:childTnLst>
                        <p:par>
                          <p:cTn id="62" fill="hold">
                            <p:stCondLst>
                              <p:cond delay="0"/>
                            </p:stCondLst>
                            <p:childTnLst>
                              <p:par>
                                <p:cTn id="63" presetID="2" presetClass="exit" presetSubtype="8" fill="hold" grpId="1" nodeType="clickEffect">
                                  <p:stCondLst>
                                    <p:cond delay="0"/>
                                  </p:stCondLst>
                                  <p:childTnLst>
                                    <p:anim calcmode="lin" valueType="num">
                                      <p:cBhvr additive="base">
                                        <p:cTn id="64" dur="500"/>
                                        <p:tgtEl>
                                          <p:spTgt spid="6"/>
                                        </p:tgtEl>
                                        <p:attrNameLst>
                                          <p:attrName>ppt_x</p:attrName>
                                        </p:attrNameLst>
                                      </p:cBhvr>
                                      <p:tavLst>
                                        <p:tav tm="0">
                                          <p:val>
                                            <p:strVal val="ppt_x"/>
                                          </p:val>
                                        </p:tav>
                                        <p:tav tm="100000">
                                          <p:val>
                                            <p:strVal val="0-ppt_w/2"/>
                                          </p:val>
                                        </p:tav>
                                      </p:tavLst>
                                    </p:anim>
                                    <p:anim calcmode="lin" valueType="num">
                                      <p:cBhvr additive="base">
                                        <p:cTn id="65" dur="500"/>
                                        <p:tgtEl>
                                          <p:spTgt spid="6"/>
                                        </p:tgtEl>
                                        <p:attrNameLst>
                                          <p:attrName>ppt_y</p:attrName>
                                        </p:attrNameLst>
                                      </p:cBhvr>
                                      <p:tavLst>
                                        <p:tav tm="0">
                                          <p:val>
                                            <p:strVal val="ppt_y"/>
                                          </p:val>
                                        </p:tav>
                                        <p:tav tm="100000">
                                          <p:val>
                                            <p:strVal val="ppt_y"/>
                                          </p:val>
                                        </p:tav>
                                      </p:tavLst>
                                    </p:anim>
                                    <p:set>
                                      <p:cBhvr>
                                        <p:cTn id="66" dur="1" fill="hold">
                                          <p:stCondLst>
                                            <p:cond delay="499"/>
                                          </p:stCondLst>
                                        </p:cTn>
                                        <p:tgtEl>
                                          <p:spTgt spid="6"/>
                                        </p:tgtEl>
                                        <p:attrNameLst>
                                          <p:attrName>style.visibility</p:attrName>
                                        </p:attrNameLst>
                                      </p:cBhvr>
                                      <p:to>
                                        <p:strVal val="hidden"/>
                                      </p:to>
                                    </p:set>
                                  </p:childTnLst>
                                </p:cTn>
                              </p:par>
                              <p:par>
                                <p:cTn id="67" presetID="2" presetClass="exit" presetSubtype="8" fill="hold" grpId="1" nodeType="withEffect">
                                  <p:stCondLst>
                                    <p:cond delay="0"/>
                                  </p:stCondLst>
                                  <p:childTnLst>
                                    <p:anim calcmode="lin" valueType="num">
                                      <p:cBhvr additive="base">
                                        <p:cTn id="68" dur="500"/>
                                        <p:tgtEl>
                                          <p:spTgt spid="7"/>
                                        </p:tgtEl>
                                        <p:attrNameLst>
                                          <p:attrName>ppt_x</p:attrName>
                                        </p:attrNameLst>
                                      </p:cBhvr>
                                      <p:tavLst>
                                        <p:tav tm="0">
                                          <p:val>
                                            <p:strVal val="ppt_x"/>
                                          </p:val>
                                        </p:tav>
                                        <p:tav tm="100000">
                                          <p:val>
                                            <p:strVal val="0-ppt_w/2"/>
                                          </p:val>
                                        </p:tav>
                                      </p:tavLst>
                                    </p:anim>
                                    <p:anim calcmode="lin" valueType="num">
                                      <p:cBhvr additive="base">
                                        <p:cTn id="69" dur="500"/>
                                        <p:tgtEl>
                                          <p:spTgt spid="7"/>
                                        </p:tgtEl>
                                        <p:attrNameLst>
                                          <p:attrName>ppt_y</p:attrName>
                                        </p:attrNameLst>
                                      </p:cBhvr>
                                      <p:tavLst>
                                        <p:tav tm="0">
                                          <p:val>
                                            <p:strVal val="ppt_y"/>
                                          </p:val>
                                        </p:tav>
                                        <p:tav tm="100000">
                                          <p:val>
                                            <p:strVal val="ppt_y"/>
                                          </p:val>
                                        </p:tav>
                                      </p:tavLst>
                                    </p:anim>
                                    <p:set>
                                      <p:cBhvr>
                                        <p:cTn id="70" dur="1" fill="hold">
                                          <p:stCondLst>
                                            <p:cond delay="499"/>
                                          </p:stCondLst>
                                        </p:cTn>
                                        <p:tgtEl>
                                          <p:spTgt spid="7"/>
                                        </p:tgtEl>
                                        <p:attrNameLst>
                                          <p:attrName>style.visibility</p:attrName>
                                        </p:attrNameLst>
                                      </p:cBhvr>
                                      <p:to>
                                        <p:strVal val="hidden"/>
                                      </p:to>
                                    </p:set>
                                  </p:childTnLst>
                                </p:cTn>
                              </p:par>
                              <p:par>
                                <p:cTn id="71" presetID="2" presetClass="exit" presetSubtype="8" fill="hold" grpId="1" nodeType="withEffect">
                                  <p:stCondLst>
                                    <p:cond delay="0"/>
                                  </p:stCondLst>
                                  <p:childTnLst>
                                    <p:anim calcmode="lin" valueType="num">
                                      <p:cBhvr additive="base">
                                        <p:cTn id="72" dur="500"/>
                                        <p:tgtEl>
                                          <p:spTgt spid="8"/>
                                        </p:tgtEl>
                                        <p:attrNameLst>
                                          <p:attrName>ppt_x</p:attrName>
                                        </p:attrNameLst>
                                      </p:cBhvr>
                                      <p:tavLst>
                                        <p:tav tm="0">
                                          <p:val>
                                            <p:strVal val="ppt_x"/>
                                          </p:val>
                                        </p:tav>
                                        <p:tav tm="100000">
                                          <p:val>
                                            <p:strVal val="0-ppt_w/2"/>
                                          </p:val>
                                        </p:tav>
                                      </p:tavLst>
                                    </p:anim>
                                    <p:anim calcmode="lin" valueType="num">
                                      <p:cBhvr additive="base">
                                        <p:cTn id="73" dur="500"/>
                                        <p:tgtEl>
                                          <p:spTgt spid="8"/>
                                        </p:tgtEl>
                                        <p:attrNameLst>
                                          <p:attrName>ppt_y</p:attrName>
                                        </p:attrNameLst>
                                      </p:cBhvr>
                                      <p:tavLst>
                                        <p:tav tm="0">
                                          <p:val>
                                            <p:strVal val="ppt_y"/>
                                          </p:val>
                                        </p:tav>
                                        <p:tav tm="100000">
                                          <p:val>
                                            <p:strVal val="ppt_y"/>
                                          </p:val>
                                        </p:tav>
                                      </p:tavLst>
                                    </p:anim>
                                    <p:set>
                                      <p:cBhvr>
                                        <p:cTn id="74" dur="1" fill="hold">
                                          <p:stCondLst>
                                            <p:cond delay="499"/>
                                          </p:stCondLst>
                                        </p:cTn>
                                        <p:tgtEl>
                                          <p:spTgt spid="8"/>
                                        </p:tgtEl>
                                        <p:attrNameLst>
                                          <p:attrName>style.visibility</p:attrName>
                                        </p:attrNameLst>
                                      </p:cBhvr>
                                      <p:to>
                                        <p:strVal val="hidden"/>
                                      </p:to>
                                    </p:set>
                                  </p:childTnLst>
                                </p:cTn>
                              </p:par>
                              <p:par>
                                <p:cTn id="75" presetID="2" presetClass="exit" presetSubtype="8" fill="hold" grpId="1" nodeType="withEffect">
                                  <p:stCondLst>
                                    <p:cond delay="0"/>
                                  </p:stCondLst>
                                  <p:childTnLst>
                                    <p:anim calcmode="lin" valueType="num">
                                      <p:cBhvr additive="base">
                                        <p:cTn id="76" dur="500"/>
                                        <p:tgtEl>
                                          <p:spTgt spid="9"/>
                                        </p:tgtEl>
                                        <p:attrNameLst>
                                          <p:attrName>ppt_x</p:attrName>
                                        </p:attrNameLst>
                                      </p:cBhvr>
                                      <p:tavLst>
                                        <p:tav tm="0">
                                          <p:val>
                                            <p:strVal val="ppt_x"/>
                                          </p:val>
                                        </p:tav>
                                        <p:tav tm="100000">
                                          <p:val>
                                            <p:strVal val="0-ppt_w/2"/>
                                          </p:val>
                                        </p:tav>
                                      </p:tavLst>
                                    </p:anim>
                                    <p:anim calcmode="lin" valueType="num">
                                      <p:cBhvr additive="base">
                                        <p:cTn id="77" dur="500"/>
                                        <p:tgtEl>
                                          <p:spTgt spid="9"/>
                                        </p:tgtEl>
                                        <p:attrNameLst>
                                          <p:attrName>ppt_y</p:attrName>
                                        </p:attrNameLst>
                                      </p:cBhvr>
                                      <p:tavLst>
                                        <p:tav tm="0">
                                          <p:val>
                                            <p:strVal val="ppt_y"/>
                                          </p:val>
                                        </p:tav>
                                        <p:tav tm="100000">
                                          <p:val>
                                            <p:strVal val="ppt_y"/>
                                          </p:val>
                                        </p:tav>
                                      </p:tavLst>
                                    </p:anim>
                                    <p:set>
                                      <p:cBhvr>
                                        <p:cTn id="78" dur="1" fill="hold">
                                          <p:stCondLst>
                                            <p:cond delay="499"/>
                                          </p:stCondLst>
                                        </p:cTn>
                                        <p:tgtEl>
                                          <p:spTgt spid="9"/>
                                        </p:tgtEl>
                                        <p:attrNameLst>
                                          <p:attrName>style.visibility</p:attrName>
                                        </p:attrNameLst>
                                      </p:cBhvr>
                                      <p:to>
                                        <p:strVal val="hidden"/>
                                      </p:to>
                                    </p:set>
                                  </p:childTnLst>
                                </p:cTn>
                              </p:par>
                              <p:par>
                                <p:cTn id="79" presetID="2" presetClass="exit" presetSubtype="8" fill="hold" grpId="1" nodeType="withEffect">
                                  <p:stCondLst>
                                    <p:cond delay="0"/>
                                  </p:stCondLst>
                                  <p:childTnLst>
                                    <p:anim calcmode="lin" valueType="num">
                                      <p:cBhvr additive="base">
                                        <p:cTn id="80" dur="500"/>
                                        <p:tgtEl>
                                          <p:spTgt spid="10"/>
                                        </p:tgtEl>
                                        <p:attrNameLst>
                                          <p:attrName>ppt_x</p:attrName>
                                        </p:attrNameLst>
                                      </p:cBhvr>
                                      <p:tavLst>
                                        <p:tav tm="0">
                                          <p:val>
                                            <p:strVal val="ppt_x"/>
                                          </p:val>
                                        </p:tav>
                                        <p:tav tm="100000">
                                          <p:val>
                                            <p:strVal val="0-ppt_w/2"/>
                                          </p:val>
                                        </p:tav>
                                      </p:tavLst>
                                    </p:anim>
                                    <p:anim calcmode="lin" valueType="num">
                                      <p:cBhvr additive="base">
                                        <p:cTn id="81" dur="500"/>
                                        <p:tgtEl>
                                          <p:spTgt spid="10"/>
                                        </p:tgtEl>
                                        <p:attrNameLst>
                                          <p:attrName>ppt_y</p:attrName>
                                        </p:attrNameLst>
                                      </p:cBhvr>
                                      <p:tavLst>
                                        <p:tav tm="0">
                                          <p:val>
                                            <p:strVal val="ppt_y"/>
                                          </p:val>
                                        </p:tav>
                                        <p:tav tm="100000">
                                          <p:val>
                                            <p:strVal val="ppt_y"/>
                                          </p:val>
                                        </p:tav>
                                      </p:tavLst>
                                    </p:anim>
                                    <p:set>
                                      <p:cBhvr>
                                        <p:cTn id="82" dur="1" fill="hold">
                                          <p:stCondLst>
                                            <p:cond delay="499"/>
                                          </p:stCondLst>
                                        </p:cTn>
                                        <p:tgtEl>
                                          <p:spTgt spid="10"/>
                                        </p:tgtEl>
                                        <p:attrNameLst>
                                          <p:attrName>style.visibility</p:attrName>
                                        </p:attrNameLst>
                                      </p:cBhvr>
                                      <p:to>
                                        <p:strVal val="hidden"/>
                                      </p:to>
                                    </p:set>
                                  </p:childTnLst>
                                </p:cTn>
                              </p:par>
                              <p:par>
                                <p:cTn id="83" presetID="2" presetClass="exit" presetSubtype="8" fill="hold" grpId="1" nodeType="withEffect">
                                  <p:stCondLst>
                                    <p:cond delay="0"/>
                                  </p:stCondLst>
                                  <p:childTnLst>
                                    <p:anim calcmode="lin" valueType="num">
                                      <p:cBhvr additive="base">
                                        <p:cTn id="84" dur="500"/>
                                        <p:tgtEl>
                                          <p:spTgt spid="11"/>
                                        </p:tgtEl>
                                        <p:attrNameLst>
                                          <p:attrName>ppt_x</p:attrName>
                                        </p:attrNameLst>
                                      </p:cBhvr>
                                      <p:tavLst>
                                        <p:tav tm="0">
                                          <p:val>
                                            <p:strVal val="ppt_x"/>
                                          </p:val>
                                        </p:tav>
                                        <p:tav tm="100000">
                                          <p:val>
                                            <p:strVal val="0-ppt_w/2"/>
                                          </p:val>
                                        </p:tav>
                                      </p:tavLst>
                                    </p:anim>
                                    <p:anim calcmode="lin" valueType="num">
                                      <p:cBhvr additive="base">
                                        <p:cTn id="85" dur="500"/>
                                        <p:tgtEl>
                                          <p:spTgt spid="11"/>
                                        </p:tgtEl>
                                        <p:attrNameLst>
                                          <p:attrName>ppt_y</p:attrName>
                                        </p:attrNameLst>
                                      </p:cBhvr>
                                      <p:tavLst>
                                        <p:tav tm="0">
                                          <p:val>
                                            <p:strVal val="ppt_y"/>
                                          </p:val>
                                        </p:tav>
                                        <p:tav tm="100000">
                                          <p:val>
                                            <p:strVal val="ppt_y"/>
                                          </p:val>
                                        </p:tav>
                                      </p:tavLst>
                                    </p:anim>
                                    <p:set>
                                      <p:cBhvr>
                                        <p:cTn id="86" dur="1" fill="hold">
                                          <p:stCondLst>
                                            <p:cond delay="499"/>
                                          </p:stCondLst>
                                        </p:cTn>
                                        <p:tgtEl>
                                          <p:spTgt spid="11"/>
                                        </p:tgtEl>
                                        <p:attrNameLst>
                                          <p:attrName>style.visibility</p:attrName>
                                        </p:attrNameLst>
                                      </p:cBhvr>
                                      <p:to>
                                        <p:strVal val="hidden"/>
                                      </p:to>
                                    </p:set>
                                  </p:childTnLst>
                                </p:cTn>
                              </p:par>
                              <p:par>
                                <p:cTn id="87" presetID="2" presetClass="exit" presetSubtype="8" fill="hold" grpId="1" nodeType="withEffect">
                                  <p:stCondLst>
                                    <p:cond delay="0"/>
                                  </p:stCondLst>
                                  <p:childTnLst>
                                    <p:anim calcmode="lin" valueType="num">
                                      <p:cBhvr additive="base">
                                        <p:cTn id="88" dur="500"/>
                                        <p:tgtEl>
                                          <p:spTgt spid="35"/>
                                        </p:tgtEl>
                                        <p:attrNameLst>
                                          <p:attrName>ppt_x</p:attrName>
                                        </p:attrNameLst>
                                      </p:cBhvr>
                                      <p:tavLst>
                                        <p:tav tm="0">
                                          <p:val>
                                            <p:strVal val="ppt_x"/>
                                          </p:val>
                                        </p:tav>
                                        <p:tav tm="100000">
                                          <p:val>
                                            <p:strVal val="0-ppt_w/2"/>
                                          </p:val>
                                        </p:tav>
                                      </p:tavLst>
                                    </p:anim>
                                    <p:anim calcmode="lin" valueType="num">
                                      <p:cBhvr additive="base">
                                        <p:cTn id="89" dur="500"/>
                                        <p:tgtEl>
                                          <p:spTgt spid="35"/>
                                        </p:tgtEl>
                                        <p:attrNameLst>
                                          <p:attrName>ppt_y</p:attrName>
                                        </p:attrNameLst>
                                      </p:cBhvr>
                                      <p:tavLst>
                                        <p:tav tm="0">
                                          <p:val>
                                            <p:strVal val="ppt_y"/>
                                          </p:val>
                                        </p:tav>
                                        <p:tav tm="100000">
                                          <p:val>
                                            <p:strVal val="ppt_y"/>
                                          </p:val>
                                        </p:tav>
                                      </p:tavLst>
                                    </p:anim>
                                    <p:set>
                                      <p:cBhvr>
                                        <p:cTn id="90" dur="1" fill="hold">
                                          <p:stCondLst>
                                            <p:cond delay="499"/>
                                          </p:stCondLst>
                                        </p:cTn>
                                        <p:tgtEl>
                                          <p:spTgt spid="35"/>
                                        </p:tgtEl>
                                        <p:attrNameLst>
                                          <p:attrName>style.visibility</p:attrName>
                                        </p:attrNameLst>
                                      </p:cBhvr>
                                      <p:to>
                                        <p:strVal val="hidden"/>
                                      </p:to>
                                    </p:set>
                                  </p:childTnLst>
                                </p:cTn>
                              </p:par>
                              <p:par>
                                <p:cTn id="91" presetID="2" presetClass="exit" presetSubtype="8" fill="hold" grpId="1" nodeType="withEffect">
                                  <p:stCondLst>
                                    <p:cond delay="0"/>
                                  </p:stCondLst>
                                  <p:childTnLst>
                                    <p:anim calcmode="lin" valueType="num">
                                      <p:cBhvr additive="base">
                                        <p:cTn id="92" dur="500"/>
                                        <p:tgtEl>
                                          <p:spTgt spid="13"/>
                                        </p:tgtEl>
                                        <p:attrNameLst>
                                          <p:attrName>ppt_x</p:attrName>
                                        </p:attrNameLst>
                                      </p:cBhvr>
                                      <p:tavLst>
                                        <p:tav tm="0">
                                          <p:val>
                                            <p:strVal val="ppt_x"/>
                                          </p:val>
                                        </p:tav>
                                        <p:tav tm="100000">
                                          <p:val>
                                            <p:strVal val="0-ppt_w/2"/>
                                          </p:val>
                                        </p:tav>
                                      </p:tavLst>
                                    </p:anim>
                                    <p:anim calcmode="lin" valueType="num">
                                      <p:cBhvr additive="base">
                                        <p:cTn id="93" dur="500"/>
                                        <p:tgtEl>
                                          <p:spTgt spid="13"/>
                                        </p:tgtEl>
                                        <p:attrNameLst>
                                          <p:attrName>ppt_y</p:attrName>
                                        </p:attrNameLst>
                                      </p:cBhvr>
                                      <p:tavLst>
                                        <p:tav tm="0">
                                          <p:val>
                                            <p:strVal val="ppt_y"/>
                                          </p:val>
                                        </p:tav>
                                        <p:tav tm="100000">
                                          <p:val>
                                            <p:strVal val="ppt_y"/>
                                          </p:val>
                                        </p:tav>
                                      </p:tavLst>
                                    </p:anim>
                                    <p:set>
                                      <p:cBhvr>
                                        <p:cTn id="94" dur="1" fill="hold">
                                          <p:stCondLst>
                                            <p:cond delay="499"/>
                                          </p:stCondLst>
                                        </p:cTn>
                                        <p:tgtEl>
                                          <p:spTgt spid="13"/>
                                        </p:tgtEl>
                                        <p:attrNameLst>
                                          <p:attrName>style.visibility</p:attrName>
                                        </p:attrNameLst>
                                      </p:cBhvr>
                                      <p:to>
                                        <p:strVal val="hidden"/>
                                      </p:to>
                                    </p:set>
                                  </p:childTnLst>
                                </p:cTn>
                              </p:par>
                              <p:par>
                                <p:cTn id="95" presetID="2" presetClass="exit" presetSubtype="8" fill="hold" grpId="1" nodeType="withEffect">
                                  <p:stCondLst>
                                    <p:cond delay="0"/>
                                  </p:stCondLst>
                                  <p:childTnLst>
                                    <p:anim calcmode="lin" valueType="num">
                                      <p:cBhvr additive="base">
                                        <p:cTn id="96" dur="500"/>
                                        <p:tgtEl>
                                          <p:spTgt spid="3"/>
                                        </p:tgtEl>
                                        <p:attrNameLst>
                                          <p:attrName>ppt_x</p:attrName>
                                        </p:attrNameLst>
                                      </p:cBhvr>
                                      <p:tavLst>
                                        <p:tav tm="0">
                                          <p:val>
                                            <p:strVal val="ppt_x"/>
                                          </p:val>
                                        </p:tav>
                                        <p:tav tm="100000">
                                          <p:val>
                                            <p:strVal val="0-ppt_w/2"/>
                                          </p:val>
                                        </p:tav>
                                      </p:tavLst>
                                    </p:anim>
                                    <p:anim calcmode="lin" valueType="num">
                                      <p:cBhvr additive="base">
                                        <p:cTn id="97" dur="500"/>
                                        <p:tgtEl>
                                          <p:spTgt spid="3"/>
                                        </p:tgtEl>
                                        <p:attrNameLst>
                                          <p:attrName>ppt_y</p:attrName>
                                        </p:attrNameLst>
                                      </p:cBhvr>
                                      <p:tavLst>
                                        <p:tav tm="0">
                                          <p:val>
                                            <p:strVal val="ppt_y"/>
                                          </p:val>
                                        </p:tav>
                                        <p:tav tm="100000">
                                          <p:val>
                                            <p:strVal val="ppt_y"/>
                                          </p:val>
                                        </p:tav>
                                      </p:tavLst>
                                    </p:anim>
                                    <p:set>
                                      <p:cBhvr>
                                        <p:cTn id="98" dur="1" fill="hold">
                                          <p:stCondLst>
                                            <p:cond delay="499"/>
                                          </p:stCondLst>
                                        </p:cTn>
                                        <p:tgtEl>
                                          <p:spTgt spid="3"/>
                                        </p:tgtEl>
                                        <p:attrNameLst>
                                          <p:attrName>style.visibility</p:attrName>
                                        </p:attrNameLst>
                                      </p:cBhvr>
                                      <p:to>
                                        <p:strVal val="hidden"/>
                                      </p:to>
                                    </p:set>
                                  </p:childTnLst>
                                </p:cTn>
                              </p:par>
                              <p:par>
                                <p:cTn id="99" presetID="2" presetClass="exit" presetSubtype="8" fill="hold" grpId="1" nodeType="withEffect">
                                  <p:stCondLst>
                                    <p:cond delay="0"/>
                                  </p:stCondLst>
                                  <p:childTnLst>
                                    <p:anim calcmode="lin" valueType="num">
                                      <p:cBhvr additive="base">
                                        <p:cTn id="100" dur="500"/>
                                        <p:tgtEl>
                                          <p:spTgt spid="4"/>
                                        </p:tgtEl>
                                        <p:attrNameLst>
                                          <p:attrName>ppt_x</p:attrName>
                                        </p:attrNameLst>
                                      </p:cBhvr>
                                      <p:tavLst>
                                        <p:tav tm="0">
                                          <p:val>
                                            <p:strVal val="ppt_x"/>
                                          </p:val>
                                        </p:tav>
                                        <p:tav tm="100000">
                                          <p:val>
                                            <p:strVal val="0-ppt_w/2"/>
                                          </p:val>
                                        </p:tav>
                                      </p:tavLst>
                                    </p:anim>
                                    <p:anim calcmode="lin" valueType="num">
                                      <p:cBhvr additive="base">
                                        <p:cTn id="101" dur="500"/>
                                        <p:tgtEl>
                                          <p:spTgt spid="4"/>
                                        </p:tgtEl>
                                        <p:attrNameLst>
                                          <p:attrName>ppt_y</p:attrName>
                                        </p:attrNameLst>
                                      </p:cBhvr>
                                      <p:tavLst>
                                        <p:tav tm="0">
                                          <p:val>
                                            <p:strVal val="ppt_y"/>
                                          </p:val>
                                        </p:tav>
                                        <p:tav tm="100000">
                                          <p:val>
                                            <p:strVal val="ppt_y"/>
                                          </p:val>
                                        </p:tav>
                                      </p:tavLst>
                                    </p:anim>
                                    <p:set>
                                      <p:cBhvr>
                                        <p:cTn id="102" dur="1" fill="hold">
                                          <p:stCondLst>
                                            <p:cond delay="499"/>
                                          </p:stCondLst>
                                        </p:cTn>
                                        <p:tgtEl>
                                          <p:spTgt spid="4"/>
                                        </p:tgtEl>
                                        <p:attrNameLst>
                                          <p:attrName>style.visibility</p:attrName>
                                        </p:attrNameLst>
                                      </p:cBhvr>
                                      <p:to>
                                        <p:strVal val="hidden"/>
                                      </p:to>
                                    </p:set>
                                  </p:childTnLst>
                                </p:cTn>
                              </p:par>
                              <p:par>
                                <p:cTn id="103" presetID="2" presetClass="exit" presetSubtype="8" fill="hold" grpId="1" nodeType="withEffect">
                                  <p:stCondLst>
                                    <p:cond delay="0"/>
                                  </p:stCondLst>
                                  <p:childTnLst>
                                    <p:anim calcmode="lin" valueType="num">
                                      <p:cBhvr additive="base">
                                        <p:cTn id="104" dur="500"/>
                                        <p:tgtEl>
                                          <p:spTgt spid="12"/>
                                        </p:tgtEl>
                                        <p:attrNameLst>
                                          <p:attrName>ppt_x</p:attrName>
                                        </p:attrNameLst>
                                      </p:cBhvr>
                                      <p:tavLst>
                                        <p:tav tm="0">
                                          <p:val>
                                            <p:strVal val="ppt_x"/>
                                          </p:val>
                                        </p:tav>
                                        <p:tav tm="100000">
                                          <p:val>
                                            <p:strVal val="0-ppt_w/2"/>
                                          </p:val>
                                        </p:tav>
                                      </p:tavLst>
                                    </p:anim>
                                    <p:anim calcmode="lin" valueType="num">
                                      <p:cBhvr additive="base">
                                        <p:cTn id="105" dur="500"/>
                                        <p:tgtEl>
                                          <p:spTgt spid="12"/>
                                        </p:tgtEl>
                                        <p:attrNameLst>
                                          <p:attrName>ppt_y</p:attrName>
                                        </p:attrNameLst>
                                      </p:cBhvr>
                                      <p:tavLst>
                                        <p:tav tm="0">
                                          <p:val>
                                            <p:strVal val="ppt_y"/>
                                          </p:val>
                                        </p:tav>
                                        <p:tav tm="100000">
                                          <p:val>
                                            <p:strVal val="ppt_y"/>
                                          </p:val>
                                        </p:tav>
                                      </p:tavLst>
                                    </p:anim>
                                    <p:set>
                                      <p:cBhvr>
                                        <p:cTn id="106" dur="1" fill="hold">
                                          <p:stCondLst>
                                            <p:cond delay="499"/>
                                          </p:stCondLst>
                                        </p:cTn>
                                        <p:tgtEl>
                                          <p:spTgt spid="12"/>
                                        </p:tgtEl>
                                        <p:attrNameLst>
                                          <p:attrName>style.visibility</p:attrName>
                                        </p:attrNameLst>
                                      </p:cBhvr>
                                      <p:to>
                                        <p:strVal val="hidden"/>
                                      </p:to>
                                    </p:set>
                                  </p:childTnLst>
                                </p:cTn>
                              </p:par>
                            </p:childTnLst>
                          </p:cTn>
                        </p:par>
                      </p:childTnLst>
                    </p:cTn>
                  </p:par>
                  <p:par>
                    <p:cTn id="107" fill="hold">
                      <p:stCondLst>
                        <p:cond delay="indefinite"/>
                      </p:stCondLst>
                      <p:childTnLst>
                        <p:par>
                          <p:cTn id="108" fill="hold">
                            <p:stCondLst>
                              <p:cond delay="0"/>
                            </p:stCondLst>
                            <p:childTnLst>
                              <p:par>
                                <p:cTn id="109" presetID="42" presetClass="entr" presetSubtype="0" fill="hold" nodeType="clickEffect">
                                  <p:stCondLst>
                                    <p:cond delay="0"/>
                                  </p:stCondLst>
                                  <p:childTnLst>
                                    <p:set>
                                      <p:cBhvr>
                                        <p:cTn id="110" dur="1" fill="hold">
                                          <p:stCondLst>
                                            <p:cond delay="0"/>
                                          </p:stCondLst>
                                        </p:cTn>
                                        <p:tgtEl>
                                          <p:spTgt spid="2"/>
                                        </p:tgtEl>
                                        <p:attrNameLst>
                                          <p:attrName>style.visibility</p:attrName>
                                        </p:attrNameLst>
                                      </p:cBhvr>
                                      <p:to>
                                        <p:strVal val="visible"/>
                                      </p:to>
                                    </p:set>
                                    <p:animEffect transition="in" filter="fade">
                                      <p:cBhvr>
                                        <p:cTn id="111" dur="1000"/>
                                        <p:tgtEl>
                                          <p:spTgt spid="2"/>
                                        </p:tgtEl>
                                      </p:cBhvr>
                                    </p:animEffect>
                                    <p:anim calcmode="lin" valueType="num">
                                      <p:cBhvr>
                                        <p:cTn id="112" dur="1000" fill="hold"/>
                                        <p:tgtEl>
                                          <p:spTgt spid="2"/>
                                        </p:tgtEl>
                                        <p:attrNameLst>
                                          <p:attrName>ppt_x</p:attrName>
                                        </p:attrNameLst>
                                      </p:cBhvr>
                                      <p:tavLst>
                                        <p:tav tm="0">
                                          <p:val>
                                            <p:strVal val="#ppt_x"/>
                                          </p:val>
                                        </p:tav>
                                        <p:tav tm="100000">
                                          <p:val>
                                            <p:strVal val="#ppt_x"/>
                                          </p:val>
                                        </p:tav>
                                      </p:tavLst>
                                    </p:anim>
                                    <p:anim calcmode="lin" valueType="num">
                                      <p:cBhvr>
                                        <p:cTn id="113" dur="1000" fill="hold"/>
                                        <p:tgtEl>
                                          <p:spTgt spid="2"/>
                                        </p:tgtEl>
                                        <p:attrNameLst>
                                          <p:attrName>ppt_y</p:attrName>
                                        </p:attrNameLst>
                                      </p:cBhvr>
                                      <p:tavLst>
                                        <p:tav tm="0">
                                          <p:val>
                                            <p:strVal val="#ppt_y+.1"/>
                                          </p:val>
                                        </p:tav>
                                        <p:tav tm="100000">
                                          <p:val>
                                            <p:strVal val="#ppt_y"/>
                                          </p:val>
                                        </p:tav>
                                      </p:tavLst>
                                    </p:anim>
                                  </p:childTnLst>
                                </p:cTn>
                              </p:par>
                            </p:childTnLst>
                          </p:cTn>
                        </p:par>
                      </p:childTnLst>
                    </p:cTn>
                  </p:par>
                  <p:par>
                    <p:cTn id="114" fill="hold">
                      <p:stCondLst>
                        <p:cond delay="indefinite"/>
                      </p:stCondLst>
                      <p:childTnLst>
                        <p:par>
                          <p:cTn id="115" fill="hold">
                            <p:stCondLst>
                              <p:cond delay="0"/>
                            </p:stCondLst>
                            <p:childTnLst>
                              <p:par>
                                <p:cTn id="116" presetID="42" presetClass="entr" presetSubtype="0" fill="hold" nodeType="clickEffect">
                                  <p:stCondLst>
                                    <p:cond delay="0"/>
                                  </p:stCondLst>
                                  <p:childTnLst>
                                    <p:set>
                                      <p:cBhvr>
                                        <p:cTn id="117" dur="1" fill="hold">
                                          <p:stCondLst>
                                            <p:cond delay="0"/>
                                          </p:stCondLst>
                                        </p:cTn>
                                        <p:tgtEl>
                                          <p:spTgt spid="5"/>
                                        </p:tgtEl>
                                        <p:attrNameLst>
                                          <p:attrName>style.visibility</p:attrName>
                                        </p:attrNameLst>
                                      </p:cBhvr>
                                      <p:to>
                                        <p:strVal val="visible"/>
                                      </p:to>
                                    </p:set>
                                    <p:animEffect transition="in" filter="fade">
                                      <p:cBhvr>
                                        <p:cTn id="118" dur="1000"/>
                                        <p:tgtEl>
                                          <p:spTgt spid="5"/>
                                        </p:tgtEl>
                                      </p:cBhvr>
                                    </p:animEffect>
                                    <p:anim calcmode="lin" valueType="num">
                                      <p:cBhvr>
                                        <p:cTn id="119" dur="1000" fill="hold"/>
                                        <p:tgtEl>
                                          <p:spTgt spid="5"/>
                                        </p:tgtEl>
                                        <p:attrNameLst>
                                          <p:attrName>ppt_x</p:attrName>
                                        </p:attrNameLst>
                                      </p:cBhvr>
                                      <p:tavLst>
                                        <p:tav tm="0">
                                          <p:val>
                                            <p:strVal val="#ppt_x"/>
                                          </p:val>
                                        </p:tav>
                                        <p:tav tm="100000">
                                          <p:val>
                                            <p:strVal val="#ppt_x"/>
                                          </p:val>
                                        </p:tav>
                                      </p:tavLst>
                                    </p:anim>
                                    <p:anim calcmode="lin" valueType="num">
                                      <p:cBhvr>
                                        <p:cTn id="120" dur="1000" fill="hold"/>
                                        <p:tgtEl>
                                          <p:spTgt spid="5"/>
                                        </p:tgtEl>
                                        <p:attrNameLst>
                                          <p:attrName>ppt_y</p:attrName>
                                        </p:attrNameLst>
                                      </p:cBhvr>
                                      <p:tavLst>
                                        <p:tav tm="0">
                                          <p:val>
                                            <p:strVal val="#ppt_y+.1"/>
                                          </p:val>
                                        </p:tav>
                                        <p:tav tm="100000">
                                          <p:val>
                                            <p:strVal val="#ppt_y"/>
                                          </p:val>
                                        </p:tav>
                                      </p:tavLst>
                                    </p:anim>
                                  </p:childTnLst>
                                </p:cTn>
                              </p:par>
                            </p:childTnLst>
                          </p:cTn>
                        </p:par>
                      </p:childTnLst>
                    </p:cTn>
                  </p:par>
                  <p:par>
                    <p:cTn id="121" fill="hold">
                      <p:stCondLst>
                        <p:cond delay="indefinite"/>
                      </p:stCondLst>
                      <p:childTnLst>
                        <p:par>
                          <p:cTn id="122" fill="hold">
                            <p:stCondLst>
                              <p:cond delay="0"/>
                            </p:stCondLst>
                            <p:childTnLst>
                              <p:par>
                                <p:cTn id="123" presetID="42" presetClass="entr" presetSubtype="0" fill="hold" grpId="0" nodeType="clickEffect">
                                  <p:stCondLst>
                                    <p:cond delay="0"/>
                                  </p:stCondLst>
                                  <p:childTnLst>
                                    <p:set>
                                      <p:cBhvr>
                                        <p:cTn id="124" dur="1" fill="hold">
                                          <p:stCondLst>
                                            <p:cond delay="0"/>
                                          </p:stCondLst>
                                        </p:cTn>
                                        <p:tgtEl>
                                          <p:spTgt spid="14"/>
                                        </p:tgtEl>
                                        <p:attrNameLst>
                                          <p:attrName>style.visibility</p:attrName>
                                        </p:attrNameLst>
                                      </p:cBhvr>
                                      <p:to>
                                        <p:strVal val="visible"/>
                                      </p:to>
                                    </p:set>
                                    <p:animEffect transition="in" filter="fade">
                                      <p:cBhvr>
                                        <p:cTn id="125" dur="1000"/>
                                        <p:tgtEl>
                                          <p:spTgt spid="14"/>
                                        </p:tgtEl>
                                      </p:cBhvr>
                                    </p:animEffect>
                                    <p:anim calcmode="lin" valueType="num">
                                      <p:cBhvr>
                                        <p:cTn id="126" dur="1000" fill="hold"/>
                                        <p:tgtEl>
                                          <p:spTgt spid="14"/>
                                        </p:tgtEl>
                                        <p:attrNameLst>
                                          <p:attrName>ppt_x</p:attrName>
                                        </p:attrNameLst>
                                      </p:cBhvr>
                                      <p:tavLst>
                                        <p:tav tm="0">
                                          <p:val>
                                            <p:strVal val="#ppt_x"/>
                                          </p:val>
                                        </p:tav>
                                        <p:tav tm="100000">
                                          <p:val>
                                            <p:strVal val="#ppt_x"/>
                                          </p:val>
                                        </p:tav>
                                      </p:tavLst>
                                    </p:anim>
                                    <p:anim calcmode="lin" valueType="num">
                                      <p:cBhvr>
                                        <p:cTn id="127" dur="1000" fill="hold"/>
                                        <p:tgtEl>
                                          <p:spTgt spid="1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6" grpId="1" animBg="1"/>
      <p:bldP spid="7" grpId="0" animBg="1"/>
      <p:bldP spid="7" grpId="1" animBg="1"/>
      <p:bldP spid="8" grpId="0" animBg="1"/>
      <p:bldP spid="8" grpId="1" animBg="1"/>
      <p:bldP spid="9" grpId="0" animBg="1"/>
      <p:bldP spid="9" grpId="1" animBg="1"/>
      <p:bldP spid="10" grpId="0" animBg="1"/>
      <p:bldP spid="10" grpId="1" animBg="1"/>
      <p:bldP spid="11" grpId="0" animBg="1"/>
      <p:bldP spid="11" grpId="1" animBg="1"/>
      <p:bldP spid="33" grpId="0"/>
      <p:bldP spid="35" grpId="0" animBg="1"/>
      <p:bldP spid="35" grpId="1" animBg="1"/>
      <p:bldP spid="3" grpId="0" animBg="1"/>
      <p:bldP spid="3" grpId="1" animBg="1"/>
      <p:bldP spid="4" grpId="0" animBg="1"/>
      <p:bldP spid="4" grpId="1" animBg="1"/>
      <p:bldP spid="12" grpId="0" animBg="1"/>
      <p:bldP spid="12" grpId="1" animBg="1"/>
      <p:bldP spid="14" grpId="0"/>
      <p:bldP spid="13" grpId="0" animBg="1"/>
      <p:bldP spid="13" grpId="1" animBg="1"/>
      <p:bldP spid="13" grpId="2" animBg="1"/>
      <p:bldP spid="13" grpId="3"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DB0524-CB7F-BDD6-C6BF-B4EF6A589204}"/>
            </a:ext>
          </a:extLst>
        </p:cNvPr>
        <p:cNvGrpSpPr/>
        <p:nvPr/>
      </p:nvGrpSpPr>
      <p:grpSpPr>
        <a:xfrm>
          <a:off x="0" y="0"/>
          <a:ext cx="0" cy="0"/>
          <a:chOff x="0" y="0"/>
          <a:chExt cx="0" cy="0"/>
        </a:xfrm>
      </p:grpSpPr>
      <p:sp>
        <p:nvSpPr>
          <p:cNvPr id="6" name="Rectangle 5">
            <a:extLst>
              <a:ext uri="{FF2B5EF4-FFF2-40B4-BE49-F238E27FC236}">
                <a16:creationId xmlns:a16="http://schemas.microsoft.com/office/drawing/2014/main" id="{BF00BC91-15CB-4A72-EFC4-483919148689}"/>
              </a:ext>
            </a:extLst>
          </p:cNvPr>
          <p:cNvSpPr/>
          <p:nvPr/>
        </p:nvSpPr>
        <p:spPr>
          <a:xfrm>
            <a:off x="-3" y="0"/>
            <a:ext cx="1814286" cy="5143500"/>
          </a:xfrm>
          <a:prstGeom prst="rect">
            <a:avLst/>
          </a:prstGeom>
          <a:ln>
            <a:solidFill>
              <a:schemeClr val="bg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 name="TextBox 6">
            <a:extLst>
              <a:ext uri="{FF2B5EF4-FFF2-40B4-BE49-F238E27FC236}">
                <a16:creationId xmlns:a16="http://schemas.microsoft.com/office/drawing/2014/main" id="{BF213CDC-6158-D6AA-5F82-BF98E6D7C3EA}"/>
              </a:ext>
            </a:extLst>
          </p:cNvPr>
          <p:cNvSpPr txBox="1"/>
          <p:nvPr/>
        </p:nvSpPr>
        <p:spPr>
          <a:xfrm>
            <a:off x="-1" y="140901"/>
            <a:ext cx="1814285" cy="276999"/>
          </a:xfrm>
          <a:prstGeom prst="rect">
            <a:avLst/>
          </a:prstGeom>
          <a:solidFill>
            <a:schemeClr val="bg2">
              <a:lumMod val="60000"/>
              <a:lumOff val="40000"/>
            </a:schemeClr>
          </a:solidFill>
        </p:spPr>
        <p:txBody>
          <a:bodyPr wrap="square" rtlCol="0">
            <a:spAutoFit/>
          </a:bodyPr>
          <a:lstStyle/>
          <a:p>
            <a:r>
              <a:rPr lang="en-GB" sz="1200" dirty="0"/>
              <a:t>INDEX:</a:t>
            </a:r>
          </a:p>
        </p:txBody>
      </p:sp>
      <p:sp>
        <p:nvSpPr>
          <p:cNvPr id="9" name="TextBox 8">
            <a:extLst>
              <a:ext uri="{FF2B5EF4-FFF2-40B4-BE49-F238E27FC236}">
                <a16:creationId xmlns:a16="http://schemas.microsoft.com/office/drawing/2014/main" id="{51061E00-3AB0-E2B9-EA44-B095B51CA38E}"/>
              </a:ext>
            </a:extLst>
          </p:cNvPr>
          <p:cNvSpPr txBox="1"/>
          <p:nvPr/>
        </p:nvSpPr>
        <p:spPr>
          <a:xfrm>
            <a:off x="19624" y="583449"/>
            <a:ext cx="1778400" cy="276999"/>
          </a:xfrm>
          <a:prstGeom prst="rect">
            <a:avLst/>
          </a:prstGeom>
          <a:solidFill>
            <a:schemeClr val="bg2">
              <a:lumMod val="20000"/>
              <a:lumOff val="80000"/>
            </a:schemeClr>
          </a:solidFill>
        </p:spPr>
        <p:txBody>
          <a:bodyPr wrap="square" rtlCol="0">
            <a:spAutoFit/>
          </a:bodyPr>
          <a:lstStyle/>
          <a:p>
            <a:r>
              <a:rPr lang="en-GB" sz="1200" dirty="0"/>
              <a:t>1) MOTIVATION</a:t>
            </a:r>
          </a:p>
        </p:txBody>
      </p:sp>
      <p:sp>
        <p:nvSpPr>
          <p:cNvPr id="10" name="TextBox 9">
            <a:extLst>
              <a:ext uri="{FF2B5EF4-FFF2-40B4-BE49-F238E27FC236}">
                <a16:creationId xmlns:a16="http://schemas.microsoft.com/office/drawing/2014/main" id="{C1ADAD74-6BEC-897C-E229-8D3C957F580D}"/>
              </a:ext>
            </a:extLst>
          </p:cNvPr>
          <p:cNvSpPr txBox="1"/>
          <p:nvPr/>
        </p:nvSpPr>
        <p:spPr>
          <a:xfrm>
            <a:off x="15806" y="1646211"/>
            <a:ext cx="1785600" cy="276999"/>
          </a:xfrm>
          <a:prstGeom prst="rect">
            <a:avLst/>
          </a:prstGeom>
          <a:solidFill>
            <a:schemeClr val="bg2">
              <a:lumMod val="20000"/>
              <a:lumOff val="80000"/>
            </a:schemeClr>
          </a:solidFill>
        </p:spPr>
        <p:txBody>
          <a:bodyPr wrap="square" rtlCol="0">
            <a:spAutoFit/>
          </a:bodyPr>
          <a:lstStyle/>
          <a:p>
            <a:r>
              <a:rPr lang="en-GB" sz="1200" dirty="0"/>
              <a:t>3) HYPOTHESIS</a:t>
            </a:r>
          </a:p>
        </p:txBody>
      </p:sp>
      <p:sp>
        <p:nvSpPr>
          <p:cNvPr id="11" name="TextBox 10">
            <a:extLst>
              <a:ext uri="{FF2B5EF4-FFF2-40B4-BE49-F238E27FC236}">
                <a16:creationId xmlns:a16="http://schemas.microsoft.com/office/drawing/2014/main" id="{8A36C64E-FCAC-43CF-BFD9-9BB547EEC99B}"/>
              </a:ext>
            </a:extLst>
          </p:cNvPr>
          <p:cNvSpPr txBox="1"/>
          <p:nvPr/>
        </p:nvSpPr>
        <p:spPr>
          <a:xfrm>
            <a:off x="21452" y="2082873"/>
            <a:ext cx="1778400" cy="276999"/>
          </a:xfrm>
          <a:prstGeom prst="rect">
            <a:avLst/>
          </a:prstGeom>
          <a:solidFill>
            <a:schemeClr val="bg2">
              <a:lumMod val="20000"/>
              <a:lumOff val="80000"/>
            </a:schemeClr>
          </a:solidFill>
        </p:spPr>
        <p:txBody>
          <a:bodyPr wrap="square" rtlCol="0">
            <a:spAutoFit/>
          </a:bodyPr>
          <a:lstStyle/>
          <a:p>
            <a:r>
              <a:rPr lang="en-GB" sz="1200" dirty="0"/>
              <a:t>4) EVALUATION</a:t>
            </a:r>
          </a:p>
        </p:txBody>
      </p:sp>
      <p:sp>
        <p:nvSpPr>
          <p:cNvPr id="33" name="Google Shape;159;p34">
            <a:extLst>
              <a:ext uri="{FF2B5EF4-FFF2-40B4-BE49-F238E27FC236}">
                <a16:creationId xmlns:a16="http://schemas.microsoft.com/office/drawing/2014/main" id="{8BDC9549-CD5F-6955-3FD5-E3E0EDE08D4C}"/>
              </a:ext>
            </a:extLst>
          </p:cNvPr>
          <p:cNvSpPr txBox="1">
            <a:spLocks noGrp="1"/>
          </p:cNvSpPr>
          <p:nvPr>
            <p:ph type="ctrTitle"/>
          </p:nvPr>
        </p:nvSpPr>
        <p:spPr>
          <a:xfrm>
            <a:off x="2548894" y="252606"/>
            <a:ext cx="4046211" cy="51075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GB" u="sng" dirty="0"/>
              <a:t>MITIGATION - </a:t>
            </a:r>
            <a:r>
              <a:rPr lang="en-GB" u="sng" dirty="0" err="1"/>
              <a:t>QLoRA</a:t>
            </a:r>
            <a:endParaRPr u="sng" dirty="0"/>
          </a:p>
        </p:txBody>
      </p:sp>
      <p:sp>
        <p:nvSpPr>
          <p:cNvPr id="35" name="TextBox 34">
            <a:extLst>
              <a:ext uri="{FF2B5EF4-FFF2-40B4-BE49-F238E27FC236}">
                <a16:creationId xmlns:a16="http://schemas.microsoft.com/office/drawing/2014/main" id="{39B4400A-744C-DE1C-5E7E-01D43D0349D0}"/>
              </a:ext>
            </a:extLst>
          </p:cNvPr>
          <p:cNvSpPr txBox="1"/>
          <p:nvPr/>
        </p:nvSpPr>
        <p:spPr>
          <a:xfrm>
            <a:off x="10618" y="1024883"/>
            <a:ext cx="1784302" cy="461665"/>
          </a:xfrm>
          <a:prstGeom prst="rect">
            <a:avLst/>
          </a:prstGeom>
          <a:solidFill>
            <a:schemeClr val="bg2">
              <a:lumMod val="20000"/>
              <a:lumOff val="80000"/>
            </a:schemeClr>
          </a:solidFill>
        </p:spPr>
        <p:txBody>
          <a:bodyPr wrap="square" rtlCol="0">
            <a:spAutoFit/>
          </a:bodyPr>
          <a:lstStyle/>
          <a:p>
            <a:r>
              <a:rPr lang="en-GB" sz="1200" dirty="0"/>
              <a:t>2) SOLUTION - QUANTIZATION</a:t>
            </a:r>
          </a:p>
        </p:txBody>
      </p:sp>
      <p:sp>
        <p:nvSpPr>
          <p:cNvPr id="13" name="TextBox 12">
            <a:extLst>
              <a:ext uri="{FF2B5EF4-FFF2-40B4-BE49-F238E27FC236}">
                <a16:creationId xmlns:a16="http://schemas.microsoft.com/office/drawing/2014/main" id="{4C5EACCD-12B0-B2EF-47F6-566408B31575}"/>
              </a:ext>
            </a:extLst>
          </p:cNvPr>
          <p:cNvSpPr txBox="1"/>
          <p:nvPr/>
        </p:nvSpPr>
        <p:spPr>
          <a:xfrm>
            <a:off x="13750" y="2519535"/>
            <a:ext cx="1785600" cy="461665"/>
          </a:xfrm>
          <a:prstGeom prst="rect">
            <a:avLst/>
          </a:prstGeom>
          <a:solidFill>
            <a:schemeClr val="bg2">
              <a:lumMod val="20000"/>
              <a:lumOff val="80000"/>
            </a:schemeClr>
          </a:solidFill>
        </p:spPr>
        <p:txBody>
          <a:bodyPr wrap="square" rtlCol="0">
            <a:spAutoFit/>
          </a:bodyPr>
          <a:lstStyle/>
          <a:p>
            <a:r>
              <a:rPr lang="en-GB" sz="1200" dirty="0"/>
              <a:t>5) IMPACT OF QUANTIZATION</a:t>
            </a:r>
          </a:p>
        </p:txBody>
      </p:sp>
      <p:sp>
        <p:nvSpPr>
          <p:cNvPr id="3" name="TextBox 2">
            <a:extLst>
              <a:ext uri="{FF2B5EF4-FFF2-40B4-BE49-F238E27FC236}">
                <a16:creationId xmlns:a16="http://schemas.microsoft.com/office/drawing/2014/main" id="{B10E817E-C83E-D0C4-1156-FF8A6D2E2417}"/>
              </a:ext>
            </a:extLst>
          </p:cNvPr>
          <p:cNvSpPr txBox="1"/>
          <p:nvPr/>
        </p:nvSpPr>
        <p:spPr>
          <a:xfrm>
            <a:off x="13750" y="3762191"/>
            <a:ext cx="1785600" cy="276999"/>
          </a:xfrm>
          <a:prstGeom prst="rect">
            <a:avLst/>
          </a:prstGeom>
          <a:solidFill>
            <a:schemeClr val="bg2">
              <a:lumMod val="20000"/>
              <a:lumOff val="80000"/>
            </a:schemeClr>
          </a:solidFill>
        </p:spPr>
        <p:txBody>
          <a:bodyPr wrap="square" rtlCol="0">
            <a:spAutoFit/>
          </a:bodyPr>
          <a:lstStyle/>
          <a:p>
            <a:r>
              <a:rPr lang="en-GB" sz="1200" dirty="0"/>
              <a:t>7) FINE - TUNING</a:t>
            </a:r>
          </a:p>
        </p:txBody>
      </p:sp>
      <p:sp>
        <p:nvSpPr>
          <p:cNvPr id="4" name="TextBox 3">
            <a:extLst>
              <a:ext uri="{FF2B5EF4-FFF2-40B4-BE49-F238E27FC236}">
                <a16:creationId xmlns:a16="http://schemas.microsoft.com/office/drawing/2014/main" id="{9E36E26C-893A-6987-005F-6675FC7DCCD7}"/>
              </a:ext>
            </a:extLst>
          </p:cNvPr>
          <p:cNvSpPr txBox="1"/>
          <p:nvPr/>
        </p:nvSpPr>
        <p:spPr>
          <a:xfrm>
            <a:off x="17852" y="4198853"/>
            <a:ext cx="1785600" cy="276999"/>
          </a:xfrm>
          <a:prstGeom prst="rect">
            <a:avLst/>
          </a:prstGeom>
          <a:solidFill>
            <a:schemeClr val="bg2">
              <a:lumMod val="20000"/>
              <a:lumOff val="80000"/>
            </a:schemeClr>
          </a:solidFill>
        </p:spPr>
        <p:txBody>
          <a:bodyPr wrap="square" rtlCol="0">
            <a:spAutoFit/>
          </a:bodyPr>
          <a:lstStyle/>
          <a:p>
            <a:r>
              <a:rPr lang="en-GB" sz="1200" dirty="0"/>
              <a:t>8) RESULTS</a:t>
            </a:r>
          </a:p>
        </p:txBody>
      </p:sp>
      <p:sp>
        <p:nvSpPr>
          <p:cNvPr id="12" name="TextBox 11">
            <a:extLst>
              <a:ext uri="{FF2B5EF4-FFF2-40B4-BE49-F238E27FC236}">
                <a16:creationId xmlns:a16="http://schemas.microsoft.com/office/drawing/2014/main" id="{3AF5CEAF-0F3B-E838-2EC5-1C95692F6AB2}"/>
              </a:ext>
            </a:extLst>
          </p:cNvPr>
          <p:cNvSpPr txBox="1"/>
          <p:nvPr/>
        </p:nvSpPr>
        <p:spPr>
          <a:xfrm>
            <a:off x="17852" y="4635515"/>
            <a:ext cx="1785600" cy="276999"/>
          </a:xfrm>
          <a:prstGeom prst="rect">
            <a:avLst/>
          </a:prstGeom>
          <a:solidFill>
            <a:schemeClr val="bg2">
              <a:lumMod val="20000"/>
              <a:lumOff val="80000"/>
            </a:schemeClr>
          </a:solidFill>
        </p:spPr>
        <p:txBody>
          <a:bodyPr wrap="square" rtlCol="0">
            <a:spAutoFit/>
          </a:bodyPr>
          <a:lstStyle/>
          <a:p>
            <a:r>
              <a:rPr lang="en-GB" sz="1200" dirty="0"/>
              <a:t>9) CONCLUSION</a:t>
            </a:r>
          </a:p>
        </p:txBody>
      </p:sp>
      <p:sp>
        <p:nvSpPr>
          <p:cNvPr id="16" name="TextBox 15">
            <a:extLst>
              <a:ext uri="{FF2B5EF4-FFF2-40B4-BE49-F238E27FC236}">
                <a16:creationId xmlns:a16="http://schemas.microsoft.com/office/drawing/2014/main" id="{98CF95A6-B160-9672-B877-35B83D4DF4F1}"/>
              </a:ext>
            </a:extLst>
          </p:cNvPr>
          <p:cNvSpPr txBox="1"/>
          <p:nvPr/>
        </p:nvSpPr>
        <p:spPr>
          <a:xfrm>
            <a:off x="554303" y="845024"/>
            <a:ext cx="7695527" cy="284693"/>
          </a:xfrm>
          <a:prstGeom prst="rect">
            <a:avLst/>
          </a:prstGeom>
          <a:noFill/>
        </p:spPr>
        <p:txBody>
          <a:bodyPr wrap="square">
            <a:spAutoFit/>
          </a:bodyPr>
          <a:lstStyle/>
          <a:p>
            <a:pPr algn="l">
              <a:lnSpc>
                <a:spcPts val="1500"/>
              </a:lnSpc>
              <a:spcAft>
                <a:spcPts val="225"/>
              </a:spcAft>
            </a:pPr>
            <a:r>
              <a:rPr lang="en-US" b="1" i="0" dirty="0">
                <a:solidFill>
                  <a:schemeClr val="tx1"/>
                </a:solidFill>
                <a:effectLst/>
                <a:latin typeface="+mj-lt"/>
              </a:rPr>
              <a:t>Question:</a:t>
            </a:r>
            <a:r>
              <a:rPr lang="en-US" b="0" i="0" dirty="0">
                <a:solidFill>
                  <a:schemeClr val="tx1"/>
                </a:solidFill>
                <a:effectLst/>
                <a:latin typeface="+mj-lt"/>
              </a:rPr>
              <a:t> Can we recover the lost reasoning capabilities without regaining the memory cost?</a:t>
            </a:r>
          </a:p>
        </p:txBody>
      </p:sp>
      <p:sp>
        <p:nvSpPr>
          <p:cNvPr id="18" name="TextBox 17">
            <a:extLst>
              <a:ext uri="{FF2B5EF4-FFF2-40B4-BE49-F238E27FC236}">
                <a16:creationId xmlns:a16="http://schemas.microsoft.com/office/drawing/2014/main" id="{5658302E-EB40-B494-8470-5BFFA99089A2}"/>
              </a:ext>
            </a:extLst>
          </p:cNvPr>
          <p:cNvSpPr txBox="1"/>
          <p:nvPr/>
        </p:nvSpPr>
        <p:spPr>
          <a:xfrm>
            <a:off x="554303" y="1130941"/>
            <a:ext cx="4741932" cy="284693"/>
          </a:xfrm>
          <a:prstGeom prst="rect">
            <a:avLst/>
          </a:prstGeom>
          <a:noFill/>
        </p:spPr>
        <p:txBody>
          <a:bodyPr wrap="square">
            <a:spAutoFit/>
          </a:bodyPr>
          <a:lstStyle/>
          <a:p>
            <a:pPr algn="l">
              <a:lnSpc>
                <a:spcPts val="1500"/>
              </a:lnSpc>
              <a:spcAft>
                <a:spcPts val="225"/>
              </a:spcAft>
            </a:pPr>
            <a:r>
              <a:rPr lang="en-US" b="1" i="0" dirty="0">
                <a:solidFill>
                  <a:schemeClr val="tx1"/>
                </a:solidFill>
                <a:effectLst/>
                <a:latin typeface="+mj-lt"/>
              </a:rPr>
              <a:t>Method:</a:t>
            </a:r>
            <a:r>
              <a:rPr lang="en-US" b="0" i="0" dirty="0">
                <a:solidFill>
                  <a:schemeClr val="tx1"/>
                </a:solidFill>
                <a:effectLst/>
                <a:latin typeface="+mj-lt"/>
              </a:rPr>
              <a:t> </a:t>
            </a:r>
            <a:r>
              <a:rPr lang="en-US" i="0" dirty="0" err="1">
                <a:solidFill>
                  <a:schemeClr val="tx1"/>
                </a:solidFill>
                <a:effectLst/>
                <a:latin typeface="+mj-lt"/>
              </a:rPr>
              <a:t>QLoRA</a:t>
            </a:r>
            <a:r>
              <a:rPr lang="en-US" i="0" dirty="0">
                <a:solidFill>
                  <a:schemeClr val="tx1"/>
                </a:solidFill>
                <a:effectLst/>
                <a:latin typeface="+mj-lt"/>
              </a:rPr>
              <a:t> (Quantized Low-Rank Adaptation). </a:t>
            </a:r>
            <a:r>
              <a:rPr lang="en-US" sz="600" i="0" dirty="0">
                <a:solidFill>
                  <a:schemeClr val="tx1"/>
                </a:solidFill>
                <a:effectLst/>
                <a:latin typeface="+mj-lt"/>
              </a:rPr>
              <a:t>[6]</a:t>
            </a:r>
          </a:p>
        </p:txBody>
      </p:sp>
      <p:sp>
        <p:nvSpPr>
          <p:cNvPr id="20" name="TextBox 19">
            <a:extLst>
              <a:ext uri="{FF2B5EF4-FFF2-40B4-BE49-F238E27FC236}">
                <a16:creationId xmlns:a16="http://schemas.microsoft.com/office/drawing/2014/main" id="{90B954C5-348D-282A-2D22-FE16461BEF0B}"/>
              </a:ext>
            </a:extLst>
          </p:cNvPr>
          <p:cNvSpPr txBox="1"/>
          <p:nvPr/>
        </p:nvSpPr>
        <p:spPr>
          <a:xfrm>
            <a:off x="577434" y="1476397"/>
            <a:ext cx="4836681" cy="284693"/>
          </a:xfrm>
          <a:prstGeom prst="rect">
            <a:avLst/>
          </a:prstGeom>
          <a:noFill/>
        </p:spPr>
        <p:txBody>
          <a:bodyPr wrap="square">
            <a:spAutoFit/>
          </a:bodyPr>
          <a:lstStyle/>
          <a:p>
            <a:pPr algn="l">
              <a:lnSpc>
                <a:spcPts val="1500"/>
              </a:lnSpc>
              <a:spcAft>
                <a:spcPts val="225"/>
              </a:spcAft>
            </a:pPr>
            <a:r>
              <a:rPr lang="en-US" b="1" i="0" dirty="0">
                <a:solidFill>
                  <a:schemeClr val="tx1"/>
                </a:solidFill>
                <a:effectLst/>
                <a:latin typeface="+mj-lt"/>
              </a:rPr>
              <a:t>How it works:</a:t>
            </a:r>
            <a:endParaRPr lang="en-US" sz="600" b="1" dirty="0">
              <a:solidFill>
                <a:schemeClr val="tx1"/>
              </a:solidFill>
              <a:latin typeface="+mj-lt"/>
            </a:endParaRPr>
          </a:p>
        </p:txBody>
      </p:sp>
      <p:pic>
        <p:nvPicPr>
          <p:cNvPr id="7170" name="Picture 2" descr="Parameter-efficient fine-tuning: LoRA and QLoRA compared to FFT.">
            <a:extLst>
              <a:ext uri="{FF2B5EF4-FFF2-40B4-BE49-F238E27FC236}">
                <a16:creationId xmlns:a16="http://schemas.microsoft.com/office/drawing/2014/main" id="{D48C2C64-7263-1021-FFDA-9E62FBDF1A60}"/>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r="37329" b="7796"/>
          <a:stretch>
            <a:fillRect/>
          </a:stretch>
        </p:blipFill>
        <p:spPr bwMode="auto">
          <a:xfrm>
            <a:off x="5504999" y="1151462"/>
            <a:ext cx="3352756" cy="1862821"/>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rgbClr val="FFFFFF"/>
                </a:solidFill>
              </a14:hiddenFill>
            </a:ext>
          </a:extLst>
        </p:spPr>
      </p:pic>
      <p:pic>
        <p:nvPicPr>
          <p:cNvPr id="21" name="Picture 2" descr="Parameter-efficient fine-tuning: LoRA and QLoRA compared to FFT.">
            <a:extLst>
              <a:ext uri="{FF2B5EF4-FFF2-40B4-BE49-F238E27FC236}">
                <a16:creationId xmlns:a16="http://schemas.microsoft.com/office/drawing/2014/main" id="{4942FABC-620D-8678-17D0-30FD09BDA091}"/>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64717" t="-1897" b="7397"/>
          <a:stretch>
            <a:fillRect/>
          </a:stretch>
        </p:blipFill>
        <p:spPr bwMode="auto">
          <a:xfrm>
            <a:off x="5504999" y="3102331"/>
            <a:ext cx="1917881" cy="1939877"/>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rgbClr val="FFFFFF"/>
                </a:solidFill>
              </a14:hiddenFill>
            </a:ext>
          </a:extLst>
        </p:spPr>
      </p:pic>
      <p:sp>
        <p:nvSpPr>
          <p:cNvPr id="23" name="TextBox 22">
            <a:extLst>
              <a:ext uri="{FF2B5EF4-FFF2-40B4-BE49-F238E27FC236}">
                <a16:creationId xmlns:a16="http://schemas.microsoft.com/office/drawing/2014/main" id="{30621702-AAA4-C7A5-C77F-8EC442B5A364}"/>
              </a:ext>
            </a:extLst>
          </p:cNvPr>
          <p:cNvSpPr txBox="1"/>
          <p:nvPr/>
        </p:nvSpPr>
        <p:spPr>
          <a:xfrm>
            <a:off x="577434" y="1705472"/>
            <a:ext cx="4794636" cy="2462213"/>
          </a:xfrm>
          <a:prstGeom prst="rect">
            <a:avLst/>
          </a:prstGeom>
          <a:noFill/>
        </p:spPr>
        <p:txBody>
          <a:bodyPr wrap="square">
            <a:spAutoFit/>
          </a:bodyPr>
          <a:lstStyle/>
          <a:p>
            <a:pPr marL="342900" indent="-342900">
              <a:buFont typeface="+mj-lt"/>
              <a:buAutoNum type="arabicPeriod"/>
            </a:pPr>
            <a:r>
              <a:rPr lang="en-US" b="1" dirty="0"/>
              <a:t>Freeze &amp; Quantize:</a:t>
            </a:r>
            <a:r>
              <a:rPr lang="en-US" dirty="0"/>
              <a:t> The base model is loaded in 4-bit precision and strictly frozen (read-only).</a:t>
            </a:r>
          </a:p>
          <a:p>
            <a:pPr marL="342900" indent="-342900">
              <a:buFont typeface="+mj-lt"/>
              <a:buAutoNum type="arabicPeriod"/>
            </a:pPr>
            <a:r>
              <a:rPr lang="en-US" b="1" dirty="0"/>
              <a:t>Inject Adapters:</a:t>
            </a:r>
            <a:r>
              <a:rPr lang="en-US" dirty="0"/>
              <a:t> We add tiny, trainable low-rank matrices (</a:t>
            </a:r>
            <a:r>
              <a:rPr lang="en-US" dirty="0" err="1"/>
              <a:t>LoRA</a:t>
            </a:r>
            <a:r>
              <a:rPr lang="en-US" dirty="0"/>
              <a:t>) in 16-bit precision alongside the frozen layers.</a:t>
            </a:r>
          </a:p>
          <a:p>
            <a:pPr marL="342900" indent="-342900">
              <a:buFont typeface="+mj-lt"/>
              <a:buAutoNum type="arabicPeriod"/>
            </a:pPr>
            <a:r>
              <a:rPr lang="en-US" b="1" dirty="0"/>
              <a:t>Mixed-Precision Compute:</a:t>
            </a:r>
            <a:r>
              <a:rPr lang="en-US" dirty="0"/>
              <a:t> During calculation, 4-bit weights are temporarily dequantized to 16-bit, combined with the adapter and then discarded.</a:t>
            </a:r>
          </a:p>
          <a:p>
            <a:pPr marL="342900" indent="-342900">
              <a:buFont typeface="+mj-lt"/>
              <a:buAutoNum type="arabicPeriod"/>
            </a:pPr>
            <a:r>
              <a:rPr lang="en-US" b="1" dirty="0"/>
              <a:t>Efficient Training:</a:t>
            </a:r>
            <a:r>
              <a:rPr lang="en-US" dirty="0"/>
              <a:t> Gradients are backpropagated </a:t>
            </a:r>
            <a:r>
              <a:rPr lang="en-US" i="1" dirty="0"/>
              <a:t>through</a:t>
            </a:r>
            <a:r>
              <a:rPr lang="en-US" dirty="0"/>
              <a:t> the frozen 4-bit weights, but they only update the 16-bit adapters.</a:t>
            </a:r>
          </a:p>
        </p:txBody>
      </p:sp>
      <p:sp>
        <p:nvSpPr>
          <p:cNvPr id="25" name="TextBox 24">
            <a:extLst>
              <a:ext uri="{FF2B5EF4-FFF2-40B4-BE49-F238E27FC236}">
                <a16:creationId xmlns:a16="http://schemas.microsoft.com/office/drawing/2014/main" id="{2B94615B-65E0-548A-BB4E-233B4BD939C5}"/>
              </a:ext>
            </a:extLst>
          </p:cNvPr>
          <p:cNvSpPr txBox="1"/>
          <p:nvPr/>
        </p:nvSpPr>
        <p:spPr>
          <a:xfrm>
            <a:off x="577434" y="4117484"/>
            <a:ext cx="4794636" cy="954107"/>
          </a:xfrm>
          <a:prstGeom prst="rect">
            <a:avLst/>
          </a:prstGeom>
          <a:noFill/>
        </p:spPr>
        <p:txBody>
          <a:bodyPr wrap="square">
            <a:spAutoFit/>
          </a:bodyPr>
          <a:lstStyle/>
          <a:p>
            <a:r>
              <a:rPr lang="en-US" dirty="0"/>
              <a:t>Because the base model is frozen and we only update the adapter weights (~1% of the parameters), the computational requirements are much lower, resulting in faster training and reduced memory usage.</a:t>
            </a:r>
          </a:p>
        </p:txBody>
      </p:sp>
      <p:sp>
        <p:nvSpPr>
          <p:cNvPr id="8" name="TextBox 7">
            <a:extLst>
              <a:ext uri="{FF2B5EF4-FFF2-40B4-BE49-F238E27FC236}">
                <a16:creationId xmlns:a16="http://schemas.microsoft.com/office/drawing/2014/main" id="{FA4F0BE2-9762-0391-0E97-5615AB9F5B66}"/>
              </a:ext>
            </a:extLst>
          </p:cNvPr>
          <p:cNvSpPr txBox="1"/>
          <p:nvPr/>
        </p:nvSpPr>
        <p:spPr>
          <a:xfrm>
            <a:off x="12697" y="3140863"/>
            <a:ext cx="1785600" cy="461665"/>
          </a:xfrm>
          <a:prstGeom prst="rect">
            <a:avLst/>
          </a:prstGeom>
          <a:solidFill>
            <a:schemeClr val="bg2">
              <a:lumMod val="20000"/>
              <a:lumOff val="80000"/>
            </a:schemeClr>
          </a:solidFill>
        </p:spPr>
        <p:txBody>
          <a:bodyPr wrap="square" rtlCol="0">
            <a:spAutoFit/>
          </a:bodyPr>
          <a:lstStyle/>
          <a:p>
            <a:r>
              <a:rPr lang="en-GB" sz="1200" dirty="0"/>
              <a:t>6) MITIGATION - </a:t>
            </a:r>
            <a:r>
              <a:rPr lang="en-GB" sz="1200" dirty="0" err="1"/>
              <a:t>QLoRA</a:t>
            </a:r>
            <a:endParaRPr lang="en-GB" sz="1200" dirty="0"/>
          </a:p>
        </p:txBody>
      </p:sp>
      <p:sp>
        <p:nvSpPr>
          <p:cNvPr id="27" name="TextBox 26">
            <a:extLst>
              <a:ext uri="{FF2B5EF4-FFF2-40B4-BE49-F238E27FC236}">
                <a16:creationId xmlns:a16="http://schemas.microsoft.com/office/drawing/2014/main" id="{3C6886A3-75BB-9D56-1D24-25EA82EBC0E5}"/>
              </a:ext>
            </a:extLst>
          </p:cNvPr>
          <p:cNvSpPr txBox="1"/>
          <p:nvPr/>
        </p:nvSpPr>
        <p:spPr>
          <a:xfrm>
            <a:off x="7436190" y="3043911"/>
            <a:ext cx="491494" cy="307777"/>
          </a:xfrm>
          <a:prstGeom prst="rect">
            <a:avLst/>
          </a:prstGeom>
          <a:noFill/>
        </p:spPr>
        <p:txBody>
          <a:bodyPr wrap="square">
            <a:spAutoFit/>
          </a:bodyPr>
          <a:lstStyle/>
          <a:p>
            <a:r>
              <a:rPr lang="en-US" i="0" dirty="0">
                <a:solidFill>
                  <a:schemeClr val="tx1"/>
                </a:solidFill>
                <a:effectLst/>
                <a:latin typeface="+mj-lt"/>
              </a:rPr>
              <a:t> </a:t>
            </a:r>
            <a:r>
              <a:rPr lang="en-US" sz="800" i="0" dirty="0">
                <a:solidFill>
                  <a:schemeClr val="tx1"/>
                </a:solidFill>
                <a:effectLst/>
                <a:latin typeface="+mj-lt"/>
              </a:rPr>
              <a:t>[7]</a:t>
            </a:r>
            <a:endParaRPr lang="en-IN" dirty="0"/>
          </a:p>
        </p:txBody>
      </p:sp>
    </p:spTree>
    <p:extLst>
      <p:ext uri="{BB962C8B-B14F-4D97-AF65-F5344CB8AC3E}">
        <p14:creationId xmlns:p14="http://schemas.microsoft.com/office/powerpoint/2010/main" val="41531678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0-#ppt_w/2"/>
                                          </p:val>
                                        </p:tav>
                                        <p:tav tm="100000">
                                          <p:val>
                                            <p:strVal val="#ppt_x"/>
                                          </p:val>
                                        </p:tav>
                                      </p:tavLst>
                                    </p:anim>
                                    <p:anim calcmode="lin" valueType="num">
                                      <p:cBhvr additive="base">
                                        <p:cTn id="8" dur="500" fill="hold"/>
                                        <p:tgtEl>
                                          <p:spTgt spid="6"/>
                                        </p:tgtEl>
                                        <p:attrNameLst>
                                          <p:attrName>ppt_y</p:attrName>
                                        </p:attrNameLst>
                                      </p:cBhvr>
                                      <p:tavLst>
                                        <p:tav tm="0">
                                          <p:val>
                                            <p:strVal val="#ppt_y"/>
                                          </p:val>
                                        </p:tav>
                                        <p:tav tm="100000">
                                          <p:val>
                                            <p:strVal val="#ppt_y"/>
                                          </p:val>
                                        </p:tav>
                                      </p:tavLst>
                                    </p:anim>
                                  </p:childTnLst>
                                </p:cTn>
                              </p:par>
                              <p:par>
                                <p:cTn id="9" presetID="2" presetClass="entr" presetSubtype="8" fill="hold" grpId="0" nodeType="withEffect">
                                  <p:stCondLst>
                                    <p:cond delay="0"/>
                                  </p:stCondLst>
                                  <p:childTnLst>
                                    <p:set>
                                      <p:cBhvr>
                                        <p:cTn id="10" dur="1" fill="hold">
                                          <p:stCondLst>
                                            <p:cond delay="0"/>
                                          </p:stCondLst>
                                        </p:cTn>
                                        <p:tgtEl>
                                          <p:spTgt spid="7"/>
                                        </p:tgtEl>
                                        <p:attrNameLst>
                                          <p:attrName>style.visibility</p:attrName>
                                        </p:attrNameLst>
                                      </p:cBhvr>
                                      <p:to>
                                        <p:strVal val="visible"/>
                                      </p:to>
                                    </p:set>
                                    <p:anim calcmode="lin" valueType="num">
                                      <p:cBhvr additive="base">
                                        <p:cTn id="11" dur="500" fill="hold"/>
                                        <p:tgtEl>
                                          <p:spTgt spid="7"/>
                                        </p:tgtEl>
                                        <p:attrNameLst>
                                          <p:attrName>ppt_x</p:attrName>
                                        </p:attrNameLst>
                                      </p:cBhvr>
                                      <p:tavLst>
                                        <p:tav tm="0">
                                          <p:val>
                                            <p:strVal val="0-#ppt_w/2"/>
                                          </p:val>
                                        </p:tav>
                                        <p:tav tm="100000">
                                          <p:val>
                                            <p:strVal val="#ppt_x"/>
                                          </p:val>
                                        </p:tav>
                                      </p:tavLst>
                                    </p:anim>
                                    <p:anim calcmode="lin" valueType="num">
                                      <p:cBhvr additive="base">
                                        <p:cTn id="12" dur="500" fill="hold"/>
                                        <p:tgtEl>
                                          <p:spTgt spid="7"/>
                                        </p:tgtEl>
                                        <p:attrNameLst>
                                          <p:attrName>ppt_y</p:attrName>
                                        </p:attrNameLst>
                                      </p:cBhvr>
                                      <p:tavLst>
                                        <p:tav tm="0">
                                          <p:val>
                                            <p:strVal val="#ppt_y"/>
                                          </p:val>
                                        </p:tav>
                                        <p:tav tm="100000">
                                          <p:val>
                                            <p:strVal val="#ppt_y"/>
                                          </p:val>
                                        </p:tav>
                                      </p:tavLst>
                                    </p:anim>
                                  </p:childTnLst>
                                </p:cTn>
                              </p:par>
                              <p:par>
                                <p:cTn id="13" presetID="2" presetClass="entr" presetSubtype="8" fill="hold" grpId="0" nodeType="withEffect">
                                  <p:stCondLst>
                                    <p:cond delay="0"/>
                                  </p:stCondLst>
                                  <p:childTnLst>
                                    <p:set>
                                      <p:cBhvr>
                                        <p:cTn id="14" dur="1" fill="hold">
                                          <p:stCondLst>
                                            <p:cond delay="0"/>
                                          </p:stCondLst>
                                        </p:cTn>
                                        <p:tgtEl>
                                          <p:spTgt spid="8"/>
                                        </p:tgtEl>
                                        <p:attrNameLst>
                                          <p:attrName>style.visibility</p:attrName>
                                        </p:attrNameLst>
                                      </p:cBhvr>
                                      <p:to>
                                        <p:strVal val="visible"/>
                                      </p:to>
                                    </p:set>
                                    <p:anim calcmode="lin" valueType="num">
                                      <p:cBhvr additive="base">
                                        <p:cTn id="15" dur="500" fill="hold"/>
                                        <p:tgtEl>
                                          <p:spTgt spid="8"/>
                                        </p:tgtEl>
                                        <p:attrNameLst>
                                          <p:attrName>ppt_x</p:attrName>
                                        </p:attrNameLst>
                                      </p:cBhvr>
                                      <p:tavLst>
                                        <p:tav tm="0">
                                          <p:val>
                                            <p:strVal val="0-#ppt_w/2"/>
                                          </p:val>
                                        </p:tav>
                                        <p:tav tm="100000">
                                          <p:val>
                                            <p:strVal val="#ppt_x"/>
                                          </p:val>
                                        </p:tav>
                                      </p:tavLst>
                                    </p:anim>
                                    <p:anim calcmode="lin" valueType="num">
                                      <p:cBhvr additive="base">
                                        <p:cTn id="16" dur="500" fill="hold"/>
                                        <p:tgtEl>
                                          <p:spTgt spid="8"/>
                                        </p:tgtEl>
                                        <p:attrNameLst>
                                          <p:attrName>ppt_y</p:attrName>
                                        </p:attrNameLst>
                                      </p:cBhvr>
                                      <p:tavLst>
                                        <p:tav tm="0">
                                          <p:val>
                                            <p:strVal val="#ppt_y"/>
                                          </p:val>
                                        </p:tav>
                                        <p:tav tm="100000">
                                          <p:val>
                                            <p:strVal val="#ppt_y"/>
                                          </p:val>
                                        </p:tav>
                                      </p:tavLst>
                                    </p:anim>
                                  </p:childTnLst>
                                </p:cTn>
                              </p:par>
                              <p:par>
                                <p:cTn id="17" presetID="2" presetClass="entr" presetSubtype="8" fill="hold" grpId="0" nodeType="withEffect">
                                  <p:stCondLst>
                                    <p:cond delay="0"/>
                                  </p:stCondLst>
                                  <p:childTnLst>
                                    <p:set>
                                      <p:cBhvr>
                                        <p:cTn id="18" dur="1" fill="hold">
                                          <p:stCondLst>
                                            <p:cond delay="0"/>
                                          </p:stCondLst>
                                        </p:cTn>
                                        <p:tgtEl>
                                          <p:spTgt spid="9"/>
                                        </p:tgtEl>
                                        <p:attrNameLst>
                                          <p:attrName>style.visibility</p:attrName>
                                        </p:attrNameLst>
                                      </p:cBhvr>
                                      <p:to>
                                        <p:strVal val="visible"/>
                                      </p:to>
                                    </p:set>
                                    <p:anim calcmode="lin" valueType="num">
                                      <p:cBhvr additive="base">
                                        <p:cTn id="19" dur="500" fill="hold"/>
                                        <p:tgtEl>
                                          <p:spTgt spid="9"/>
                                        </p:tgtEl>
                                        <p:attrNameLst>
                                          <p:attrName>ppt_x</p:attrName>
                                        </p:attrNameLst>
                                      </p:cBhvr>
                                      <p:tavLst>
                                        <p:tav tm="0">
                                          <p:val>
                                            <p:strVal val="0-#ppt_w/2"/>
                                          </p:val>
                                        </p:tav>
                                        <p:tav tm="100000">
                                          <p:val>
                                            <p:strVal val="#ppt_x"/>
                                          </p:val>
                                        </p:tav>
                                      </p:tavLst>
                                    </p:anim>
                                    <p:anim calcmode="lin" valueType="num">
                                      <p:cBhvr additive="base">
                                        <p:cTn id="20" dur="500" fill="hold"/>
                                        <p:tgtEl>
                                          <p:spTgt spid="9"/>
                                        </p:tgtEl>
                                        <p:attrNameLst>
                                          <p:attrName>ppt_y</p:attrName>
                                        </p:attrNameLst>
                                      </p:cBhvr>
                                      <p:tavLst>
                                        <p:tav tm="0">
                                          <p:val>
                                            <p:strVal val="#ppt_y"/>
                                          </p:val>
                                        </p:tav>
                                        <p:tav tm="100000">
                                          <p:val>
                                            <p:strVal val="#ppt_y"/>
                                          </p:val>
                                        </p:tav>
                                      </p:tavLst>
                                    </p:anim>
                                  </p:childTnLst>
                                </p:cTn>
                              </p:par>
                              <p:par>
                                <p:cTn id="21" presetID="2" presetClass="entr" presetSubtype="8" fill="hold" grpId="0" nodeType="withEffect">
                                  <p:stCondLst>
                                    <p:cond delay="0"/>
                                  </p:stCondLst>
                                  <p:childTnLst>
                                    <p:set>
                                      <p:cBhvr>
                                        <p:cTn id="22" dur="1" fill="hold">
                                          <p:stCondLst>
                                            <p:cond delay="0"/>
                                          </p:stCondLst>
                                        </p:cTn>
                                        <p:tgtEl>
                                          <p:spTgt spid="13"/>
                                        </p:tgtEl>
                                        <p:attrNameLst>
                                          <p:attrName>style.visibility</p:attrName>
                                        </p:attrNameLst>
                                      </p:cBhvr>
                                      <p:to>
                                        <p:strVal val="visible"/>
                                      </p:to>
                                    </p:set>
                                    <p:anim calcmode="lin" valueType="num">
                                      <p:cBhvr additive="base">
                                        <p:cTn id="23" dur="500" fill="hold"/>
                                        <p:tgtEl>
                                          <p:spTgt spid="13"/>
                                        </p:tgtEl>
                                        <p:attrNameLst>
                                          <p:attrName>ppt_x</p:attrName>
                                        </p:attrNameLst>
                                      </p:cBhvr>
                                      <p:tavLst>
                                        <p:tav tm="0">
                                          <p:val>
                                            <p:strVal val="0-#ppt_w/2"/>
                                          </p:val>
                                        </p:tav>
                                        <p:tav tm="100000">
                                          <p:val>
                                            <p:strVal val="#ppt_x"/>
                                          </p:val>
                                        </p:tav>
                                      </p:tavLst>
                                    </p:anim>
                                    <p:anim calcmode="lin" valueType="num">
                                      <p:cBhvr additive="base">
                                        <p:cTn id="24" dur="500" fill="hold"/>
                                        <p:tgtEl>
                                          <p:spTgt spid="13"/>
                                        </p:tgtEl>
                                        <p:attrNameLst>
                                          <p:attrName>ppt_y</p:attrName>
                                        </p:attrNameLst>
                                      </p:cBhvr>
                                      <p:tavLst>
                                        <p:tav tm="0">
                                          <p:val>
                                            <p:strVal val="#ppt_y"/>
                                          </p:val>
                                        </p:tav>
                                        <p:tav tm="100000">
                                          <p:val>
                                            <p:strVal val="#ppt_y"/>
                                          </p:val>
                                        </p:tav>
                                      </p:tavLst>
                                    </p:anim>
                                  </p:childTnLst>
                                </p:cTn>
                              </p:par>
                              <p:par>
                                <p:cTn id="25" presetID="2" presetClass="entr" presetSubtype="8" fill="hold" grpId="0" nodeType="withEffect">
                                  <p:stCondLst>
                                    <p:cond delay="0"/>
                                  </p:stCondLst>
                                  <p:childTnLst>
                                    <p:set>
                                      <p:cBhvr>
                                        <p:cTn id="26" dur="1" fill="hold">
                                          <p:stCondLst>
                                            <p:cond delay="0"/>
                                          </p:stCondLst>
                                        </p:cTn>
                                        <p:tgtEl>
                                          <p:spTgt spid="10"/>
                                        </p:tgtEl>
                                        <p:attrNameLst>
                                          <p:attrName>style.visibility</p:attrName>
                                        </p:attrNameLst>
                                      </p:cBhvr>
                                      <p:to>
                                        <p:strVal val="visible"/>
                                      </p:to>
                                    </p:set>
                                    <p:anim calcmode="lin" valueType="num">
                                      <p:cBhvr additive="base">
                                        <p:cTn id="27" dur="500" fill="hold"/>
                                        <p:tgtEl>
                                          <p:spTgt spid="10"/>
                                        </p:tgtEl>
                                        <p:attrNameLst>
                                          <p:attrName>ppt_x</p:attrName>
                                        </p:attrNameLst>
                                      </p:cBhvr>
                                      <p:tavLst>
                                        <p:tav tm="0">
                                          <p:val>
                                            <p:strVal val="0-#ppt_w/2"/>
                                          </p:val>
                                        </p:tav>
                                        <p:tav tm="100000">
                                          <p:val>
                                            <p:strVal val="#ppt_x"/>
                                          </p:val>
                                        </p:tav>
                                      </p:tavLst>
                                    </p:anim>
                                    <p:anim calcmode="lin" valueType="num">
                                      <p:cBhvr additive="base">
                                        <p:cTn id="28" dur="500" fill="hold"/>
                                        <p:tgtEl>
                                          <p:spTgt spid="10"/>
                                        </p:tgtEl>
                                        <p:attrNameLst>
                                          <p:attrName>ppt_y</p:attrName>
                                        </p:attrNameLst>
                                      </p:cBhvr>
                                      <p:tavLst>
                                        <p:tav tm="0">
                                          <p:val>
                                            <p:strVal val="#ppt_y"/>
                                          </p:val>
                                        </p:tav>
                                        <p:tav tm="100000">
                                          <p:val>
                                            <p:strVal val="#ppt_y"/>
                                          </p:val>
                                        </p:tav>
                                      </p:tavLst>
                                    </p:anim>
                                  </p:childTnLst>
                                </p:cTn>
                              </p:par>
                              <p:par>
                                <p:cTn id="29" presetID="2" presetClass="entr" presetSubtype="8" fill="hold" grpId="0" nodeType="withEffect">
                                  <p:stCondLst>
                                    <p:cond delay="0"/>
                                  </p:stCondLst>
                                  <p:childTnLst>
                                    <p:set>
                                      <p:cBhvr>
                                        <p:cTn id="30" dur="1" fill="hold">
                                          <p:stCondLst>
                                            <p:cond delay="0"/>
                                          </p:stCondLst>
                                        </p:cTn>
                                        <p:tgtEl>
                                          <p:spTgt spid="11"/>
                                        </p:tgtEl>
                                        <p:attrNameLst>
                                          <p:attrName>style.visibility</p:attrName>
                                        </p:attrNameLst>
                                      </p:cBhvr>
                                      <p:to>
                                        <p:strVal val="visible"/>
                                      </p:to>
                                    </p:set>
                                    <p:anim calcmode="lin" valueType="num">
                                      <p:cBhvr additive="base">
                                        <p:cTn id="31" dur="500" fill="hold"/>
                                        <p:tgtEl>
                                          <p:spTgt spid="11"/>
                                        </p:tgtEl>
                                        <p:attrNameLst>
                                          <p:attrName>ppt_x</p:attrName>
                                        </p:attrNameLst>
                                      </p:cBhvr>
                                      <p:tavLst>
                                        <p:tav tm="0">
                                          <p:val>
                                            <p:strVal val="0-#ppt_w/2"/>
                                          </p:val>
                                        </p:tav>
                                        <p:tav tm="100000">
                                          <p:val>
                                            <p:strVal val="#ppt_x"/>
                                          </p:val>
                                        </p:tav>
                                      </p:tavLst>
                                    </p:anim>
                                    <p:anim calcmode="lin" valueType="num">
                                      <p:cBhvr additive="base">
                                        <p:cTn id="32" dur="500" fill="hold"/>
                                        <p:tgtEl>
                                          <p:spTgt spid="11"/>
                                        </p:tgtEl>
                                        <p:attrNameLst>
                                          <p:attrName>ppt_y</p:attrName>
                                        </p:attrNameLst>
                                      </p:cBhvr>
                                      <p:tavLst>
                                        <p:tav tm="0">
                                          <p:val>
                                            <p:strVal val="#ppt_y"/>
                                          </p:val>
                                        </p:tav>
                                        <p:tav tm="100000">
                                          <p:val>
                                            <p:strVal val="#ppt_y"/>
                                          </p:val>
                                        </p:tav>
                                      </p:tavLst>
                                    </p:anim>
                                  </p:childTnLst>
                                </p:cTn>
                              </p:par>
                              <p:par>
                                <p:cTn id="33" presetID="2" presetClass="entr" presetSubtype="8" fill="hold" grpId="0" nodeType="withEffect">
                                  <p:stCondLst>
                                    <p:cond delay="0"/>
                                  </p:stCondLst>
                                  <p:childTnLst>
                                    <p:set>
                                      <p:cBhvr>
                                        <p:cTn id="34" dur="1" fill="hold">
                                          <p:stCondLst>
                                            <p:cond delay="0"/>
                                          </p:stCondLst>
                                        </p:cTn>
                                        <p:tgtEl>
                                          <p:spTgt spid="3"/>
                                        </p:tgtEl>
                                        <p:attrNameLst>
                                          <p:attrName>style.visibility</p:attrName>
                                        </p:attrNameLst>
                                      </p:cBhvr>
                                      <p:to>
                                        <p:strVal val="visible"/>
                                      </p:to>
                                    </p:set>
                                    <p:anim calcmode="lin" valueType="num">
                                      <p:cBhvr additive="base">
                                        <p:cTn id="35" dur="500" fill="hold"/>
                                        <p:tgtEl>
                                          <p:spTgt spid="3"/>
                                        </p:tgtEl>
                                        <p:attrNameLst>
                                          <p:attrName>ppt_x</p:attrName>
                                        </p:attrNameLst>
                                      </p:cBhvr>
                                      <p:tavLst>
                                        <p:tav tm="0">
                                          <p:val>
                                            <p:strVal val="0-#ppt_w/2"/>
                                          </p:val>
                                        </p:tav>
                                        <p:tav tm="100000">
                                          <p:val>
                                            <p:strVal val="#ppt_x"/>
                                          </p:val>
                                        </p:tav>
                                      </p:tavLst>
                                    </p:anim>
                                    <p:anim calcmode="lin" valueType="num">
                                      <p:cBhvr additive="base">
                                        <p:cTn id="36" dur="500" fill="hold"/>
                                        <p:tgtEl>
                                          <p:spTgt spid="3"/>
                                        </p:tgtEl>
                                        <p:attrNameLst>
                                          <p:attrName>ppt_y</p:attrName>
                                        </p:attrNameLst>
                                      </p:cBhvr>
                                      <p:tavLst>
                                        <p:tav tm="0">
                                          <p:val>
                                            <p:strVal val="#ppt_y"/>
                                          </p:val>
                                        </p:tav>
                                        <p:tav tm="100000">
                                          <p:val>
                                            <p:strVal val="#ppt_y"/>
                                          </p:val>
                                        </p:tav>
                                      </p:tavLst>
                                    </p:anim>
                                  </p:childTnLst>
                                </p:cTn>
                              </p:par>
                              <p:par>
                                <p:cTn id="37" presetID="2" presetClass="entr" presetSubtype="8" fill="hold" grpId="0" nodeType="withEffect">
                                  <p:stCondLst>
                                    <p:cond delay="0"/>
                                  </p:stCondLst>
                                  <p:childTnLst>
                                    <p:set>
                                      <p:cBhvr>
                                        <p:cTn id="38" dur="1" fill="hold">
                                          <p:stCondLst>
                                            <p:cond delay="0"/>
                                          </p:stCondLst>
                                        </p:cTn>
                                        <p:tgtEl>
                                          <p:spTgt spid="4"/>
                                        </p:tgtEl>
                                        <p:attrNameLst>
                                          <p:attrName>style.visibility</p:attrName>
                                        </p:attrNameLst>
                                      </p:cBhvr>
                                      <p:to>
                                        <p:strVal val="visible"/>
                                      </p:to>
                                    </p:set>
                                    <p:anim calcmode="lin" valueType="num">
                                      <p:cBhvr additive="base">
                                        <p:cTn id="39" dur="500" fill="hold"/>
                                        <p:tgtEl>
                                          <p:spTgt spid="4"/>
                                        </p:tgtEl>
                                        <p:attrNameLst>
                                          <p:attrName>ppt_x</p:attrName>
                                        </p:attrNameLst>
                                      </p:cBhvr>
                                      <p:tavLst>
                                        <p:tav tm="0">
                                          <p:val>
                                            <p:strVal val="0-#ppt_w/2"/>
                                          </p:val>
                                        </p:tav>
                                        <p:tav tm="100000">
                                          <p:val>
                                            <p:strVal val="#ppt_x"/>
                                          </p:val>
                                        </p:tav>
                                      </p:tavLst>
                                    </p:anim>
                                    <p:anim calcmode="lin" valueType="num">
                                      <p:cBhvr additive="base">
                                        <p:cTn id="40" dur="500" fill="hold"/>
                                        <p:tgtEl>
                                          <p:spTgt spid="4"/>
                                        </p:tgtEl>
                                        <p:attrNameLst>
                                          <p:attrName>ppt_y</p:attrName>
                                        </p:attrNameLst>
                                      </p:cBhvr>
                                      <p:tavLst>
                                        <p:tav tm="0">
                                          <p:val>
                                            <p:strVal val="#ppt_y"/>
                                          </p:val>
                                        </p:tav>
                                        <p:tav tm="100000">
                                          <p:val>
                                            <p:strVal val="#ppt_y"/>
                                          </p:val>
                                        </p:tav>
                                      </p:tavLst>
                                    </p:anim>
                                  </p:childTnLst>
                                </p:cTn>
                              </p:par>
                              <p:par>
                                <p:cTn id="41" presetID="2" presetClass="entr" presetSubtype="8" fill="hold" grpId="0" nodeType="withEffect">
                                  <p:stCondLst>
                                    <p:cond delay="0"/>
                                  </p:stCondLst>
                                  <p:childTnLst>
                                    <p:set>
                                      <p:cBhvr>
                                        <p:cTn id="42" dur="1" fill="hold">
                                          <p:stCondLst>
                                            <p:cond delay="0"/>
                                          </p:stCondLst>
                                        </p:cTn>
                                        <p:tgtEl>
                                          <p:spTgt spid="12"/>
                                        </p:tgtEl>
                                        <p:attrNameLst>
                                          <p:attrName>style.visibility</p:attrName>
                                        </p:attrNameLst>
                                      </p:cBhvr>
                                      <p:to>
                                        <p:strVal val="visible"/>
                                      </p:to>
                                    </p:set>
                                    <p:anim calcmode="lin" valueType="num">
                                      <p:cBhvr additive="base">
                                        <p:cTn id="43" dur="500" fill="hold"/>
                                        <p:tgtEl>
                                          <p:spTgt spid="12"/>
                                        </p:tgtEl>
                                        <p:attrNameLst>
                                          <p:attrName>ppt_x</p:attrName>
                                        </p:attrNameLst>
                                      </p:cBhvr>
                                      <p:tavLst>
                                        <p:tav tm="0">
                                          <p:val>
                                            <p:strVal val="0-#ppt_w/2"/>
                                          </p:val>
                                        </p:tav>
                                        <p:tav tm="100000">
                                          <p:val>
                                            <p:strVal val="#ppt_x"/>
                                          </p:val>
                                        </p:tav>
                                      </p:tavLst>
                                    </p:anim>
                                    <p:anim calcmode="lin" valueType="num">
                                      <p:cBhvr additive="base">
                                        <p:cTn id="44" dur="500" fill="hold"/>
                                        <p:tgtEl>
                                          <p:spTgt spid="12"/>
                                        </p:tgtEl>
                                        <p:attrNameLst>
                                          <p:attrName>ppt_y</p:attrName>
                                        </p:attrNameLst>
                                      </p:cBhvr>
                                      <p:tavLst>
                                        <p:tav tm="0">
                                          <p:val>
                                            <p:strVal val="#ppt_y"/>
                                          </p:val>
                                        </p:tav>
                                        <p:tav tm="100000">
                                          <p:val>
                                            <p:strVal val="#ppt_y"/>
                                          </p:val>
                                        </p:tav>
                                      </p:tavLst>
                                    </p:anim>
                                  </p:childTnLst>
                                </p:cTn>
                              </p:par>
                              <p:par>
                                <p:cTn id="45" presetID="2" presetClass="entr" presetSubtype="8" fill="hold" grpId="0" nodeType="withEffect">
                                  <p:stCondLst>
                                    <p:cond delay="0"/>
                                  </p:stCondLst>
                                  <p:childTnLst>
                                    <p:set>
                                      <p:cBhvr>
                                        <p:cTn id="46" dur="1" fill="hold">
                                          <p:stCondLst>
                                            <p:cond delay="0"/>
                                          </p:stCondLst>
                                        </p:cTn>
                                        <p:tgtEl>
                                          <p:spTgt spid="35"/>
                                        </p:tgtEl>
                                        <p:attrNameLst>
                                          <p:attrName>style.visibility</p:attrName>
                                        </p:attrNameLst>
                                      </p:cBhvr>
                                      <p:to>
                                        <p:strVal val="visible"/>
                                      </p:to>
                                    </p:set>
                                    <p:anim calcmode="lin" valueType="num">
                                      <p:cBhvr additive="base">
                                        <p:cTn id="47" dur="500" fill="hold"/>
                                        <p:tgtEl>
                                          <p:spTgt spid="35"/>
                                        </p:tgtEl>
                                        <p:attrNameLst>
                                          <p:attrName>ppt_x</p:attrName>
                                        </p:attrNameLst>
                                      </p:cBhvr>
                                      <p:tavLst>
                                        <p:tav tm="0">
                                          <p:val>
                                            <p:strVal val="0-#ppt_w/2"/>
                                          </p:val>
                                        </p:tav>
                                        <p:tav tm="100000">
                                          <p:val>
                                            <p:strVal val="#ppt_x"/>
                                          </p:val>
                                        </p:tav>
                                      </p:tavLst>
                                    </p:anim>
                                    <p:anim calcmode="lin" valueType="num">
                                      <p:cBhvr additive="base">
                                        <p:cTn id="48" dur="500" fill="hold"/>
                                        <p:tgtEl>
                                          <p:spTgt spid="35"/>
                                        </p:tgtEl>
                                        <p:attrNameLst>
                                          <p:attrName>ppt_y</p:attrName>
                                        </p:attrNameLst>
                                      </p:cBhvr>
                                      <p:tavLst>
                                        <p:tav tm="0">
                                          <p:val>
                                            <p:strVal val="#ppt_y"/>
                                          </p:val>
                                        </p:tav>
                                        <p:tav tm="100000">
                                          <p:val>
                                            <p:strVal val="#ppt_y"/>
                                          </p:val>
                                        </p:tav>
                                      </p:tavLst>
                                    </p:anim>
                                  </p:childTnLst>
                                </p:cTn>
                              </p:par>
                            </p:childTnLst>
                          </p:cTn>
                        </p:par>
                      </p:childTnLst>
                    </p:cTn>
                  </p:par>
                  <p:par>
                    <p:cTn id="49" fill="hold">
                      <p:stCondLst>
                        <p:cond delay="indefinite"/>
                      </p:stCondLst>
                      <p:childTnLst>
                        <p:par>
                          <p:cTn id="50" fill="hold">
                            <p:stCondLst>
                              <p:cond delay="0"/>
                            </p:stCondLst>
                            <p:childTnLst>
                              <p:par>
                                <p:cTn id="51" presetID="42" presetClass="path" presetSubtype="0" accel="50000" decel="50000" fill="hold" grpId="2" nodeType="clickEffect">
                                  <p:stCondLst>
                                    <p:cond delay="0"/>
                                  </p:stCondLst>
                                  <p:childTnLst>
                                    <p:animMotion origin="layout" path="M 1.66667E-6 3.08642E-6 L 0.40104 -0.5429 " pathEditMode="relative" rAng="0" ptsTypes="AA">
                                      <p:cBhvr>
                                        <p:cTn id="52" dur="2000" fill="hold"/>
                                        <p:tgtEl>
                                          <p:spTgt spid="8"/>
                                        </p:tgtEl>
                                        <p:attrNameLst>
                                          <p:attrName>ppt_x</p:attrName>
                                          <p:attrName>ppt_y</p:attrName>
                                        </p:attrNameLst>
                                      </p:cBhvr>
                                      <p:rCtr x="20052" y="-27160"/>
                                    </p:animMotion>
                                  </p:childTnLst>
                                </p:cTn>
                              </p:par>
                            </p:childTnLst>
                          </p:cTn>
                        </p:par>
                      </p:childTnLst>
                    </p:cTn>
                  </p:par>
                  <p:par>
                    <p:cTn id="53" fill="hold">
                      <p:stCondLst>
                        <p:cond delay="indefinite"/>
                      </p:stCondLst>
                      <p:childTnLst>
                        <p:par>
                          <p:cTn id="54" fill="hold">
                            <p:stCondLst>
                              <p:cond delay="0"/>
                            </p:stCondLst>
                            <p:childTnLst>
                              <p:par>
                                <p:cTn id="55" presetID="10" presetClass="exit" presetSubtype="0" fill="hold" grpId="3" nodeType="clickEffect">
                                  <p:stCondLst>
                                    <p:cond delay="0"/>
                                  </p:stCondLst>
                                  <p:childTnLst>
                                    <p:animEffect transition="out" filter="fade">
                                      <p:cBhvr>
                                        <p:cTn id="56" dur="500"/>
                                        <p:tgtEl>
                                          <p:spTgt spid="8"/>
                                        </p:tgtEl>
                                      </p:cBhvr>
                                    </p:animEffect>
                                    <p:set>
                                      <p:cBhvr>
                                        <p:cTn id="57" dur="1" fill="hold">
                                          <p:stCondLst>
                                            <p:cond delay="499"/>
                                          </p:stCondLst>
                                        </p:cTn>
                                        <p:tgtEl>
                                          <p:spTgt spid="8"/>
                                        </p:tgtEl>
                                        <p:attrNameLst>
                                          <p:attrName>style.visibility</p:attrName>
                                        </p:attrNameLst>
                                      </p:cBhvr>
                                      <p:to>
                                        <p:strVal val="hidden"/>
                                      </p:to>
                                    </p:set>
                                  </p:childTnLst>
                                </p:cTn>
                              </p:par>
                              <p:par>
                                <p:cTn id="58" presetID="10" presetClass="entr" presetSubtype="0" fill="hold" grpId="0" nodeType="withEffect">
                                  <p:stCondLst>
                                    <p:cond delay="0"/>
                                  </p:stCondLst>
                                  <p:childTnLst>
                                    <p:set>
                                      <p:cBhvr>
                                        <p:cTn id="59" dur="1" fill="hold">
                                          <p:stCondLst>
                                            <p:cond delay="0"/>
                                          </p:stCondLst>
                                        </p:cTn>
                                        <p:tgtEl>
                                          <p:spTgt spid="33"/>
                                        </p:tgtEl>
                                        <p:attrNameLst>
                                          <p:attrName>style.visibility</p:attrName>
                                        </p:attrNameLst>
                                      </p:cBhvr>
                                      <p:to>
                                        <p:strVal val="visible"/>
                                      </p:to>
                                    </p:set>
                                    <p:animEffect transition="in" filter="fade">
                                      <p:cBhvr>
                                        <p:cTn id="60" dur="500"/>
                                        <p:tgtEl>
                                          <p:spTgt spid="33"/>
                                        </p:tgtEl>
                                      </p:cBhvr>
                                    </p:animEffect>
                                  </p:childTnLst>
                                </p:cTn>
                              </p:par>
                            </p:childTnLst>
                          </p:cTn>
                        </p:par>
                      </p:childTnLst>
                    </p:cTn>
                  </p:par>
                  <p:par>
                    <p:cTn id="61" fill="hold">
                      <p:stCondLst>
                        <p:cond delay="indefinite"/>
                      </p:stCondLst>
                      <p:childTnLst>
                        <p:par>
                          <p:cTn id="62" fill="hold">
                            <p:stCondLst>
                              <p:cond delay="0"/>
                            </p:stCondLst>
                            <p:childTnLst>
                              <p:par>
                                <p:cTn id="63" presetID="2" presetClass="exit" presetSubtype="8" fill="hold" grpId="1" nodeType="clickEffect">
                                  <p:stCondLst>
                                    <p:cond delay="0"/>
                                  </p:stCondLst>
                                  <p:childTnLst>
                                    <p:anim calcmode="lin" valueType="num">
                                      <p:cBhvr additive="base">
                                        <p:cTn id="64" dur="500"/>
                                        <p:tgtEl>
                                          <p:spTgt spid="6"/>
                                        </p:tgtEl>
                                        <p:attrNameLst>
                                          <p:attrName>ppt_x</p:attrName>
                                        </p:attrNameLst>
                                      </p:cBhvr>
                                      <p:tavLst>
                                        <p:tav tm="0">
                                          <p:val>
                                            <p:strVal val="ppt_x"/>
                                          </p:val>
                                        </p:tav>
                                        <p:tav tm="100000">
                                          <p:val>
                                            <p:strVal val="0-ppt_w/2"/>
                                          </p:val>
                                        </p:tav>
                                      </p:tavLst>
                                    </p:anim>
                                    <p:anim calcmode="lin" valueType="num">
                                      <p:cBhvr additive="base">
                                        <p:cTn id="65" dur="500"/>
                                        <p:tgtEl>
                                          <p:spTgt spid="6"/>
                                        </p:tgtEl>
                                        <p:attrNameLst>
                                          <p:attrName>ppt_y</p:attrName>
                                        </p:attrNameLst>
                                      </p:cBhvr>
                                      <p:tavLst>
                                        <p:tav tm="0">
                                          <p:val>
                                            <p:strVal val="ppt_y"/>
                                          </p:val>
                                        </p:tav>
                                        <p:tav tm="100000">
                                          <p:val>
                                            <p:strVal val="ppt_y"/>
                                          </p:val>
                                        </p:tav>
                                      </p:tavLst>
                                    </p:anim>
                                    <p:set>
                                      <p:cBhvr>
                                        <p:cTn id="66" dur="1" fill="hold">
                                          <p:stCondLst>
                                            <p:cond delay="499"/>
                                          </p:stCondLst>
                                        </p:cTn>
                                        <p:tgtEl>
                                          <p:spTgt spid="6"/>
                                        </p:tgtEl>
                                        <p:attrNameLst>
                                          <p:attrName>style.visibility</p:attrName>
                                        </p:attrNameLst>
                                      </p:cBhvr>
                                      <p:to>
                                        <p:strVal val="hidden"/>
                                      </p:to>
                                    </p:set>
                                  </p:childTnLst>
                                </p:cTn>
                              </p:par>
                              <p:par>
                                <p:cTn id="67" presetID="2" presetClass="exit" presetSubtype="8" fill="hold" grpId="1" nodeType="withEffect">
                                  <p:stCondLst>
                                    <p:cond delay="0"/>
                                  </p:stCondLst>
                                  <p:childTnLst>
                                    <p:anim calcmode="lin" valueType="num">
                                      <p:cBhvr additive="base">
                                        <p:cTn id="68" dur="500"/>
                                        <p:tgtEl>
                                          <p:spTgt spid="7"/>
                                        </p:tgtEl>
                                        <p:attrNameLst>
                                          <p:attrName>ppt_x</p:attrName>
                                        </p:attrNameLst>
                                      </p:cBhvr>
                                      <p:tavLst>
                                        <p:tav tm="0">
                                          <p:val>
                                            <p:strVal val="ppt_x"/>
                                          </p:val>
                                        </p:tav>
                                        <p:tav tm="100000">
                                          <p:val>
                                            <p:strVal val="0-ppt_w/2"/>
                                          </p:val>
                                        </p:tav>
                                      </p:tavLst>
                                    </p:anim>
                                    <p:anim calcmode="lin" valueType="num">
                                      <p:cBhvr additive="base">
                                        <p:cTn id="69" dur="500"/>
                                        <p:tgtEl>
                                          <p:spTgt spid="7"/>
                                        </p:tgtEl>
                                        <p:attrNameLst>
                                          <p:attrName>ppt_y</p:attrName>
                                        </p:attrNameLst>
                                      </p:cBhvr>
                                      <p:tavLst>
                                        <p:tav tm="0">
                                          <p:val>
                                            <p:strVal val="ppt_y"/>
                                          </p:val>
                                        </p:tav>
                                        <p:tav tm="100000">
                                          <p:val>
                                            <p:strVal val="ppt_y"/>
                                          </p:val>
                                        </p:tav>
                                      </p:tavLst>
                                    </p:anim>
                                    <p:set>
                                      <p:cBhvr>
                                        <p:cTn id="70" dur="1" fill="hold">
                                          <p:stCondLst>
                                            <p:cond delay="499"/>
                                          </p:stCondLst>
                                        </p:cTn>
                                        <p:tgtEl>
                                          <p:spTgt spid="7"/>
                                        </p:tgtEl>
                                        <p:attrNameLst>
                                          <p:attrName>style.visibility</p:attrName>
                                        </p:attrNameLst>
                                      </p:cBhvr>
                                      <p:to>
                                        <p:strVal val="hidden"/>
                                      </p:to>
                                    </p:set>
                                  </p:childTnLst>
                                </p:cTn>
                              </p:par>
                              <p:par>
                                <p:cTn id="71" presetID="2" presetClass="exit" presetSubtype="8" fill="hold" grpId="1" nodeType="withEffect">
                                  <p:stCondLst>
                                    <p:cond delay="0"/>
                                  </p:stCondLst>
                                  <p:childTnLst>
                                    <p:anim calcmode="lin" valueType="num">
                                      <p:cBhvr additive="base">
                                        <p:cTn id="72" dur="500"/>
                                        <p:tgtEl>
                                          <p:spTgt spid="8"/>
                                        </p:tgtEl>
                                        <p:attrNameLst>
                                          <p:attrName>ppt_x</p:attrName>
                                        </p:attrNameLst>
                                      </p:cBhvr>
                                      <p:tavLst>
                                        <p:tav tm="0">
                                          <p:val>
                                            <p:strVal val="ppt_x"/>
                                          </p:val>
                                        </p:tav>
                                        <p:tav tm="100000">
                                          <p:val>
                                            <p:strVal val="0-ppt_w/2"/>
                                          </p:val>
                                        </p:tav>
                                      </p:tavLst>
                                    </p:anim>
                                    <p:anim calcmode="lin" valueType="num">
                                      <p:cBhvr additive="base">
                                        <p:cTn id="73" dur="500"/>
                                        <p:tgtEl>
                                          <p:spTgt spid="8"/>
                                        </p:tgtEl>
                                        <p:attrNameLst>
                                          <p:attrName>ppt_y</p:attrName>
                                        </p:attrNameLst>
                                      </p:cBhvr>
                                      <p:tavLst>
                                        <p:tav tm="0">
                                          <p:val>
                                            <p:strVal val="ppt_y"/>
                                          </p:val>
                                        </p:tav>
                                        <p:tav tm="100000">
                                          <p:val>
                                            <p:strVal val="ppt_y"/>
                                          </p:val>
                                        </p:tav>
                                      </p:tavLst>
                                    </p:anim>
                                    <p:set>
                                      <p:cBhvr>
                                        <p:cTn id="74" dur="1" fill="hold">
                                          <p:stCondLst>
                                            <p:cond delay="499"/>
                                          </p:stCondLst>
                                        </p:cTn>
                                        <p:tgtEl>
                                          <p:spTgt spid="8"/>
                                        </p:tgtEl>
                                        <p:attrNameLst>
                                          <p:attrName>style.visibility</p:attrName>
                                        </p:attrNameLst>
                                      </p:cBhvr>
                                      <p:to>
                                        <p:strVal val="hidden"/>
                                      </p:to>
                                    </p:set>
                                  </p:childTnLst>
                                </p:cTn>
                              </p:par>
                              <p:par>
                                <p:cTn id="75" presetID="2" presetClass="exit" presetSubtype="8" fill="hold" grpId="1" nodeType="withEffect">
                                  <p:stCondLst>
                                    <p:cond delay="0"/>
                                  </p:stCondLst>
                                  <p:childTnLst>
                                    <p:anim calcmode="lin" valueType="num">
                                      <p:cBhvr additive="base">
                                        <p:cTn id="76" dur="500"/>
                                        <p:tgtEl>
                                          <p:spTgt spid="9"/>
                                        </p:tgtEl>
                                        <p:attrNameLst>
                                          <p:attrName>ppt_x</p:attrName>
                                        </p:attrNameLst>
                                      </p:cBhvr>
                                      <p:tavLst>
                                        <p:tav tm="0">
                                          <p:val>
                                            <p:strVal val="ppt_x"/>
                                          </p:val>
                                        </p:tav>
                                        <p:tav tm="100000">
                                          <p:val>
                                            <p:strVal val="0-ppt_w/2"/>
                                          </p:val>
                                        </p:tav>
                                      </p:tavLst>
                                    </p:anim>
                                    <p:anim calcmode="lin" valueType="num">
                                      <p:cBhvr additive="base">
                                        <p:cTn id="77" dur="500"/>
                                        <p:tgtEl>
                                          <p:spTgt spid="9"/>
                                        </p:tgtEl>
                                        <p:attrNameLst>
                                          <p:attrName>ppt_y</p:attrName>
                                        </p:attrNameLst>
                                      </p:cBhvr>
                                      <p:tavLst>
                                        <p:tav tm="0">
                                          <p:val>
                                            <p:strVal val="ppt_y"/>
                                          </p:val>
                                        </p:tav>
                                        <p:tav tm="100000">
                                          <p:val>
                                            <p:strVal val="ppt_y"/>
                                          </p:val>
                                        </p:tav>
                                      </p:tavLst>
                                    </p:anim>
                                    <p:set>
                                      <p:cBhvr>
                                        <p:cTn id="78" dur="1" fill="hold">
                                          <p:stCondLst>
                                            <p:cond delay="499"/>
                                          </p:stCondLst>
                                        </p:cTn>
                                        <p:tgtEl>
                                          <p:spTgt spid="9"/>
                                        </p:tgtEl>
                                        <p:attrNameLst>
                                          <p:attrName>style.visibility</p:attrName>
                                        </p:attrNameLst>
                                      </p:cBhvr>
                                      <p:to>
                                        <p:strVal val="hidden"/>
                                      </p:to>
                                    </p:set>
                                  </p:childTnLst>
                                </p:cTn>
                              </p:par>
                              <p:par>
                                <p:cTn id="79" presetID="2" presetClass="exit" presetSubtype="8" fill="hold" grpId="1" nodeType="withEffect">
                                  <p:stCondLst>
                                    <p:cond delay="0"/>
                                  </p:stCondLst>
                                  <p:childTnLst>
                                    <p:anim calcmode="lin" valueType="num">
                                      <p:cBhvr additive="base">
                                        <p:cTn id="80" dur="500"/>
                                        <p:tgtEl>
                                          <p:spTgt spid="10"/>
                                        </p:tgtEl>
                                        <p:attrNameLst>
                                          <p:attrName>ppt_x</p:attrName>
                                        </p:attrNameLst>
                                      </p:cBhvr>
                                      <p:tavLst>
                                        <p:tav tm="0">
                                          <p:val>
                                            <p:strVal val="ppt_x"/>
                                          </p:val>
                                        </p:tav>
                                        <p:tav tm="100000">
                                          <p:val>
                                            <p:strVal val="0-ppt_w/2"/>
                                          </p:val>
                                        </p:tav>
                                      </p:tavLst>
                                    </p:anim>
                                    <p:anim calcmode="lin" valueType="num">
                                      <p:cBhvr additive="base">
                                        <p:cTn id="81" dur="500"/>
                                        <p:tgtEl>
                                          <p:spTgt spid="10"/>
                                        </p:tgtEl>
                                        <p:attrNameLst>
                                          <p:attrName>ppt_y</p:attrName>
                                        </p:attrNameLst>
                                      </p:cBhvr>
                                      <p:tavLst>
                                        <p:tav tm="0">
                                          <p:val>
                                            <p:strVal val="ppt_y"/>
                                          </p:val>
                                        </p:tav>
                                        <p:tav tm="100000">
                                          <p:val>
                                            <p:strVal val="ppt_y"/>
                                          </p:val>
                                        </p:tav>
                                      </p:tavLst>
                                    </p:anim>
                                    <p:set>
                                      <p:cBhvr>
                                        <p:cTn id="82" dur="1" fill="hold">
                                          <p:stCondLst>
                                            <p:cond delay="499"/>
                                          </p:stCondLst>
                                        </p:cTn>
                                        <p:tgtEl>
                                          <p:spTgt spid="10"/>
                                        </p:tgtEl>
                                        <p:attrNameLst>
                                          <p:attrName>style.visibility</p:attrName>
                                        </p:attrNameLst>
                                      </p:cBhvr>
                                      <p:to>
                                        <p:strVal val="hidden"/>
                                      </p:to>
                                    </p:set>
                                  </p:childTnLst>
                                </p:cTn>
                              </p:par>
                              <p:par>
                                <p:cTn id="83" presetID="2" presetClass="exit" presetSubtype="8" fill="hold" grpId="1" nodeType="withEffect">
                                  <p:stCondLst>
                                    <p:cond delay="0"/>
                                  </p:stCondLst>
                                  <p:childTnLst>
                                    <p:anim calcmode="lin" valueType="num">
                                      <p:cBhvr additive="base">
                                        <p:cTn id="84" dur="500"/>
                                        <p:tgtEl>
                                          <p:spTgt spid="11"/>
                                        </p:tgtEl>
                                        <p:attrNameLst>
                                          <p:attrName>ppt_x</p:attrName>
                                        </p:attrNameLst>
                                      </p:cBhvr>
                                      <p:tavLst>
                                        <p:tav tm="0">
                                          <p:val>
                                            <p:strVal val="ppt_x"/>
                                          </p:val>
                                        </p:tav>
                                        <p:tav tm="100000">
                                          <p:val>
                                            <p:strVal val="0-ppt_w/2"/>
                                          </p:val>
                                        </p:tav>
                                      </p:tavLst>
                                    </p:anim>
                                    <p:anim calcmode="lin" valueType="num">
                                      <p:cBhvr additive="base">
                                        <p:cTn id="85" dur="500"/>
                                        <p:tgtEl>
                                          <p:spTgt spid="11"/>
                                        </p:tgtEl>
                                        <p:attrNameLst>
                                          <p:attrName>ppt_y</p:attrName>
                                        </p:attrNameLst>
                                      </p:cBhvr>
                                      <p:tavLst>
                                        <p:tav tm="0">
                                          <p:val>
                                            <p:strVal val="ppt_y"/>
                                          </p:val>
                                        </p:tav>
                                        <p:tav tm="100000">
                                          <p:val>
                                            <p:strVal val="ppt_y"/>
                                          </p:val>
                                        </p:tav>
                                      </p:tavLst>
                                    </p:anim>
                                    <p:set>
                                      <p:cBhvr>
                                        <p:cTn id="86" dur="1" fill="hold">
                                          <p:stCondLst>
                                            <p:cond delay="499"/>
                                          </p:stCondLst>
                                        </p:cTn>
                                        <p:tgtEl>
                                          <p:spTgt spid="11"/>
                                        </p:tgtEl>
                                        <p:attrNameLst>
                                          <p:attrName>style.visibility</p:attrName>
                                        </p:attrNameLst>
                                      </p:cBhvr>
                                      <p:to>
                                        <p:strVal val="hidden"/>
                                      </p:to>
                                    </p:set>
                                  </p:childTnLst>
                                </p:cTn>
                              </p:par>
                              <p:par>
                                <p:cTn id="87" presetID="2" presetClass="exit" presetSubtype="8" fill="hold" grpId="1" nodeType="withEffect">
                                  <p:stCondLst>
                                    <p:cond delay="0"/>
                                  </p:stCondLst>
                                  <p:childTnLst>
                                    <p:anim calcmode="lin" valueType="num">
                                      <p:cBhvr additive="base">
                                        <p:cTn id="88" dur="500"/>
                                        <p:tgtEl>
                                          <p:spTgt spid="35"/>
                                        </p:tgtEl>
                                        <p:attrNameLst>
                                          <p:attrName>ppt_x</p:attrName>
                                        </p:attrNameLst>
                                      </p:cBhvr>
                                      <p:tavLst>
                                        <p:tav tm="0">
                                          <p:val>
                                            <p:strVal val="ppt_x"/>
                                          </p:val>
                                        </p:tav>
                                        <p:tav tm="100000">
                                          <p:val>
                                            <p:strVal val="0-ppt_w/2"/>
                                          </p:val>
                                        </p:tav>
                                      </p:tavLst>
                                    </p:anim>
                                    <p:anim calcmode="lin" valueType="num">
                                      <p:cBhvr additive="base">
                                        <p:cTn id="89" dur="500"/>
                                        <p:tgtEl>
                                          <p:spTgt spid="35"/>
                                        </p:tgtEl>
                                        <p:attrNameLst>
                                          <p:attrName>ppt_y</p:attrName>
                                        </p:attrNameLst>
                                      </p:cBhvr>
                                      <p:tavLst>
                                        <p:tav tm="0">
                                          <p:val>
                                            <p:strVal val="ppt_y"/>
                                          </p:val>
                                        </p:tav>
                                        <p:tav tm="100000">
                                          <p:val>
                                            <p:strVal val="ppt_y"/>
                                          </p:val>
                                        </p:tav>
                                      </p:tavLst>
                                    </p:anim>
                                    <p:set>
                                      <p:cBhvr>
                                        <p:cTn id="90" dur="1" fill="hold">
                                          <p:stCondLst>
                                            <p:cond delay="499"/>
                                          </p:stCondLst>
                                        </p:cTn>
                                        <p:tgtEl>
                                          <p:spTgt spid="35"/>
                                        </p:tgtEl>
                                        <p:attrNameLst>
                                          <p:attrName>style.visibility</p:attrName>
                                        </p:attrNameLst>
                                      </p:cBhvr>
                                      <p:to>
                                        <p:strVal val="hidden"/>
                                      </p:to>
                                    </p:set>
                                  </p:childTnLst>
                                </p:cTn>
                              </p:par>
                              <p:par>
                                <p:cTn id="91" presetID="2" presetClass="exit" presetSubtype="8" fill="hold" grpId="1" nodeType="withEffect">
                                  <p:stCondLst>
                                    <p:cond delay="0"/>
                                  </p:stCondLst>
                                  <p:childTnLst>
                                    <p:anim calcmode="lin" valueType="num">
                                      <p:cBhvr additive="base">
                                        <p:cTn id="92" dur="500"/>
                                        <p:tgtEl>
                                          <p:spTgt spid="13"/>
                                        </p:tgtEl>
                                        <p:attrNameLst>
                                          <p:attrName>ppt_x</p:attrName>
                                        </p:attrNameLst>
                                      </p:cBhvr>
                                      <p:tavLst>
                                        <p:tav tm="0">
                                          <p:val>
                                            <p:strVal val="ppt_x"/>
                                          </p:val>
                                        </p:tav>
                                        <p:tav tm="100000">
                                          <p:val>
                                            <p:strVal val="0-ppt_w/2"/>
                                          </p:val>
                                        </p:tav>
                                      </p:tavLst>
                                    </p:anim>
                                    <p:anim calcmode="lin" valueType="num">
                                      <p:cBhvr additive="base">
                                        <p:cTn id="93" dur="500"/>
                                        <p:tgtEl>
                                          <p:spTgt spid="13"/>
                                        </p:tgtEl>
                                        <p:attrNameLst>
                                          <p:attrName>ppt_y</p:attrName>
                                        </p:attrNameLst>
                                      </p:cBhvr>
                                      <p:tavLst>
                                        <p:tav tm="0">
                                          <p:val>
                                            <p:strVal val="ppt_y"/>
                                          </p:val>
                                        </p:tav>
                                        <p:tav tm="100000">
                                          <p:val>
                                            <p:strVal val="ppt_y"/>
                                          </p:val>
                                        </p:tav>
                                      </p:tavLst>
                                    </p:anim>
                                    <p:set>
                                      <p:cBhvr>
                                        <p:cTn id="94" dur="1" fill="hold">
                                          <p:stCondLst>
                                            <p:cond delay="499"/>
                                          </p:stCondLst>
                                        </p:cTn>
                                        <p:tgtEl>
                                          <p:spTgt spid="13"/>
                                        </p:tgtEl>
                                        <p:attrNameLst>
                                          <p:attrName>style.visibility</p:attrName>
                                        </p:attrNameLst>
                                      </p:cBhvr>
                                      <p:to>
                                        <p:strVal val="hidden"/>
                                      </p:to>
                                    </p:set>
                                  </p:childTnLst>
                                </p:cTn>
                              </p:par>
                              <p:par>
                                <p:cTn id="95" presetID="2" presetClass="exit" presetSubtype="8" fill="hold" grpId="1" nodeType="withEffect">
                                  <p:stCondLst>
                                    <p:cond delay="0"/>
                                  </p:stCondLst>
                                  <p:childTnLst>
                                    <p:anim calcmode="lin" valueType="num">
                                      <p:cBhvr additive="base">
                                        <p:cTn id="96" dur="500"/>
                                        <p:tgtEl>
                                          <p:spTgt spid="3"/>
                                        </p:tgtEl>
                                        <p:attrNameLst>
                                          <p:attrName>ppt_x</p:attrName>
                                        </p:attrNameLst>
                                      </p:cBhvr>
                                      <p:tavLst>
                                        <p:tav tm="0">
                                          <p:val>
                                            <p:strVal val="ppt_x"/>
                                          </p:val>
                                        </p:tav>
                                        <p:tav tm="100000">
                                          <p:val>
                                            <p:strVal val="0-ppt_w/2"/>
                                          </p:val>
                                        </p:tav>
                                      </p:tavLst>
                                    </p:anim>
                                    <p:anim calcmode="lin" valueType="num">
                                      <p:cBhvr additive="base">
                                        <p:cTn id="97" dur="500"/>
                                        <p:tgtEl>
                                          <p:spTgt spid="3"/>
                                        </p:tgtEl>
                                        <p:attrNameLst>
                                          <p:attrName>ppt_y</p:attrName>
                                        </p:attrNameLst>
                                      </p:cBhvr>
                                      <p:tavLst>
                                        <p:tav tm="0">
                                          <p:val>
                                            <p:strVal val="ppt_y"/>
                                          </p:val>
                                        </p:tav>
                                        <p:tav tm="100000">
                                          <p:val>
                                            <p:strVal val="ppt_y"/>
                                          </p:val>
                                        </p:tav>
                                      </p:tavLst>
                                    </p:anim>
                                    <p:set>
                                      <p:cBhvr>
                                        <p:cTn id="98" dur="1" fill="hold">
                                          <p:stCondLst>
                                            <p:cond delay="499"/>
                                          </p:stCondLst>
                                        </p:cTn>
                                        <p:tgtEl>
                                          <p:spTgt spid="3"/>
                                        </p:tgtEl>
                                        <p:attrNameLst>
                                          <p:attrName>style.visibility</p:attrName>
                                        </p:attrNameLst>
                                      </p:cBhvr>
                                      <p:to>
                                        <p:strVal val="hidden"/>
                                      </p:to>
                                    </p:set>
                                  </p:childTnLst>
                                </p:cTn>
                              </p:par>
                              <p:par>
                                <p:cTn id="99" presetID="2" presetClass="exit" presetSubtype="8" fill="hold" grpId="1" nodeType="withEffect">
                                  <p:stCondLst>
                                    <p:cond delay="0"/>
                                  </p:stCondLst>
                                  <p:childTnLst>
                                    <p:anim calcmode="lin" valueType="num">
                                      <p:cBhvr additive="base">
                                        <p:cTn id="100" dur="500"/>
                                        <p:tgtEl>
                                          <p:spTgt spid="4"/>
                                        </p:tgtEl>
                                        <p:attrNameLst>
                                          <p:attrName>ppt_x</p:attrName>
                                        </p:attrNameLst>
                                      </p:cBhvr>
                                      <p:tavLst>
                                        <p:tav tm="0">
                                          <p:val>
                                            <p:strVal val="ppt_x"/>
                                          </p:val>
                                        </p:tav>
                                        <p:tav tm="100000">
                                          <p:val>
                                            <p:strVal val="0-ppt_w/2"/>
                                          </p:val>
                                        </p:tav>
                                      </p:tavLst>
                                    </p:anim>
                                    <p:anim calcmode="lin" valueType="num">
                                      <p:cBhvr additive="base">
                                        <p:cTn id="101" dur="500"/>
                                        <p:tgtEl>
                                          <p:spTgt spid="4"/>
                                        </p:tgtEl>
                                        <p:attrNameLst>
                                          <p:attrName>ppt_y</p:attrName>
                                        </p:attrNameLst>
                                      </p:cBhvr>
                                      <p:tavLst>
                                        <p:tav tm="0">
                                          <p:val>
                                            <p:strVal val="ppt_y"/>
                                          </p:val>
                                        </p:tav>
                                        <p:tav tm="100000">
                                          <p:val>
                                            <p:strVal val="ppt_y"/>
                                          </p:val>
                                        </p:tav>
                                      </p:tavLst>
                                    </p:anim>
                                    <p:set>
                                      <p:cBhvr>
                                        <p:cTn id="102" dur="1" fill="hold">
                                          <p:stCondLst>
                                            <p:cond delay="499"/>
                                          </p:stCondLst>
                                        </p:cTn>
                                        <p:tgtEl>
                                          <p:spTgt spid="4"/>
                                        </p:tgtEl>
                                        <p:attrNameLst>
                                          <p:attrName>style.visibility</p:attrName>
                                        </p:attrNameLst>
                                      </p:cBhvr>
                                      <p:to>
                                        <p:strVal val="hidden"/>
                                      </p:to>
                                    </p:set>
                                  </p:childTnLst>
                                </p:cTn>
                              </p:par>
                              <p:par>
                                <p:cTn id="103" presetID="2" presetClass="exit" presetSubtype="8" fill="hold" grpId="1" nodeType="withEffect">
                                  <p:stCondLst>
                                    <p:cond delay="0"/>
                                  </p:stCondLst>
                                  <p:childTnLst>
                                    <p:anim calcmode="lin" valueType="num">
                                      <p:cBhvr additive="base">
                                        <p:cTn id="104" dur="500"/>
                                        <p:tgtEl>
                                          <p:spTgt spid="12"/>
                                        </p:tgtEl>
                                        <p:attrNameLst>
                                          <p:attrName>ppt_x</p:attrName>
                                        </p:attrNameLst>
                                      </p:cBhvr>
                                      <p:tavLst>
                                        <p:tav tm="0">
                                          <p:val>
                                            <p:strVal val="ppt_x"/>
                                          </p:val>
                                        </p:tav>
                                        <p:tav tm="100000">
                                          <p:val>
                                            <p:strVal val="0-ppt_w/2"/>
                                          </p:val>
                                        </p:tav>
                                      </p:tavLst>
                                    </p:anim>
                                    <p:anim calcmode="lin" valueType="num">
                                      <p:cBhvr additive="base">
                                        <p:cTn id="105" dur="500"/>
                                        <p:tgtEl>
                                          <p:spTgt spid="12"/>
                                        </p:tgtEl>
                                        <p:attrNameLst>
                                          <p:attrName>ppt_y</p:attrName>
                                        </p:attrNameLst>
                                      </p:cBhvr>
                                      <p:tavLst>
                                        <p:tav tm="0">
                                          <p:val>
                                            <p:strVal val="ppt_y"/>
                                          </p:val>
                                        </p:tav>
                                        <p:tav tm="100000">
                                          <p:val>
                                            <p:strVal val="ppt_y"/>
                                          </p:val>
                                        </p:tav>
                                      </p:tavLst>
                                    </p:anim>
                                    <p:set>
                                      <p:cBhvr>
                                        <p:cTn id="106" dur="1" fill="hold">
                                          <p:stCondLst>
                                            <p:cond delay="499"/>
                                          </p:stCondLst>
                                        </p:cTn>
                                        <p:tgtEl>
                                          <p:spTgt spid="12"/>
                                        </p:tgtEl>
                                        <p:attrNameLst>
                                          <p:attrName>style.visibility</p:attrName>
                                        </p:attrNameLst>
                                      </p:cBhvr>
                                      <p:to>
                                        <p:strVal val="hidden"/>
                                      </p:to>
                                    </p:set>
                                  </p:childTnLst>
                                </p:cTn>
                              </p:par>
                            </p:childTnLst>
                          </p:cTn>
                        </p:par>
                      </p:childTnLst>
                    </p:cTn>
                  </p:par>
                  <p:par>
                    <p:cTn id="107" fill="hold">
                      <p:stCondLst>
                        <p:cond delay="indefinite"/>
                      </p:stCondLst>
                      <p:childTnLst>
                        <p:par>
                          <p:cTn id="108" fill="hold">
                            <p:stCondLst>
                              <p:cond delay="0"/>
                            </p:stCondLst>
                            <p:childTnLst>
                              <p:par>
                                <p:cTn id="109" presetID="42" presetClass="entr" presetSubtype="0" fill="hold" grpId="0" nodeType="clickEffect">
                                  <p:stCondLst>
                                    <p:cond delay="0"/>
                                  </p:stCondLst>
                                  <p:childTnLst>
                                    <p:set>
                                      <p:cBhvr>
                                        <p:cTn id="110" dur="1" fill="hold">
                                          <p:stCondLst>
                                            <p:cond delay="0"/>
                                          </p:stCondLst>
                                        </p:cTn>
                                        <p:tgtEl>
                                          <p:spTgt spid="16"/>
                                        </p:tgtEl>
                                        <p:attrNameLst>
                                          <p:attrName>style.visibility</p:attrName>
                                        </p:attrNameLst>
                                      </p:cBhvr>
                                      <p:to>
                                        <p:strVal val="visible"/>
                                      </p:to>
                                    </p:set>
                                    <p:animEffect transition="in" filter="fade">
                                      <p:cBhvr>
                                        <p:cTn id="111" dur="1000"/>
                                        <p:tgtEl>
                                          <p:spTgt spid="16"/>
                                        </p:tgtEl>
                                      </p:cBhvr>
                                    </p:animEffect>
                                    <p:anim calcmode="lin" valueType="num">
                                      <p:cBhvr>
                                        <p:cTn id="112" dur="1000" fill="hold"/>
                                        <p:tgtEl>
                                          <p:spTgt spid="16"/>
                                        </p:tgtEl>
                                        <p:attrNameLst>
                                          <p:attrName>ppt_x</p:attrName>
                                        </p:attrNameLst>
                                      </p:cBhvr>
                                      <p:tavLst>
                                        <p:tav tm="0">
                                          <p:val>
                                            <p:strVal val="#ppt_x"/>
                                          </p:val>
                                        </p:tav>
                                        <p:tav tm="100000">
                                          <p:val>
                                            <p:strVal val="#ppt_x"/>
                                          </p:val>
                                        </p:tav>
                                      </p:tavLst>
                                    </p:anim>
                                    <p:anim calcmode="lin" valueType="num">
                                      <p:cBhvr>
                                        <p:cTn id="113" dur="1000" fill="hold"/>
                                        <p:tgtEl>
                                          <p:spTgt spid="16"/>
                                        </p:tgtEl>
                                        <p:attrNameLst>
                                          <p:attrName>ppt_y</p:attrName>
                                        </p:attrNameLst>
                                      </p:cBhvr>
                                      <p:tavLst>
                                        <p:tav tm="0">
                                          <p:val>
                                            <p:strVal val="#ppt_y+.1"/>
                                          </p:val>
                                        </p:tav>
                                        <p:tav tm="100000">
                                          <p:val>
                                            <p:strVal val="#ppt_y"/>
                                          </p:val>
                                        </p:tav>
                                      </p:tavLst>
                                    </p:anim>
                                  </p:childTnLst>
                                </p:cTn>
                              </p:par>
                            </p:childTnLst>
                          </p:cTn>
                        </p:par>
                      </p:childTnLst>
                    </p:cTn>
                  </p:par>
                  <p:par>
                    <p:cTn id="114" fill="hold">
                      <p:stCondLst>
                        <p:cond delay="indefinite"/>
                      </p:stCondLst>
                      <p:childTnLst>
                        <p:par>
                          <p:cTn id="115" fill="hold">
                            <p:stCondLst>
                              <p:cond delay="0"/>
                            </p:stCondLst>
                            <p:childTnLst>
                              <p:par>
                                <p:cTn id="116" presetID="42" presetClass="entr" presetSubtype="0" fill="hold" grpId="0" nodeType="clickEffect">
                                  <p:stCondLst>
                                    <p:cond delay="0"/>
                                  </p:stCondLst>
                                  <p:childTnLst>
                                    <p:set>
                                      <p:cBhvr>
                                        <p:cTn id="117" dur="1" fill="hold">
                                          <p:stCondLst>
                                            <p:cond delay="0"/>
                                          </p:stCondLst>
                                        </p:cTn>
                                        <p:tgtEl>
                                          <p:spTgt spid="18"/>
                                        </p:tgtEl>
                                        <p:attrNameLst>
                                          <p:attrName>style.visibility</p:attrName>
                                        </p:attrNameLst>
                                      </p:cBhvr>
                                      <p:to>
                                        <p:strVal val="visible"/>
                                      </p:to>
                                    </p:set>
                                    <p:animEffect transition="in" filter="fade">
                                      <p:cBhvr>
                                        <p:cTn id="118" dur="1000"/>
                                        <p:tgtEl>
                                          <p:spTgt spid="18"/>
                                        </p:tgtEl>
                                      </p:cBhvr>
                                    </p:animEffect>
                                    <p:anim calcmode="lin" valueType="num">
                                      <p:cBhvr>
                                        <p:cTn id="119" dur="1000" fill="hold"/>
                                        <p:tgtEl>
                                          <p:spTgt spid="18"/>
                                        </p:tgtEl>
                                        <p:attrNameLst>
                                          <p:attrName>ppt_x</p:attrName>
                                        </p:attrNameLst>
                                      </p:cBhvr>
                                      <p:tavLst>
                                        <p:tav tm="0">
                                          <p:val>
                                            <p:strVal val="#ppt_x"/>
                                          </p:val>
                                        </p:tav>
                                        <p:tav tm="100000">
                                          <p:val>
                                            <p:strVal val="#ppt_x"/>
                                          </p:val>
                                        </p:tav>
                                      </p:tavLst>
                                    </p:anim>
                                    <p:anim calcmode="lin" valueType="num">
                                      <p:cBhvr>
                                        <p:cTn id="120" dur="1000" fill="hold"/>
                                        <p:tgtEl>
                                          <p:spTgt spid="18"/>
                                        </p:tgtEl>
                                        <p:attrNameLst>
                                          <p:attrName>ppt_y</p:attrName>
                                        </p:attrNameLst>
                                      </p:cBhvr>
                                      <p:tavLst>
                                        <p:tav tm="0">
                                          <p:val>
                                            <p:strVal val="#ppt_y+.1"/>
                                          </p:val>
                                        </p:tav>
                                        <p:tav tm="100000">
                                          <p:val>
                                            <p:strVal val="#ppt_y"/>
                                          </p:val>
                                        </p:tav>
                                      </p:tavLst>
                                    </p:anim>
                                  </p:childTnLst>
                                </p:cTn>
                              </p:par>
                            </p:childTnLst>
                          </p:cTn>
                        </p:par>
                      </p:childTnLst>
                    </p:cTn>
                  </p:par>
                  <p:par>
                    <p:cTn id="121" fill="hold">
                      <p:stCondLst>
                        <p:cond delay="indefinite"/>
                      </p:stCondLst>
                      <p:childTnLst>
                        <p:par>
                          <p:cTn id="122" fill="hold">
                            <p:stCondLst>
                              <p:cond delay="0"/>
                            </p:stCondLst>
                            <p:childTnLst>
                              <p:par>
                                <p:cTn id="123" presetID="42" presetClass="entr" presetSubtype="0" fill="hold" grpId="0" nodeType="clickEffect">
                                  <p:stCondLst>
                                    <p:cond delay="0"/>
                                  </p:stCondLst>
                                  <p:childTnLst>
                                    <p:set>
                                      <p:cBhvr>
                                        <p:cTn id="124" dur="1" fill="hold">
                                          <p:stCondLst>
                                            <p:cond delay="0"/>
                                          </p:stCondLst>
                                        </p:cTn>
                                        <p:tgtEl>
                                          <p:spTgt spid="20"/>
                                        </p:tgtEl>
                                        <p:attrNameLst>
                                          <p:attrName>style.visibility</p:attrName>
                                        </p:attrNameLst>
                                      </p:cBhvr>
                                      <p:to>
                                        <p:strVal val="visible"/>
                                      </p:to>
                                    </p:set>
                                    <p:animEffect transition="in" filter="fade">
                                      <p:cBhvr>
                                        <p:cTn id="125" dur="1000"/>
                                        <p:tgtEl>
                                          <p:spTgt spid="20"/>
                                        </p:tgtEl>
                                      </p:cBhvr>
                                    </p:animEffect>
                                    <p:anim calcmode="lin" valueType="num">
                                      <p:cBhvr>
                                        <p:cTn id="126" dur="1000" fill="hold"/>
                                        <p:tgtEl>
                                          <p:spTgt spid="20"/>
                                        </p:tgtEl>
                                        <p:attrNameLst>
                                          <p:attrName>ppt_x</p:attrName>
                                        </p:attrNameLst>
                                      </p:cBhvr>
                                      <p:tavLst>
                                        <p:tav tm="0">
                                          <p:val>
                                            <p:strVal val="#ppt_x"/>
                                          </p:val>
                                        </p:tav>
                                        <p:tav tm="100000">
                                          <p:val>
                                            <p:strVal val="#ppt_x"/>
                                          </p:val>
                                        </p:tav>
                                      </p:tavLst>
                                    </p:anim>
                                    <p:anim calcmode="lin" valueType="num">
                                      <p:cBhvr>
                                        <p:cTn id="127" dur="1000" fill="hold"/>
                                        <p:tgtEl>
                                          <p:spTgt spid="20"/>
                                        </p:tgtEl>
                                        <p:attrNameLst>
                                          <p:attrName>ppt_y</p:attrName>
                                        </p:attrNameLst>
                                      </p:cBhvr>
                                      <p:tavLst>
                                        <p:tav tm="0">
                                          <p:val>
                                            <p:strVal val="#ppt_y+.1"/>
                                          </p:val>
                                        </p:tav>
                                        <p:tav tm="100000">
                                          <p:val>
                                            <p:strVal val="#ppt_y"/>
                                          </p:val>
                                        </p:tav>
                                      </p:tavLst>
                                    </p:anim>
                                  </p:childTnLst>
                                </p:cTn>
                              </p:par>
                            </p:childTnLst>
                          </p:cTn>
                        </p:par>
                      </p:childTnLst>
                    </p:cTn>
                  </p:par>
                  <p:par>
                    <p:cTn id="128" fill="hold">
                      <p:stCondLst>
                        <p:cond delay="indefinite"/>
                      </p:stCondLst>
                      <p:childTnLst>
                        <p:par>
                          <p:cTn id="129" fill="hold">
                            <p:stCondLst>
                              <p:cond delay="0"/>
                            </p:stCondLst>
                            <p:childTnLst>
                              <p:par>
                                <p:cTn id="130" presetID="42" presetClass="entr" presetSubtype="0" fill="hold" grpId="0" nodeType="clickEffect">
                                  <p:stCondLst>
                                    <p:cond delay="0"/>
                                  </p:stCondLst>
                                  <p:childTnLst>
                                    <p:set>
                                      <p:cBhvr>
                                        <p:cTn id="131" dur="1" fill="hold">
                                          <p:stCondLst>
                                            <p:cond delay="0"/>
                                          </p:stCondLst>
                                        </p:cTn>
                                        <p:tgtEl>
                                          <p:spTgt spid="23">
                                            <p:txEl>
                                              <p:pRg st="0" end="0"/>
                                            </p:txEl>
                                          </p:spTgt>
                                        </p:tgtEl>
                                        <p:attrNameLst>
                                          <p:attrName>style.visibility</p:attrName>
                                        </p:attrNameLst>
                                      </p:cBhvr>
                                      <p:to>
                                        <p:strVal val="visible"/>
                                      </p:to>
                                    </p:set>
                                    <p:animEffect transition="in" filter="fade">
                                      <p:cBhvr>
                                        <p:cTn id="132" dur="1000"/>
                                        <p:tgtEl>
                                          <p:spTgt spid="23">
                                            <p:txEl>
                                              <p:pRg st="0" end="0"/>
                                            </p:txEl>
                                          </p:spTgt>
                                        </p:tgtEl>
                                      </p:cBhvr>
                                    </p:animEffect>
                                    <p:anim calcmode="lin" valueType="num">
                                      <p:cBhvr>
                                        <p:cTn id="133" dur="1000" fill="hold"/>
                                        <p:tgtEl>
                                          <p:spTgt spid="23">
                                            <p:txEl>
                                              <p:pRg st="0" end="0"/>
                                            </p:txEl>
                                          </p:spTgt>
                                        </p:tgtEl>
                                        <p:attrNameLst>
                                          <p:attrName>ppt_x</p:attrName>
                                        </p:attrNameLst>
                                      </p:cBhvr>
                                      <p:tavLst>
                                        <p:tav tm="0">
                                          <p:val>
                                            <p:strVal val="#ppt_x"/>
                                          </p:val>
                                        </p:tav>
                                        <p:tav tm="100000">
                                          <p:val>
                                            <p:strVal val="#ppt_x"/>
                                          </p:val>
                                        </p:tav>
                                      </p:tavLst>
                                    </p:anim>
                                    <p:anim calcmode="lin" valueType="num">
                                      <p:cBhvr>
                                        <p:cTn id="134" dur="1000" fill="hold"/>
                                        <p:tgtEl>
                                          <p:spTgt spid="2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35" fill="hold">
                      <p:stCondLst>
                        <p:cond delay="indefinite"/>
                      </p:stCondLst>
                      <p:childTnLst>
                        <p:par>
                          <p:cTn id="136" fill="hold">
                            <p:stCondLst>
                              <p:cond delay="0"/>
                            </p:stCondLst>
                            <p:childTnLst>
                              <p:par>
                                <p:cTn id="137" presetID="42" presetClass="entr" presetSubtype="0" fill="hold" grpId="0" nodeType="clickEffect">
                                  <p:stCondLst>
                                    <p:cond delay="0"/>
                                  </p:stCondLst>
                                  <p:childTnLst>
                                    <p:set>
                                      <p:cBhvr>
                                        <p:cTn id="138" dur="1" fill="hold">
                                          <p:stCondLst>
                                            <p:cond delay="0"/>
                                          </p:stCondLst>
                                        </p:cTn>
                                        <p:tgtEl>
                                          <p:spTgt spid="23">
                                            <p:txEl>
                                              <p:pRg st="1" end="1"/>
                                            </p:txEl>
                                          </p:spTgt>
                                        </p:tgtEl>
                                        <p:attrNameLst>
                                          <p:attrName>style.visibility</p:attrName>
                                        </p:attrNameLst>
                                      </p:cBhvr>
                                      <p:to>
                                        <p:strVal val="visible"/>
                                      </p:to>
                                    </p:set>
                                    <p:animEffect transition="in" filter="fade">
                                      <p:cBhvr>
                                        <p:cTn id="139" dur="1000"/>
                                        <p:tgtEl>
                                          <p:spTgt spid="23">
                                            <p:txEl>
                                              <p:pRg st="1" end="1"/>
                                            </p:txEl>
                                          </p:spTgt>
                                        </p:tgtEl>
                                      </p:cBhvr>
                                    </p:animEffect>
                                    <p:anim calcmode="lin" valueType="num">
                                      <p:cBhvr>
                                        <p:cTn id="140" dur="1000" fill="hold"/>
                                        <p:tgtEl>
                                          <p:spTgt spid="23">
                                            <p:txEl>
                                              <p:pRg st="1" end="1"/>
                                            </p:txEl>
                                          </p:spTgt>
                                        </p:tgtEl>
                                        <p:attrNameLst>
                                          <p:attrName>ppt_x</p:attrName>
                                        </p:attrNameLst>
                                      </p:cBhvr>
                                      <p:tavLst>
                                        <p:tav tm="0">
                                          <p:val>
                                            <p:strVal val="#ppt_x"/>
                                          </p:val>
                                        </p:tav>
                                        <p:tav tm="100000">
                                          <p:val>
                                            <p:strVal val="#ppt_x"/>
                                          </p:val>
                                        </p:tav>
                                      </p:tavLst>
                                    </p:anim>
                                    <p:anim calcmode="lin" valueType="num">
                                      <p:cBhvr>
                                        <p:cTn id="141" dur="1000" fill="hold"/>
                                        <p:tgtEl>
                                          <p:spTgt spid="2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42" fill="hold">
                      <p:stCondLst>
                        <p:cond delay="indefinite"/>
                      </p:stCondLst>
                      <p:childTnLst>
                        <p:par>
                          <p:cTn id="143" fill="hold">
                            <p:stCondLst>
                              <p:cond delay="0"/>
                            </p:stCondLst>
                            <p:childTnLst>
                              <p:par>
                                <p:cTn id="144" presetID="42" presetClass="entr" presetSubtype="0" fill="hold" grpId="0" nodeType="clickEffect">
                                  <p:stCondLst>
                                    <p:cond delay="0"/>
                                  </p:stCondLst>
                                  <p:childTnLst>
                                    <p:set>
                                      <p:cBhvr>
                                        <p:cTn id="145" dur="1" fill="hold">
                                          <p:stCondLst>
                                            <p:cond delay="0"/>
                                          </p:stCondLst>
                                        </p:cTn>
                                        <p:tgtEl>
                                          <p:spTgt spid="23">
                                            <p:txEl>
                                              <p:pRg st="2" end="2"/>
                                            </p:txEl>
                                          </p:spTgt>
                                        </p:tgtEl>
                                        <p:attrNameLst>
                                          <p:attrName>style.visibility</p:attrName>
                                        </p:attrNameLst>
                                      </p:cBhvr>
                                      <p:to>
                                        <p:strVal val="visible"/>
                                      </p:to>
                                    </p:set>
                                    <p:animEffect transition="in" filter="fade">
                                      <p:cBhvr>
                                        <p:cTn id="146" dur="1000"/>
                                        <p:tgtEl>
                                          <p:spTgt spid="23">
                                            <p:txEl>
                                              <p:pRg st="2" end="2"/>
                                            </p:txEl>
                                          </p:spTgt>
                                        </p:tgtEl>
                                      </p:cBhvr>
                                    </p:animEffect>
                                    <p:anim calcmode="lin" valueType="num">
                                      <p:cBhvr>
                                        <p:cTn id="147" dur="1000" fill="hold"/>
                                        <p:tgtEl>
                                          <p:spTgt spid="23">
                                            <p:txEl>
                                              <p:pRg st="2" end="2"/>
                                            </p:txEl>
                                          </p:spTgt>
                                        </p:tgtEl>
                                        <p:attrNameLst>
                                          <p:attrName>ppt_x</p:attrName>
                                        </p:attrNameLst>
                                      </p:cBhvr>
                                      <p:tavLst>
                                        <p:tav tm="0">
                                          <p:val>
                                            <p:strVal val="#ppt_x"/>
                                          </p:val>
                                        </p:tav>
                                        <p:tav tm="100000">
                                          <p:val>
                                            <p:strVal val="#ppt_x"/>
                                          </p:val>
                                        </p:tav>
                                      </p:tavLst>
                                    </p:anim>
                                    <p:anim calcmode="lin" valueType="num">
                                      <p:cBhvr>
                                        <p:cTn id="148" dur="1000" fill="hold"/>
                                        <p:tgtEl>
                                          <p:spTgt spid="23">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149" fill="hold">
                      <p:stCondLst>
                        <p:cond delay="indefinite"/>
                      </p:stCondLst>
                      <p:childTnLst>
                        <p:par>
                          <p:cTn id="150" fill="hold">
                            <p:stCondLst>
                              <p:cond delay="0"/>
                            </p:stCondLst>
                            <p:childTnLst>
                              <p:par>
                                <p:cTn id="151" presetID="42" presetClass="entr" presetSubtype="0" fill="hold" grpId="0" nodeType="clickEffect">
                                  <p:stCondLst>
                                    <p:cond delay="0"/>
                                  </p:stCondLst>
                                  <p:childTnLst>
                                    <p:set>
                                      <p:cBhvr>
                                        <p:cTn id="152" dur="1" fill="hold">
                                          <p:stCondLst>
                                            <p:cond delay="0"/>
                                          </p:stCondLst>
                                        </p:cTn>
                                        <p:tgtEl>
                                          <p:spTgt spid="23">
                                            <p:txEl>
                                              <p:pRg st="3" end="3"/>
                                            </p:txEl>
                                          </p:spTgt>
                                        </p:tgtEl>
                                        <p:attrNameLst>
                                          <p:attrName>style.visibility</p:attrName>
                                        </p:attrNameLst>
                                      </p:cBhvr>
                                      <p:to>
                                        <p:strVal val="visible"/>
                                      </p:to>
                                    </p:set>
                                    <p:animEffect transition="in" filter="fade">
                                      <p:cBhvr>
                                        <p:cTn id="153" dur="1000"/>
                                        <p:tgtEl>
                                          <p:spTgt spid="23">
                                            <p:txEl>
                                              <p:pRg st="3" end="3"/>
                                            </p:txEl>
                                          </p:spTgt>
                                        </p:tgtEl>
                                      </p:cBhvr>
                                    </p:animEffect>
                                    <p:anim calcmode="lin" valueType="num">
                                      <p:cBhvr>
                                        <p:cTn id="154" dur="1000" fill="hold"/>
                                        <p:tgtEl>
                                          <p:spTgt spid="23">
                                            <p:txEl>
                                              <p:pRg st="3" end="3"/>
                                            </p:txEl>
                                          </p:spTgt>
                                        </p:tgtEl>
                                        <p:attrNameLst>
                                          <p:attrName>ppt_x</p:attrName>
                                        </p:attrNameLst>
                                      </p:cBhvr>
                                      <p:tavLst>
                                        <p:tav tm="0">
                                          <p:val>
                                            <p:strVal val="#ppt_x"/>
                                          </p:val>
                                        </p:tav>
                                        <p:tav tm="100000">
                                          <p:val>
                                            <p:strVal val="#ppt_x"/>
                                          </p:val>
                                        </p:tav>
                                      </p:tavLst>
                                    </p:anim>
                                    <p:anim calcmode="lin" valueType="num">
                                      <p:cBhvr>
                                        <p:cTn id="155" dur="1000" fill="hold"/>
                                        <p:tgtEl>
                                          <p:spTgt spid="23">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156" fill="hold">
                      <p:stCondLst>
                        <p:cond delay="indefinite"/>
                      </p:stCondLst>
                      <p:childTnLst>
                        <p:par>
                          <p:cTn id="157" fill="hold">
                            <p:stCondLst>
                              <p:cond delay="0"/>
                            </p:stCondLst>
                            <p:childTnLst>
                              <p:par>
                                <p:cTn id="158" presetID="42" presetClass="entr" presetSubtype="0" fill="hold" nodeType="clickEffect">
                                  <p:stCondLst>
                                    <p:cond delay="0"/>
                                  </p:stCondLst>
                                  <p:childTnLst>
                                    <p:set>
                                      <p:cBhvr>
                                        <p:cTn id="159" dur="1" fill="hold">
                                          <p:stCondLst>
                                            <p:cond delay="0"/>
                                          </p:stCondLst>
                                        </p:cTn>
                                        <p:tgtEl>
                                          <p:spTgt spid="7170"/>
                                        </p:tgtEl>
                                        <p:attrNameLst>
                                          <p:attrName>style.visibility</p:attrName>
                                        </p:attrNameLst>
                                      </p:cBhvr>
                                      <p:to>
                                        <p:strVal val="visible"/>
                                      </p:to>
                                    </p:set>
                                    <p:animEffect transition="in" filter="fade">
                                      <p:cBhvr>
                                        <p:cTn id="160" dur="1000"/>
                                        <p:tgtEl>
                                          <p:spTgt spid="7170"/>
                                        </p:tgtEl>
                                      </p:cBhvr>
                                    </p:animEffect>
                                    <p:anim calcmode="lin" valueType="num">
                                      <p:cBhvr>
                                        <p:cTn id="161" dur="1000" fill="hold"/>
                                        <p:tgtEl>
                                          <p:spTgt spid="7170"/>
                                        </p:tgtEl>
                                        <p:attrNameLst>
                                          <p:attrName>ppt_x</p:attrName>
                                        </p:attrNameLst>
                                      </p:cBhvr>
                                      <p:tavLst>
                                        <p:tav tm="0">
                                          <p:val>
                                            <p:strVal val="#ppt_x"/>
                                          </p:val>
                                        </p:tav>
                                        <p:tav tm="100000">
                                          <p:val>
                                            <p:strVal val="#ppt_x"/>
                                          </p:val>
                                        </p:tav>
                                      </p:tavLst>
                                    </p:anim>
                                    <p:anim calcmode="lin" valueType="num">
                                      <p:cBhvr>
                                        <p:cTn id="162" dur="1000" fill="hold"/>
                                        <p:tgtEl>
                                          <p:spTgt spid="7170"/>
                                        </p:tgtEl>
                                        <p:attrNameLst>
                                          <p:attrName>ppt_y</p:attrName>
                                        </p:attrNameLst>
                                      </p:cBhvr>
                                      <p:tavLst>
                                        <p:tav tm="0">
                                          <p:val>
                                            <p:strVal val="#ppt_y+.1"/>
                                          </p:val>
                                        </p:tav>
                                        <p:tav tm="100000">
                                          <p:val>
                                            <p:strVal val="#ppt_y"/>
                                          </p:val>
                                        </p:tav>
                                      </p:tavLst>
                                    </p:anim>
                                  </p:childTnLst>
                                </p:cTn>
                              </p:par>
                            </p:childTnLst>
                          </p:cTn>
                        </p:par>
                      </p:childTnLst>
                    </p:cTn>
                  </p:par>
                  <p:par>
                    <p:cTn id="163" fill="hold">
                      <p:stCondLst>
                        <p:cond delay="indefinite"/>
                      </p:stCondLst>
                      <p:childTnLst>
                        <p:par>
                          <p:cTn id="164" fill="hold">
                            <p:stCondLst>
                              <p:cond delay="0"/>
                            </p:stCondLst>
                            <p:childTnLst>
                              <p:par>
                                <p:cTn id="165" presetID="42" presetClass="entr" presetSubtype="0" fill="hold" nodeType="clickEffect">
                                  <p:stCondLst>
                                    <p:cond delay="0"/>
                                  </p:stCondLst>
                                  <p:childTnLst>
                                    <p:set>
                                      <p:cBhvr>
                                        <p:cTn id="166" dur="1" fill="hold">
                                          <p:stCondLst>
                                            <p:cond delay="0"/>
                                          </p:stCondLst>
                                        </p:cTn>
                                        <p:tgtEl>
                                          <p:spTgt spid="21"/>
                                        </p:tgtEl>
                                        <p:attrNameLst>
                                          <p:attrName>style.visibility</p:attrName>
                                        </p:attrNameLst>
                                      </p:cBhvr>
                                      <p:to>
                                        <p:strVal val="visible"/>
                                      </p:to>
                                    </p:set>
                                    <p:animEffect transition="in" filter="fade">
                                      <p:cBhvr>
                                        <p:cTn id="167" dur="1000"/>
                                        <p:tgtEl>
                                          <p:spTgt spid="21"/>
                                        </p:tgtEl>
                                      </p:cBhvr>
                                    </p:animEffect>
                                    <p:anim calcmode="lin" valueType="num">
                                      <p:cBhvr>
                                        <p:cTn id="168" dur="1000" fill="hold"/>
                                        <p:tgtEl>
                                          <p:spTgt spid="21"/>
                                        </p:tgtEl>
                                        <p:attrNameLst>
                                          <p:attrName>ppt_x</p:attrName>
                                        </p:attrNameLst>
                                      </p:cBhvr>
                                      <p:tavLst>
                                        <p:tav tm="0">
                                          <p:val>
                                            <p:strVal val="#ppt_x"/>
                                          </p:val>
                                        </p:tav>
                                        <p:tav tm="100000">
                                          <p:val>
                                            <p:strVal val="#ppt_x"/>
                                          </p:val>
                                        </p:tav>
                                      </p:tavLst>
                                    </p:anim>
                                    <p:anim calcmode="lin" valueType="num">
                                      <p:cBhvr>
                                        <p:cTn id="169" dur="1000" fill="hold"/>
                                        <p:tgtEl>
                                          <p:spTgt spid="21"/>
                                        </p:tgtEl>
                                        <p:attrNameLst>
                                          <p:attrName>ppt_y</p:attrName>
                                        </p:attrNameLst>
                                      </p:cBhvr>
                                      <p:tavLst>
                                        <p:tav tm="0">
                                          <p:val>
                                            <p:strVal val="#ppt_y+.1"/>
                                          </p:val>
                                        </p:tav>
                                        <p:tav tm="100000">
                                          <p:val>
                                            <p:strVal val="#ppt_y"/>
                                          </p:val>
                                        </p:tav>
                                      </p:tavLst>
                                    </p:anim>
                                  </p:childTnLst>
                                </p:cTn>
                              </p:par>
                              <p:par>
                                <p:cTn id="170" presetID="42" presetClass="entr" presetSubtype="0" fill="hold" grpId="0" nodeType="withEffect">
                                  <p:stCondLst>
                                    <p:cond delay="0"/>
                                  </p:stCondLst>
                                  <p:childTnLst>
                                    <p:set>
                                      <p:cBhvr>
                                        <p:cTn id="171" dur="1" fill="hold">
                                          <p:stCondLst>
                                            <p:cond delay="0"/>
                                          </p:stCondLst>
                                        </p:cTn>
                                        <p:tgtEl>
                                          <p:spTgt spid="27"/>
                                        </p:tgtEl>
                                        <p:attrNameLst>
                                          <p:attrName>style.visibility</p:attrName>
                                        </p:attrNameLst>
                                      </p:cBhvr>
                                      <p:to>
                                        <p:strVal val="visible"/>
                                      </p:to>
                                    </p:set>
                                    <p:animEffect transition="in" filter="fade">
                                      <p:cBhvr>
                                        <p:cTn id="172" dur="1000"/>
                                        <p:tgtEl>
                                          <p:spTgt spid="27"/>
                                        </p:tgtEl>
                                      </p:cBhvr>
                                    </p:animEffect>
                                    <p:anim calcmode="lin" valueType="num">
                                      <p:cBhvr>
                                        <p:cTn id="173" dur="1000" fill="hold"/>
                                        <p:tgtEl>
                                          <p:spTgt spid="27"/>
                                        </p:tgtEl>
                                        <p:attrNameLst>
                                          <p:attrName>ppt_x</p:attrName>
                                        </p:attrNameLst>
                                      </p:cBhvr>
                                      <p:tavLst>
                                        <p:tav tm="0">
                                          <p:val>
                                            <p:strVal val="#ppt_x"/>
                                          </p:val>
                                        </p:tav>
                                        <p:tav tm="100000">
                                          <p:val>
                                            <p:strVal val="#ppt_x"/>
                                          </p:val>
                                        </p:tav>
                                      </p:tavLst>
                                    </p:anim>
                                    <p:anim calcmode="lin" valueType="num">
                                      <p:cBhvr>
                                        <p:cTn id="174" dur="1000" fill="hold"/>
                                        <p:tgtEl>
                                          <p:spTgt spid="27"/>
                                        </p:tgtEl>
                                        <p:attrNameLst>
                                          <p:attrName>ppt_y</p:attrName>
                                        </p:attrNameLst>
                                      </p:cBhvr>
                                      <p:tavLst>
                                        <p:tav tm="0">
                                          <p:val>
                                            <p:strVal val="#ppt_y+.1"/>
                                          </p:val>
                                        </p:tav>
                                        <p:tav tm="100000">
                                          <p:val>
                                            <p:strVal val="#ppt_y"/>
                                          </p:val>
                                        </p:tav>
                                      </p:tavLst>
                                    </p:anim>
                                  </p:childTnLst>
                                </p:cTn>
                              </p:par>
                            </p:childTnLst>
                          </p:cTn>
                        </p:par>
                      </p:childTnLst>
                    </p:cTn>
                  </p:par>
                  <p:par>
                    <p:cTn id="175" fill="hold">
                      <p:stCondLst>
                        <p:cond delay="indefinite"/>
                      </p:stCondLst>
                      <p:childTnLst>
                        <p:par>
                          <p:cTn id="176" fill="hold">
                            <p:stCondLst>
                              <p:cond delay="0"/>
                            </p:stCondLst>
                            <p:childTnLst>
                              <p:par>
                                <p:cTn id="177" presetID="42" presetClass="entr" presetSubtype="0" fill="hold" grpId="0" nodeType="clickEffect">
                                  <p:stCondLst>
                                    <p:cond delay="0"/>
                                  </p:stCondLst>
                                  <p:childTnLst>
                                    <p:set>
                                      <p:cBhvr>
                                        <p:cTn id="178" dur="1" fill="hold">
                                          <p:stCondLst>
                                            <p:cond delay="0"/>
                                          </p:stCondLst>
                                        </p:cTn>
                                        <p:tgtEl>
                                          <p:spTgt spid="25"/>
                                        </p:tgtEl>
                                        <p:attrNameLst>
                                          <p:attrName>style.visibility</p:attrName>
                                        </p:attrNameLst>
                                      </p:cBhvr>
                                      <p:to>
                                        <p:strVal val="visible"/>
                                      </p:to>
                                    </p:set>
                                    <p:animEffect transition="in" filter="fade">
                                      <p:cBhvr>
                                        <p:cTn id="179" dur="1000"/>
                                        <p:tgtEl>
                                          <p:spTgt spid="25"/>
                                        </p:tgtEl>
                                      </p:cBhvr>
                                    </p:animEffect>
                                    <p:anim calcmode="lin" valueType="num">
                                      <p:cBhvr>
                                        <p:cTn id="180" dur="1000" fill="hold"/>
                                        <p:tgtEl>
                                          <p:spTgt spid="25"/>
                                        </p:tgtEl>
                                        <p:attrNameLst>
                                          <p:attrName>ppt_x</p:attrName>
                                        </p:attrNameLst>
                                      </p:cBhvr>
                                      <p:tavLst>
                                        <p:tav tm="0">
                                          <p:val>
                                            <p:strVal val="#ppt_x"/>
                                          </p:val>
                                        </p:tav>
                                        <p:tav tm="100000">
                                          <p:val>
                                            <p:strVal val="#ppt_x"/>
                                          </p:val>
                                        </p:tav>
                                      </p:tavLst>
                                    </p:anim>
                                    <p:anim calcmode="lin" valueType="num">
                                      <p:cBhvr>
                                        <p:cTn id="181" dur="1000" fill="hold"/>
                                        <p:tgtEl>
                                          <p:spTgt spid="2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6" grpId="1" animBg="1"/>
      <p:bldP spid="7" grpId="0" animBg="1"/>
      <p:bldP spid="7" grpId="1" animBg="1"/>
      <p:bldP spid="9" grpId="0" animBg="1"/>
      <p:bldP spid="9" grpId="1" animBg="1"/>
      <p:bldP spid="10" grpId="0" animBg="1"/>
      <p:bldP spid="10" grpId="1" animBg="1"/>
      <p:bldP spid="11" grpId="0" animBg="1"/>
      <p:bldP spid="11" grpId="1" animBg="1"/>
      <p:bldP spid="33" grpId="0"/>
      <p:bldP spid="35" grpId="0" animBg="1"/>
      <p:bldP spid="35" grpId="1" animBg="1"/>
      <p:bldP spid="13" grpId="0" animBg="1"/>
      <p:bldP spid="13" grpId="1" animBg="1"/>
      <p:bldP spid="3" grpId="0" animBg="1"/>
      <p:bldP spid="3" grpId="1" animBg="1"/>
      <p:bldP spid="4" grpId="0" animBg="1"/>
      <p:bldP spid="4" grpId="1" animBg="1"/>
      <p:bldP spid="12" grpId="0" animBg="1"/>
      <p:bldP spid="12" grpId="1" animBg="1"/>
      <p:bldP spid="16" grpId="0"/>
      <p:bldP spid="18" grpId="0"/>
      <p:bldP spid="20" grpId="0"/>
      <p:bldP spid="23" grpId="0" build="p"/>
      <p:bldP spid="25" grpId="0"/>
      <p:bldP spid="8" grpId="0" animBg="1"/>
      <p:bldP spid="8" grpId="1" animBg="1"/>
      <p:bldP spid="8" grpId="2" animBg="1"/>
      <p:bldP spid="8" grpId="3" animBg="1"/>
      <p:bldP spid="27"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4DCF8A-ED70-F390-D892-D16AA0C18D2C}"/>
            </a:ext>
          </a:extLst>
        </p:cNvPr>
        <p:cNvGrpSpPr/>
        <p:nvPr/>
      </p:nvGrpSpPr>
      <p:grpSpPr>
        <a:xfrm>
          <a:off x="0" y="0"/>
          <a:ext cx="0" cy="0"/>
          <a:chOff x="0" y="0"/>
          <a:chExt cx="0" cy="0"/>
        </a:xfrm>
      </p:grpSpPr>
      <p:sp>
        <p:nvSpPr>
          <p:cNvPr id="6" name="Rectangle 5">
            <a:extLst>
              <a:ext uri="{FF2B5EF4-FFF2-40B4-BE49-F238E27FC236}">
                <a16:creationId xmlns:a16="http://schemas.microsoft.com/office/drawing/2014/main" id="{B5D537D8-D295-CD0A-F496-F9F5CD3883D5}"/>
              </a:ext>
            </a:extLst>
          </p:cNvPr>
          <p:cNvSpPr/>
          <p:nvPr/>
        </p:nvSpPr>
        <p:spPr>
          <a:xfrm>
            <a:off x="-3" y="0"/>
            <a:ext cx="1814286" cy="5143500"/>
          </a:xfrm>
          <a:prstGeom prst="rect">
            <a:avLst/>
          </a:prstGeom>
          <a:ln>
            <a:solidFill>
              <a:schemeClr val="bg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 name="TextBox 6">
            <a:extLst>
              <a:ext uri="{FF2B5EF4-FFF2-40B4-BE49-F238E27FC236}">
                <a16:creationId xmlns:a16="http://schemas.microsoft.com/office/drawing/2014/main" id="{78F1732B-7EF9-0F14-C5CC-7DCCA4BF2821}"/>
              </a:ext>
            </a:extLst>
          </p:cNvPr>
          <p:cNvSpPr txBox="1"/>
          <p:nvPr/>
        </p:nvSpPr>
        <p:spPr>
          <a:xfrm>
            <a:off x="-1" y="140901"/>
            <a:ext cx="1814285" cy="276999"/>
          </a:xfrm>
          <a:prstGeom prst="rect">
            <a:avLst/>
          </a:prstGeom>
          <a:solidFill>
            <a:schemeClr val="bg2">
              <a:lumMod val="60000"/>
              <a:lumOff val="40000"/>
            </a:schemeClr>
          </a:solidFill>
        </p:spPr>
        <p:txBody>
          <a:bodyPr wrap="square" rtlCol="0">
            <a:spAutoFit/>
          </a:bodyPr>
          <a:lstStyle/>
          <a:p>
            <a:r>
              <a:rPr lang="en-GB" sz="1200" dirty="0"/>
              <a:t>INDEX:</a:t>
            </a:r>
          </a:p>
        </p:txBody>
      </p:sp>
      <p:sp>
        <p:nvSpPr>
          <p:cNvPr id="8" name="TextBox 7">
            <a:extLst>
              <a:ext uri="{FF2B5EF4-FFF2-40B4-BE49-F238E27FC236}">
                <a16:creationId xmlns:a16="http://schemas.microsoft.com/office/drawing/2014/main" id="{D1B60CFE-2B8C-BB42-6A34-5D53FCEE8496}"/>
              </a:ext>
            </a:extLst>
          </p:cNvPr>
          <p:cNvSpPr txBox="1"/>
          <p:nvPr/>
        </p:nvSpPr>
        <p:spPr>
          <a:xfrm>
            <a:off x="12697" y="3140863"/>
            <a:ext cx="1785600" cy="461665"/>
          </a:xfrm>
          <a:prstGeom prst="rect">
            <a:avLst/>
          </a:prstGeom>
          <a:solidFill>
            <a:schemeClr val="bg2">
              <a:lumMod val="20000"/>
              <a:lumOff val="80000"/>
            </a:schemeClr>
          </a:solidFill>
        </p:spPr>
        <p:txBody>
          <a:bodyPr wrap="square" rtlCol="0">
            <a:spAutoFit/>
          </a:bodyPr>
          <a:lstStyle/>
          <a:p>
            <a:r>
              <a:rPr lang="en-GB" sz="1200" dirty="0"/>
              <a:t>6) MITIGATION - </a:t>
            </a:r>
            <a:r>
              <a:rPr lang="en-GB" sz="1200" dirty="0" err="1"/>
              <a:t>QLoRA</a:t>
            </a:r>
            <a:endParaRPr lang="en-GB" sz="1200" dirty="0"/>
          </a:p>
        </p:txBody>
      </p:sp>
      <p:sp>
        <p:nvSpPr>
          <p:cNvPr id="9" name="TextBox 8">
            <a:extLst>
              <a:ext uri="{FF2B5EF4-FFF2-40B4-BE49-F238E27FC236}">
                <a16:creationId xmlns:a16="http://schemas.microsoft.com/office/drawing/2014/main" id="{C6AB4146-235E-BEB0-68A4-7F14EFF55938}"/>
              </a:ext>
            </a:extLst>
          </p:cNvPr>
          <p:cNvSpPr txBox="1"/>
          <p:nvPr/>
        </p:nvSpPr>
        <p:spPr>
          <a:xfrm>
            <a:off x="19624" y="583449"/>
            <a:ext cx="1778400" cy="276999"/>
          </a:xfrm>
          <a:prstGeom prst="rect">
            <a:avLst/>
          </a:prstGeom>
          <a:solidFill>
            <a:schemeClr val="bg2">
              <a:lumMod val="20000"/>
              <a:lumOff val="80000"/>
            </a:schemeClr>
          </a:solidFill>
        </p:spPr>
        <p:txBody>
          <a:bodyPr wrap="square" rtlCol="0">
            <a:spAutoFit/>
          </a:bodyPr>
          <a:lstStyle/>
          <a:p>
            <a:r>
              <a:rPr lang="en-GB" sz="1200" dirty="0"/>
              <a:t>1) MOTIVATION</a:t>
            </a:r>
          </a:p>
        </p:txBody>
      </p:sp>
      <p:sp>
        <p:nvSpPr>
          <p:cNvPr id="10" name="TextBox 9">
            <a:extLst>
              <a:ext uri="{FF2B5EF4-FFF2-40B4-BE49-F238E27FC236}">
                <a16:creationId xmlns:a16="http://schemas.microsoft.com/office/drawing/2014/main" id="{D71AAD90-1E5A-9805-38C4-CCD1F631F1D6}"/>
              </a:ext>
            </a:extLst>
          </p:cNvPr>
          <p:cNvSpPr txBox="1"/>
          <p:nvPr/>
        </p:nvSpPr>
        <p:spPr>
          <a:xfrm>
            <a:off x="15806" y="1646211"/>
            <a:ext cx="1785600" cy="276999"/>
          </a:xfrm>
          <a:prstGeom prst="rect">
            <a:avLst/>
          </a:prstGeom>
          <a:solidFill>
            <a:schemeClr val="bg2">
              <a:lumMod val="20000"/>
              <a:lumOff val="80000"/>
            </a:schemeClr>
          </a:solidFill>
        </p:spPr>
        <p:txBody>
          <a:bodyPr wrap="square" rtlCol="0">
            <a:spAutoFit/>
          </a:bodyPr>
          <a:lstStyle/>
          <a:p>
            <a:r>
              <a:rPr lang="en-GB" sz="1200" dirty="0"/>
              <a:t>3) HYPOTHESIS</a:t>
            </a:r>
          </a:p>
        </p:txBody>
      </p:sp>
      <p:sp>
        <p:nvSpPr>
          <p:cNvPr id="11" name="TextBox 10">
            <a:extLst>
              <a:ext uri="{FF2B5EF4-FFF2-40B4-BE49-F238E27FC236}">
                <a16:creationId xmlns:a16="http://schemas.microsoft.com/office/drawing/2014/main" id="{104A2EB1-8EED-B430-D453-A0F38E56187B}"/>
              </a:ext>
            </a:extLst>
          </p:cNvPr>
          <p:cNvSpPr txBox="1"/>
          <p:nvPr/>
        </p:nvSpPr>
        <p:spPr>
          <a:xfrm>
            <a:off x="21452" y="2082873"/>
            <a:ext cx="1778400" cy="276999"/>
          </a:xfrm>
          <a:prstGeom prst="rect">
            <a:avLst/>
          </a:prstGeom>
          <a:solidFill>
            <a:schemeClr val="bg2">
              <a:lumMod val="20000"/>
              <a:lumOff val="80000"/>
            </a:schemeClr>
          </a:solidFill>
        </p:spPr>
        <p:txBody>
          <a:bodyPr wrap="square" rtlCol="0">
            <a:spAutoFit/>
          </a:bodyPr>
          <a:lstStyle/>
          <a:p>
            <a:r>
              <a:rPr lang="en-GB" sz="1200" dirty="0"/>
              <a:t>4) EVALUATION</a:t>
            </a:r>
          </a:p>
        </p:txBody>
      </p:sp>
      <p:sp>
        <p:nvSpPr>
          <p:cNvPr id="33" name="Google Shape;159;p34">
            <a:extLst>
              <a:ext uri="{FF2B5EF4-FFF2-40B4-BE49-F238E27FC236}">
                <a16:creationId xmlns:a16="http://schemas.microsoft.com/office/drawing/2014/main" id="{1DECA935-89C1-8F52-2BC2-43E7FBB31462}"/>
              </a:ext>
            </a:extLst>
          </p:cNvPr>
          <p:cNvSpPr txBox="1">
            <a:spLocks noGrp="1"/>
          </p:cNvSpPr>
          <p:nvPr>
            <p:ph type="ctrTitle"/>
          </p:nvPr>
        </p:nvSpPr>
        <p:spPr>
          <a:xfrm>
            <a:off x="2548894" y="252606"/>
            <a:ext cx="4046211" cy="51075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GB" u="sng" dirty="0"/>
              <a:t>FINE - TUNING</a:t>
            </a:r>
            <a:endParaRPr u="sng" dirty="0"/>
          </a:p>
        </p:txBody>
      </p:sp>
      <p:sp>
        <p:nvSpPr>
          <p:cNvPr id="35" name="TextBox 34">
            <a:extLst>
              <a:ext uri="{FF2B5EF4-FFF2-40B4-BE49-F238E27FC236}">
                <a16:creationId xmlns:a16="http://schemas.microsoft.com/office/drawing/2014/main" id="{F46B45BB-224E-EA03-4D68-6BB2AD21C5CA}"/>
              </a:ext>
            </a:extLst>
          </p:cNvPr>
          <p:cNvSpPr txBox="1"/>
          <p:nvPr/>
        </p:nvSpPr>
        <p:spPr>
          <a:xfrm>
            <a:off x="10618" y="1024883"/>
            <a:ext cx="1784302" cy="461665"/>
          </a:xfrm>
          <a:prstGeom prst="rect">
            <a:avLst/>
          </a:prstGeom>
          <a:solidFill>
            <a:schemeClr val="bg2">
              <a:lumMod val="20000"/>
              <a:lumOff val="80000"/>
            </a:schemeClr>
          </a:solidFill>
        </p:spPr>
        <p:txBody>
          <a:bodyPr wrap="square" rtlCol="0">
            <a:spAutoFit/>
          </a:bodyPr>
          <a:lstStyle/>
          <a:p>
            <a:r>
              <a:rPr lang="en-GB" sz="1200" dirty="0"/>
              <a:t>2) SOLUTION - QUANTIZATION</a:t>
            </a:r>
          </a:p>
        </p:txBody>
      </p:sp>
      <p:sp>
        <p:nvSpPr>
          <p:cNvPr id="13" name="TextBox 12">
            <a:extLst>
              <a:ext uri="{FF2B5EF4-FFF2-40B4-BE49-F238E27FC236}">
                <a16:creationId xmlns:a16="http://schemas.microsoft.com/office/drawing/2014/main" id="{926459B0-0B1A-2CC0-1CEF-D29EFD8DF244}"/>
              </a:ext>
            </a:extLst>
          </p:cNvPr>
          <p:cNvSpPr txBox="1"/>
          <p:nvPr/>
        </p:nvSpPr>
        <p:spPr>
          <a:xfrm>
            <a:off x="13750" y="2519535"/>
            <a:ext cx="1785600" cy="461665"/>
          </a:xfrm>
          <a:prstGeom prst="rect">
            <a:avLst/>
          </a:prstGeom>
          <a:solidFill>
            <a:schemeClr val="bg2">
              <a:lumMod val="20000"/>
              <a:lumOff val="80000"/>
            </a:schemeClr>
          </a:solidFill>
        </p:spPr>
        <p:txBody>
          <a:bodyPr wrap="square" rtlCol="0">
            <a:spAutoFit/>
          </a:bodyPr>
          <a:lstStyle/>
          <a:p>
            <a:r>
              <a:rPr lang="en-GB" sz="1200" dirty="0"/>
              <a:t>5) IMPACT OF QUANTIZATION</a:t>
            </a:r>
          </a:p>
        </p:txBody>
      </p:sp>
      <p:sp>
        <p:nvSpPr>
          <p:cNvPr id="3" name="TextBox 2">
            <a:extLst>
              <a:ext uri="{FF2B5EF4-FFF2-40B4-BE49-F238E27FC236}">
                <a16:creationId xmlns:a16="http://schemas.microsoft.com/office/drawing/2014/main" id="{E6856B5C-94BB-3A8E-7A3D-80775801DC93}"/>
              </a:ext>
            </a:extLst>
          </p:cNvPr>
          <p:cNvSpPr txBox="1"/>
          <p:nvPr/>
        </p:nvSpPr>
        <p:spPr>
          <a:xfrm>
            <a:off x="13750" y="3762191"/>
            <a:ext cx="1785600" cy="276999"/>
          </a:xfrm>
          <a:prstGeom prst="rect">
            <a:avLst/>
          </a:prstGeom>
          <a:solidFill>
            <a:schemeClr val="bg2">
              <a:lumMod val="20000"/>
              <a:lumOff val="80000"/>
            </a:schemeClr>
          </a:solidFill>
        </p:spPr>
        <p:txBody>
          <a:bodyPr wrap="square" rtlCol="0">
            <a:spAutoFit/>
          </a:bodyPr>
          <a:lstStyle/>
          <a:p>
            <a:r>
              <a:rPr lang="en-GB" sz="1200" dirty="0"/>
              <a:t>7) FINE - TUNING</a:t>
            </a:r>
          </a:p>
        </p:txBody>
      </p:sp>
      <p:sp>
        <p:nvSpPr>
          <p:cNvPr id="4" name="TextBox 3">
            <a:extLst>
              <a:ext uri="{FF2B5EF4-FFF2-40B4-BE49-F238E27FC236}">
                <a16:creationId xmlns:a16="http://schemas.microsoft.com/office/drawing/2014/main" id="{0338211E-A204-DB1C-9C3A-4DA680FEF274}"/>
              </a:ext>
            </a:extLst>
          </p:cNvPr>
          <p:cNvSpPr txBox="1"/>
          <p:nvPr/>
        </p:nvSpPr>
        <p:spPr>
          <a:xfrm>
            <a:off x="17852" y="4198853"/>
            <a:ext cx="1785600" cy="276999"/>
          </a:xfrm>
          <a:prstGeom prst="rect">
            <a:avLst/>
          </a:prstGeom>
          <a:solidFill>
            <a:schemeClr val="bg2">
              <a:lumMod val="20000"/>
              <a:lumOff val="80000"/>
            </a:schemeClr>
          </a:solidFill>
        </p:spPr>
        <p:txBody>
          <a:bodyPr wrap="square" rtlCol="0">
            <a:spAutoFit/>
          </a:bodyPr>
          <a:lstStyle/>
          <a:p>
            <a:r>
              <a:rPr lang="en-GB" sz="1200" dirty="0"/>
              <a:t>8) RESULTS</a:t>
            </a:r>
          </a:p>
        </p:txBody>
      </p:sp>
      <p:sp>
        <p:nvSpPr>
          <p:cNvPr id="12" name="TextBox 11">
            <a:extLst>
              <a:ext uri="{FF2B5EF4-FFF2-40B4-BE49-F238E27FC236}">
                <a16:creationId xmlns:a16="http://schemas.microsoft.com/office/drawing/2014/main" id="{A1273B9B-F9D9-A0D2-988B-A731FE328BDA}"/>
              </a:ext>
            </a:extLst>
          </p:cNvPr>
          <p:cNvSpPr txBox="1"/>
          <p:nvPr/>
        </p:nvSpPr>
        <p:spPr>
          <a:xfrm>
            <a:off x="17852" y="4635515"/>
            <a:ext cx="1785600" cy="276999"/>
          </a:xfrm>
          <a:prstGeom prst="rect">
            <a:avLst/>
          </a:prstGeom>
          <a:solidFill>
            <a:schemeClr val="bg2">
              <a:lumMod val="20000"/>
              <a:lumOff val="80000"/>
            </a:schemeClr>
          </a:solidFill>
        </p:spPr>
        <p:txBody>
          <a:bodyPr wrap="square" rtlCol="0">
            <a:spAutoFit/>
          </a:bodyPr>
          <a:lstStyle/>
          <a:p>
            <a:r>
              <a:rPr lang="en-GB" sz="1200" dirty="0"/>
              <a:t>9) CONCLUSION</a:t>
            </a:r>
          </a:p>
        </p:txBody>
      </p:sp>
      <p:sp>
        <p:nvSpPr>
          <p:cNvPr id="5" name="TextBox 4">
            <a:extLst>
              <a:ext uri="{FF2B5EF4-FFF2-40B4-BE49-F238E27FC236}">
                <a16:creationId xmlns:a16="http://schemas.microsoft.com/office/drawing/2014/main" id="{499FD304-E1B6-D036-B728-666568C323BF}"/>
              </a:ext>
            </a:extLst>
          </p:cNvPr>
          <p:cNvSpPr txBox="1"/>
          <p:nvPr/>
        </p:nvSpPr>
        <p:spPr>
          <a:xfrm>
            <a:off x="380660" y="1097784"/>
            <a:ext cx="5939627" cy="284693"/>
          </a:xfrm>
          <a:prstGeom prst="rect">
            <a:avLst/>
          </a:prstGeom>
          <a:noFill/>
        </p:spPr>
        <p:txBody>
          <a:bodyPr wrap="square">
            <a:spAutoFit/>
          </a:bodyPr>
          <a:lstStyle/>
          <a:p>
            <a:pPr algn="l">
              <a:lnSpc>
                <a:spcPts val="1500"/>
              </a:lnSpc>
              <a:spcAft>
                <a:spcPts val="225"/>
              </a:spcAft>
            </a:pPr>
            <a:r>
              <a:rPr lang="en-IN" b="1" i="0" dirty="0">
                <a:solidFill>
                  <a:schemeClr val="tx1"/>
                </a:solidFill>
                <a:effectLst/>
                <a:latin typeface="+mj-lt"/>
              </a:rPr>
              <a:t>Dataset:</a:t>
            </a:r>
            <a:r>
              <a:rPr lang="en-IN" b="0" i="0" dirty="0">
                <a:solidFill>
                  <a:schemeClr val="tx1"/>
                </a:solidFill>
                <a:effectLst/>
                <a:latin typeface="+mj-lt"/>
              </a:rPr>
              <a:t> Alpaca-Swedish-Refined (Instruction Tuning – 5000 samples). </a:t>
            </a:r>
          </a:p>
        </p:txBody>
      </p:sp>
      <p:sp>
        <p:nvSpPr>
          <p:cNvPr id="15" name="TextBox 14">
            <a:extLst>
              <a:ext uri="{FF2B5EF4-FFF2-40B4-BE49-F238E27FC236}">
                <a16:creationId xmlns:a16="http://schemas.microsoft.com/office/drawing/2014/main" id="{576D5E26-70C8-03FC-A4D2-7D0450E0B200}"/>
              </a:ext>
            </a:extLst>
          </p:cNvPr>
          <p:cNvSpPr txBox="1"/>
          <p:nvPr/>
        </p:nvSpPr>
        <p:spPr>
          <a:xfrm>
            <a:off x="380660" y="803885"/>
            <a:ext cx="6694998" cy="284693"/>
          </a:xfrm>
          <a:prstGeom prst="rect">
            <a:avLst/>
          </a:prstGeom>
          <a:noFill/>
        </p:spPr>
        <p:txBody>
          <a:bodyPr wrap="square">
            <a:spAutoFit/>
          </a:bodyPr>
          <a:lstStyle/>
          <a:p>
            <a:pPr algn="l">
              <a:lnSpc>
                <a:spcPts val="1500"/>
              </a:lnSpc>
              <a:spcAft>
                <a:spcPts val="225"/>
              </a:spcAft>
            </a:pPr>
            <a:r>
              <a:rPr lang="en-IN" b="1" i="0" dirty="0">
                <a:solidFill>
                  <a:schemeClr val="tx1"/>
                </a:solidFill>
                <a:effectLst/>
                <a:latin typeface="+mj-lt"/>
              </a:rPr>
              <a:t>Goal:</a:t>
            </a:r>
            <a:r>
              <a:rPr lang="en-IN" b="0" i="0" dirty="0">
                <a:solidFill>
                  <a:schemeClr val="tx1"/>
                </a:solidFill>
                <a:effectLst/>
                <a:latin typeface="+mj-lt"/>
              </a:rPr>
              <a:t> Force the model to realign its latent features toward Swedish understanding.</a:t>
            </a:r>
          </a:p>
        </p:txBody>
      </p:sp>
      <p:pic>
        <p:nvPicPr>
          <p:cNvPr id="19" name="Picture 18">
            <a:extLst>
              <a:ext uri="{FF2B5EF4-FFF2-40B4-BE49-F238E27FC236}">
                <a16:creationId xmlns:a16="http://schemas.microsoft.com/office/drawing/2014/main" id="{4BE9A20D-E6C6-E6B7-B7B3-4A5A3167EF18}"/>
              </a:ext>
            </a:extLst>
          </p:cNvPr>
          <p:cNvPicPr>
            <a:picLocks noChangeAspect="1"/>
          </p:cNvPicPr>
          <p:nvPr/>
        </p:nvPicPr>
        <p:blipFill>
          <a:blip r:embed="rId3"/>
          <a:srcRect r="50000" b="50000"/>
          <a:stretch>
            <a:fillRect/>
          </a:stretch>
        </p:blipFill>
        <p:spPr>
          <a:xfrm>
            <a:off x="6148833" y="1088578"/>
            <a:ext cx="2838933" cy="1892622"/>
          </a:xfrm>
          <a:prstGeom prst="rect">
            <a:avLst/>
          </a:prstGeom>
          <a:ln>
            <a:noFill/>
          </a:ln>
          <a:effectLst>
            <a:outerShdw blurRad="292100" dist="139700" dir="2700000" algn="tl" rotWithShape="0">
              <a:srgbClr val="333333">
                <a:alpha val="65000"/>
              </a:srgbClr>
            </a:outerShdw>
          </a:effectLst>
        </p:spPr>
      </p:pic>
      <mc:AlternateContent xmlns:mc="http://schemas.openxmlformats.org/markup-compatibility/2006" xmlns:a14="http://schemas.microsoft.com/office/drawing/2010/main">
        <mc:Choice Requires="a14">
          <p:sp>
            <p:nvSpPr>
              <p:cNvPr id="22" name="TextBox 21">
                <a:extLst>
                  <a:ext uri="{FF2B5EF4-FFF2-40B4-BE49-F238E27FC236}">
                    <a16:creationId xmlns:a16="http://schemas.microsoft.com/office/drawing/2014/main" id="{4BE6A604-654E-F037-5E99-381ADE9E8AE2}"/>
                  </a:ext>
                </a:extLst>
              </p:cNvPr>
              <p:cNvSpPr txBox="1"/>
              <p:nvPr/>
            </p:nvSpPr>
            <p:spPr>
              <a:xfrm>
                <a:off x="467554" y="3844506"/>
                <a:ext cx="4738976" cy="1156727"/>
              </a:xfrm>
              <a:prstGeom prst="rect">
                <a:avLst/>
              </a:prstGeom>
              <a:noFill/>
            </p:spPr>
            <p:txBody>
              <a:bodyPr wrap="square">
                <a:spAutoFit/>
              </a:bodyPr>
              <a:lstStyle/>
              <a:p>
                <a:pPr algn="l">
                  <a:lnSpc>
                    <a:spcPts val="1500"/>
                  </a:lnSpc>
                  <a:spcAft>
                    <a:spcPts val="225"/>
                  </a:spcAft>
                </a:pPr>
                <a:r>
                  <a:rPr lang="en-IN" b="1" i="0" dirty="0">
                    <a:solidFill>
                      <a:schemeClr val="tx1"/>
                    </a:solidFill>
                    <a:effectLst/>
                    <a:latin typeface="+mj-lt"/>
                  </a:rPr>
                  <a:t>Configuration:</a:t>
                </a:r>
                <a:endParaRPr lang="en-IN" dirty="0">
                  <a:solidFill>
                    <a:schemeClr val="tx1"/>
                  </a:solidFill>
                  <a:latin typeface="+mj-lt"/>
                </a:endParaRPr>
              </a:p>
              <a:p>
                <a:pPr marL="285750" indent="-285750" algn="l">
                  <a:lnSpc>
                    <a:spcPts val="1500"/>
                  </a:lnSpc>
                  <a:spcAft>
                    <a:spcPts val="225"/>
                  </a:spcAft>
                  <a:buFont typeface="Arial" panose="020B0604020202020204" pitchFamily="34" charset="0"/>
                  <a:buChar char="•"/>
                </a:pPr>
                <a:r>
                  <a:rPr lang="en-IN" b="1" i="0" dirty="0">
                    <a:solidFill>
                      <a:schemeClr val="tx1"/>
                    </a:solidFill>
                    <a:effectLst/>
                    <a:latin typeface="+mj-lt"/>
                  </a:rPr>
                  <a:t>Base:</a:t>
                </a:r>
                <a:r>
                  <a:rPr lang="en-IN" b="0" i="0" dirty="0">
                    <a:solidFill>
                      <a:schemeClr val="tx1"/>
                    </a:solidFill>
                    <a:effectLst/>
                    <a:latin typeface="+mj-lt"/>
                  </a:rPr>
                  <a:t> Llama-3-8B (4-bit).</a:t>
                </a:r>
              </a:p>
              <a:p>
                <a:pPr marL="285750" indent="-285750" algn="l">
                  <a:lnSpc>
                    <a:spcPts val="1500"/>
                  </a:lnSpc>
                  <a:spcAft>
                    <a:spcPts val="225"/>
                  </a:spcAft>
                  <a:buFont typeface="Arial" panose="020B0604020202020204" pitchFamily="34" charset="0"/>
                  <a:buChar char="•"/>
                </a:pPr>
                <a:r>
                  <a:rPr lang="en-IN" b="1" i="0" dirty="0">
                    <a:solidFill>
                      <a:schemeClr val="tx1"/>
                    </a:solidFill>
                    <a:effectLst/>
                    <a:latin typeface="+mj-lt"/>
                  </a:rPr>
                  <a:t>Params:</a:t>
                </a:r>
                <a:r>
                  <a:rPr lang="en-IN" b="0" i="0" dirty="0">
                    <a:solidFill>
                      <a:schemeClr val="tx1"/>
                    </a:solidFill>
                    <a:effectLst/>
                    <a:latin typeface="+mj-lt"/>
                  </a:rPr>
                  <a:t> Rank </a:t>
                </a:r>
              </a:p>
              <a:p>
                <a:pPr marL="285750" indent="-285750" algn="l">
                  <a:lnSpc>
                    <a:spcPts val="1500"/>
                  </a:lnSpc>
                  <a:spcAft>
                    <a:spcPts val="225"/>
                  </a:spcAft>
                  <a:buFont typeface="Arial" panose="020B0604020202020204" pitchFamily="34" charset="0"/>
                  <a:buChar char="•"/>
                </a:pPr>
                <a14:m>
                  <m:oMath xmlns:m="http://schemas.openxmlformats.org/officeDocument/2006/math">
                    <m:r>
                      <a:rPr lang="en-IN" i="1">
                        <a:solidFill>
                          <a:schemeClr val="tx1"/>
                        </a:solidFill>
                        <a:latin typeface="Cambria Math" panose="02040503050406030204" pitchFamily="18" charset="0"/>
                      </a:rPr>
                      <m:t>𝑟</m:t>
                    </m:r>
                    <m:r>
                      <a:rPr lang="en-IN" i="0">
                        <a:solidFill>
                          <a:schemeClr val="tx1"/>
                        </a:solidFill>
                        <a:latin typeface="Cambria Math" panose="02040503050406030204" pitchFamily="18" charset="0"/>
                      </a:rPr>
                      <m:t>=16</m:t>
                    </m:r>
                  </m:oMath>
                </a14:m>
                <a:endParaRPr lang="en-IN" dirty="0">
                  <a:solidFill>
                    <a:schemeClr val="tx1"/>
                  </a:solidFill>
                  <a:latin typeface="+mj-lt"/>
                </a:endParaRPr>
              </a:p>
              <a:p>
                <a:pPr marL="285750" indent="-285750" algn="l">
                  <a:lnSpc>
                    <a:spcPts val="1500"/>
                  </a:lnSpc>
                  <a:spcAft>
                    <a:spcPts val="225"/>
                  </a:spcAft>
                  <a:buFont typeface="Arial" panose="020B0604020202020204" pitchFamily="34" charset="0"/>
                  <a:buChar char="•"/>
                </a:pPr>
                <a14:m>
                  <m:oMath xmlns:m="http://schemas.openxmlformats.org/officeDocument/2006/math">
                    <m:r>
                      <a:rPr lang="en-IN" b="0" i="1" dirty="0" smtClean="0">
                        <a:solidFill>
                          <a:schemeClr val="tx1"/>
                        </a:solidFill>
                        <a:effectLst/>
                        <a:latin typeface="Cambria Math" panose="02040503050406030204" pitchFamily="18" charset="0"/>
                      </a:rPr>
                      <m:t>𝛼</m:t>
                    </m:r>
                    <m:r>
                      <a:rPr lang="en-IN" b="0" i="1" dirty="0" smtClean="0">
                        <a:solidFill>
                          <a:schemeClr val="tx1"/>
                        </a:solidFill>
                        <a:effectLst/>
                        <a:latin typeface="Cambria Math" panose="02040503050406030204" pitchFamily="18" charset="0"/>
                      </a:rPr>
                      <m:t>=32</m:t>
                    </m:r>
                  </m:oMath>
                </a14:m>
                <a:endParaRPr lang="en-IN" b="0" i="0" dirty="0">
                  <a:solidFill>
                    <a:schemeClr val="tx1"/>
                  </a:solidFill>
                  <a:effectLst/>
                  <a:latin typeface="+mj-lt"/>
                </a:endParaRPr>
              </a:p>
            </p:txBody>
          </p:sp>
        </mc:Choice>
        <mc:Fallback xmlns="">
          <p:sp>
            <p:nvSpPr>
              <p:cNvPr id="22" name="TextBox 21">
                <a:extLst>
                  <a:ext uri="{FF2B5EF4-FFF2-40B4-BE49-F238E27FC236}">
                    <a16:creationId xmlns:a16="http://schemas.microsoft.com/office/drawing/2014/main" id="{4BE6A604-654E-F037-5E99-381ADE9E8AE2}"/>
                  </a:ext>
                </a:extLst>
              </p:cNvPr>
              <p:cNvSpPr txBox="1">
                <a:spLocks noRot="1" noChangeAspect="1" noMove="1" noResize="1" noEditPoints="1" noAdjustHandles="1" noChangeArrowheads="1" noChangeShapeType="1" noTextEdit="1"/>
              </p:cNvSpPr>
              <p:nvPr/>
            </p:nvSpPr>
            <p:spPr>
              <a:xfrm>
                <a:off x="467554" y="3844506"/>
                <a:ext cx="4738976" cy="1156727"/>
              </a:xfrm>
              <a:prstGeom prst="rect">
                <a:avLst/>
              </a:prstGeom>
              <a:blipFill>
                <a:blip r:embed="rId4"/>
                <a:stretch>
                  <a:fillRect l="-386" t="-2646" b="-3704"/>
                </a:stretch>
              </a:blipFill>
            </p:spPr>
            <p:txBody>
              <a:bodyPr/>
              <a:lstStyle/>
              <a:p>
                <a:r>
                  <a:rPr lang="en-IN">
                    <a:noFill/>
                  </a:rPr>
                  <a:t> </a:t>
                </a:r>
              </a:p>
            </p:txBody>
          </p:sp>
        </mc:Fallback>
      </mc:AlternateContent>
      <p:pic>
        <p:nvPicPr>
          <p:cNvPr id="23" name="Picture 22">
            <a:extLst>
              <a:ext uri="{FF2B5EF4-FFF2-40B4-BE49-F238E27FC236}">
                <a16:creationId xmlns:a16="http://schemas.microsoft.com/office/drawing/2014/main" id="{487BBD82-4F68-EB44-5E16-B363B8AF1286}"/>
              </a:ext>
            </a:extLst>
          </p:cNvPr>
          <p:cNvPicPr>
            <a:picLocks noChangeAspect="1"/>
          </p:cNvPicPr>
          <p:nvPr/>
        </p:nvPicPr>
        <p:blipFill>
          <a:blip r:embed="rId3"/>
          <a:srcRect l="50000" t="360" b="49640"/>
          <a:stretch>
            <a:fillRect/>
          </a:stretch>
        </p:blipFill>
        <p:spPr>
          <a:xfrm>
            <a:off x="6148832" y="3108611"/>
            <a:ext cx="2838933" cy="1892622"/>
          </a:xfrm>
          <a:prstGeom prst="rect">
            <a:avLst/>
          </a:prstGeom>
          <a:ln>
            <a:noFill/>
          </a:ln>
          <a:effectLst>
            <a:outerShdw blurRad="292100" dist="139700" dir="2700000" algn="tl" rotWithShape="0">
              <a:srgbClr val="333333">
                <a:alpha val="65000"/>
              </a:srgbClr>
            </a:outerShdw>
          </a:effectLst>
        </p:spPr>
      </p:pic>
      <p:graphicFrame>
        <p:nvGraphicFramePr>
          <p:cNvPr id="25" name="Table 24">
            <a:extLst>
              <a:ext uri="{FF2B5EF4-FFF2-40B4-BE49-F238E27FC236}">
                <a16:creationId xmlns:a16="http://schemas.microsoft.com/office/drawing/2014/main" id="{312428E8-37BC-46D3-0E06-9F92D76758B5}"/>
              </a:ext>
            </a:extLst>
          </p:cNvPr>
          <p:cNvGraphicFramePr>
            <a:graphicFrameLocks noGrp="1"/>
          </p:cNvGraphicFramePr>
          <p:nvPr>
            <p:extLst>
              <p:ext uri="{D42A27DB-BD31-4B8C-83A1-F6EECF244321}">
                <p14:modId xmlns:p14="http://schemas.microsoft.com/office/powerpoint/2010/main" val="3401642306"/>
              </p:ext>
            </p:extLst>
          </p:nvPr>
        </p:nvGraphicFramePr>
        <p:xfrm>
          <a:off x="467554" y="1421024"/>
          <a:ext cx="5459437" cy="2340000"/>
        </p:xfrm>
        <a:graphic>
          <a:graphicData uri="http://schemas.openxmlformats.org/drawingml/2006/table">
            <a:tbl>
              <a:tblPr>
                <a:tableStyleId>{08FB837D-C827-4EFA-A057-4D05807E0F7C}</a:tableStyleId>
              </a:tblPr>
              <a:tblGrid>
                <a:gridCol w="816492">
                  <a:extLst>
                    <a:ext uri="{9D8B030D-6E8A-4147-A177-3AD203B41FA5}">
                      <a16:colId xmlns:a16="http://schemas.microsoft.com/office/drawing/2014/main" val="2863307435"/>
                    </a:ext>
                  </a:extLst>
                </a:gridCol>
                <a:gridCol w="835572">
                  <a:extLst>
                    <a:ext uri="{9D8B030D-6E8A-4147-A177-3AD203B41FA5}">
                      <a16:colId xmlns:a16="http://schemas.microsoft.com/office/drawing/2014/main" val="1667264042"/>
                    </a:ext>
                  </a:extLst>
                </a:gridCol>
                <a:gridCol w="3807373">
                  <a:extLst>
                    <a:ext uri="{9D8B030D-6E8A-4147-A177-3AD203B41FA5}">
                      <a16:colId xmlns:a16="http://schemas.microsoft.com/office/drawing/2014/main" val="154550662"/>
                    </a:ext>
                  </a:extLst>
                </a:gridCol>
              </a:tblGrid>
              <a:tr h="216000">
                <a:tc gridSpan="3">
                  <a:txBody>
                    <a:bodyPr/>
                    <a:lstStyle/>
                    <a:p>
                      <a:pPr algn="ctr" fontAlgn="b">
                        <a:buNone/>
                      </a:pPr>
                      <a:r>
                        <a:rPr lang="en-IN" sz="1100" b="1" i="0" u="none" strike="noStrike" dirty="0">
                          <a:solidFill>
                            <a:srgbClr val="000000"/>
                          </a:solidFill>
                          <a:effectLst/>
                          <a:latin typeface="+mj-lt"/>
                        </a:rPr>
                        <a:t>Dataset Examples: (2) </a:t>
                      </a:r>
                    </a:p>
                  </a:txBody>
                  <a:tcPr marL="6350" marR="6350" marT="6350" marB="0" anchor="ctr"/>
                </a:tc>
                <a:tc hMerge="1">
                  <a:txBody>
                    <a:bodyPr/>
                    <a:lstStyle/>
                    <a:p>
                      <a:pPr algn="ctr" fontAlgn="b">
                        <a:buNone/>
                      </a:pPr>
                      <a:endParaRPr lang="en-IN" sz="1100" b="0" i="0" u="none" strike="noStrike" dirty="0">
                        <a:solidFill>
                          <a:srgbClr val="000000"/>
                        </a:solidFill>
                        <a:effectLst/>
                        <a:latin typeface="Calibri" panose="020F0502020204030204" pitchFamily="34" charset="0"/>
                      </a:endParaRPr>
                    </a:p>
                  </a:txBody>
                  <a:tcPr marL="6350" marR="6350" marT="6350" marB="0" anchor="ctr"/>
                </a:tc>
                <a:tc hMerge="1">
                  <a:txBody>
                    <a:bodyPr/>
                    <a:lstStyle/>
                    <a:p>
                      <a:endParaRPr lang="en-IN"/>
                    </a:p>
                  </a:txBody>
                  <a:tcPr/>
                </a:tc>
                <a:extLst>
                  <a:ext uri="{0D108BD9-81ED-4DB2-BD59-A6C34878D82A}">
                    <a16:rowId xmlns:a16="http://schemas.microsoft.com/office/drawing/2014/main" val="363207990"/>
                  </a:ext>
                </a:extLst>
              </a:tr>
              <a:tr h="216000">
                <a:tc>
                  <a:txBody>
                    <a:bodyPr/>
                    <a:lstStyle/>
                    <a:p>
                      <a:pPr algn="l" fontAlgn="b">
                        <a:buNone/>
                      </a:pPr>
                      <a:r>
                        <a:rPr lang="en-IN" sz="1100" b="0" i="0" u="none" strike="noStrike" dirty="0">
                          <a:solidFill>
                            <a:srgbClr val="000000"/>
                          </a:solidFill>
                          <a:effectLst/>
                          <a:latin typeface="+mj-lt"/>
                        </a:rPr>
                        <a:t>  Instruction</a:t>
                      </a:r>
                    </a:p>
                  </a:txBody>
                  <a:tcPr marL="6350" marR="6350" marT="6350" marB="0" anchor="ctr"/>
                </a:tc>
                <a:tc>
                  <a:txBody>
                    <a:bodyPr/>
                    <a:lstStyle/>
                    <a:p>
                      <a:pPr algn="ctr" fontAlgn="b">
                        <a:buNone/>
                      </a:pPr>
                      <a:r>
                        <a:rPr lang="en-IN" sz="1100" b="0" i="0" u="none" strike="noStrike" cap="none" dirty="0">
                          <a:solidFill>
                            <a:schemeClr val="dk1"/>
                          </a:solidFill>
                          <a:effectLst/>
                          <a:latin typeface="+mj-lt"/>
                          <a:ea typeface="+mn-ea"/>
                          <a:cs typeface="+mn-cs"/>
                          <a:sym typeface="Arial"/>
                        </a:rPr>
                        <a:t>Input</a:t>
                      </a:r>
                      <a:endParaRPr lang="en-IN" sz="1100" b="0" i="0" u="none" strike="noStrike" dirty="0">
                        <a:solidFill>
                          <a:srgbClr val="000000"/>
                        </a:solidFill>
                        <a:effectLst/>
                        <a:latin typeface="+mj-lt"/>
                      </a:endParaRPr>
                    </a:p>
                  </a:txBody>
                  <a:tcPr marL="6350" marR="6350" marT="6350" marB="0" anchor="ctr"/>
                </a:tc>
                <a:tc>
                  <a:txBody>
                    <a:bodyPr/>
                    <a:lstStyle/>
                    <a:p>
                      <a:pPr algn="ctr" fontAlgn="b">
                        <a:buNone/>
                      </a:pPr>
                      <a:r>
                        <a:rPr lang="en-IN" sz="1100" b="0" i="0" u="none" strike="noStrike" cap="none" dirty="0">
                          <a:solidFill>
                            <a:schemeClr val="dk1"/>
                          </a:solidFill>
                          <a:effectLst/>
                          <a:latin typeface="+mj-lt"/>
                          <a:ea typeface="+mn-ea"/>
                          <a:cs typeface="+mn-cs"/>
                          <a:sym typeface="Arial"/>
                        </a:rPr>
                        <a:t>Output</a:t>
                      </a:r>
                      <a:endParaRPr lang="en-IN" sz="1100" b="0" i="0" u="none" strike="noStrike" dirty="0">
                        <a:solidFill>
                          <a:srgbClr val="000000"/>
                        </a:solidFill>
                        <a:effectLst/>
                        <a:latin typeface="+mj-lt"/>
                      </a:endParaRPr>
                    </a:p>
                  </a:txBody>
                  <a:tcPr marL="6350" marR="6350" marT="6350" marB="0" anchor="ctr"/>
                </a:tc>
                <a:extLst>
                  <a:ext uri="{0D108BD9-81ED-4DB2-BD59-A6C34878D82A}">
                    <a16:rowId xmlns:a16="http://schemas.microsoft.com/office/drawing/2014/main" val="3262554403"/>
                  </a:ext>
                </a:extLst>
              </a:tr>
              <a:tr h="1116000">
                <a:tc>
                  <a:txBody>
                    <a:bodyPr/>
                    <a:lstStyle/>
                    <a:p>
                      <a:pPr algn="l" fontAlgn="b">
                        <a:buNone/>
                      </a:pPr>
                      <a:r>
                        <a:rPr lang="sv-SE" sz="1100" b="0" i="0" u="none" strike="noStrike" cap="none" dirty="0">
                          <a:solidFill>
                            <a:schemeClr val="dk1"/>
                          </a:solidFill>
                          <a:effectLst/>
                          <a:latin typeface="+mj-lt"/>
                          <a:ea typeface="+mn-ea"/>
                          <a:cs typeface="+mn-cs"/>
                          <a:sym typeface="Arial"/>
                        </a:rPr>
                        <a:t> Vilka är de </a:t>
                      </a:r>
                    </a:p>
                    <a:p>
                      <a:pPr algn="l" fontAlgn="b">
                        <a:buNone/>
                      </a:pPr>
                      <a:r>
                        <a:rPr lang="sv-SE" sz="1100" b="0" i="0" u="none" strike="noStrike" cap="none" dirty="0">
                          <a:solidFill>
                            <a:schemeClr val="dk1"/>
                          </a:solidFill>
                          <a:effectLst/>
                          <a:latin typeface="+mj-lt"/>
                          <a:ea typeface="+mn-ea"/>
                          <a:cs typeface="+mn-cs"/>
                          <a:sym typeface="Arial"/>
                        </a:rPr>
                        <a:t> tre primära </a:t>
                      </a:r>
                    </a:p>
                    <a:p>
                      <a:pPr algn="l" fontAlgn="b">
                        <a:buNone/>
                      </a:pPr>
                      <a:r>
                        <a:rPr lang="sv-SE" sz="1100" b="0" i="0" u="none" strike="noStrike" cap="none" dirty="0">
                          <a:solidFill>
                            <a:schemeClr val="dk1"/>
                          </a:solidFill>
                          <a:effectLst/>
                          <a:latin typeface="+mj-lt"/>
                          <a:ea typeface="+mn-ea"/>
                          <a:cs typeface="+mn-cs"/>
                          <a:sym typeface="Arial"/>
                        </a:rPr>
                        <a:t> färgerna?</a:t>
                      </a:r>
                      <a:endParaRPr lang="en-IN" sz="1100" b="0" i="0" u="none" strike="noStrike" dirty="0">
                        <a:solidFill>
                          <a:srgbClr val="000000"/>
                        </a:solidFill>
                        <a:effectLst/>
                        <a:latin typeface="+mj-lt"/>
                      </a:endParaRPr>
                    </a:p>
                  </a:txBody>
                  <a:tcPr marL="6350" marR="6350" marT="6350" marB="0" anchor="ctr"/>
                </a:tc>
                <a:tc>
                  <a:txBody>
                    <a:bodyPr/>
                    <a:lstStyle/>
                    <a:p>
                      <a:pPr algn="ctr" fontAlgn="b">
                        <a:buNone/>
                      </a:pPr>
                      <a:endParaRPr lang="en-IN" sz="1100" b="0" i="0" u="none" strike="noStrike" dirty="0">
                        <a:solidFill>
                          <a:srgbClr val="000000"/>
                        </a:solidFill>
                        <a:effectLst/>
                        <a:latin typeface="+mj-lt"/>
                      </a:endParaRPr>
                    </a:p>
                  </a:txBody>
                  <a:tcPr marL="6350" marR="6350" marT="6350" marB="0" anchor="ctr"/>
                </a:tc>
                <a:tc>
                  <a:txBody>
                    <a:bodyPr/>
                    <a:lstStyle/>
                    <a:p>
                      <a:pPr algn="ctr" fontAlgn="b">
                        <a:buNone/>
                      </a:pPr>
                      <a:r>
                        <a:rPr lang="sv-SE" sz="1100" b="0" i="0" u="none" strike="noStrike" cap="none" dirty="0">
                          <a:solidFill>
                            <a:schemeClr val="dk1"/>
                          </a:solidFill>
                          <a:effectLst/>
                          <a:latin typeface="+mj-lt"/>
                          <a:ea typeface="+mn-ea"/>
                          <a:cs typeface="+mn-cs"/>
                          <a:sym typeface="Arial"/>
                        </a:rPr>
                        <a:t>De tre primära färgerna är rött, blått och gult. Dessa färger kallas primära eftersom de inte kan skapas genom att blanda andra färger, och alla andra färger kan göras genom att kombinera dem i olika proportioner. I det additiva färgsystemet, som används för ljus, är de primära färgerna rött, grönt och blått (RGB).</a:t>
                      </a:r>
                      <a:endParaRPr lang="en-IN" sz="1100" b="0" i="0" u="none" strike="noStrike" dirty="0">
                        <a:solidFill>
                          <a:srgbClr val="000000"/>
                        </a:solidFill>
                        <a:effectLst/>
                        <a:latin typeface="+mj-lt"/>
                      </a:endParaRPr>
                    </a:p>
                  </a:txBody>
                  <a:tcPr marL="6350" marR="6350" marT="6350" marB="0" anchor="ctr"/>
                </a:tc>
                <a:extLst>
                  <a:ext uri="{0D108BD9-81ED-4DB2-BD59-A6C34878D82A}">
                    <a16:rowId xmlns:a16="http://schemas.microsoft.com/office/drawing/2014/main" val="511500702"/>
                  </a:ext>
                </a:extLst>
              </a:tr>
              <a:tr h="792000">
                <a:tc>
                  <a:txBody>
                    <a:bodyPr/>
                    <a:lstStyle/>
                    <a:p>
                      <a:pPr algn="l" fontAlgn="b">
                        <a:buNone/>
                      </a:pPr>
                      <a:r>
                        <a:rPr lang="en-IN" sz="1100" b="0" i="0" u="none" strike="noStrike" cap="none" dirty="0">
                          <a:solidFill>
                            <a:schemeClr val="dk1"/>
                          </a:solidFill>
                          <a:effectLst/>
                          <a:latin typeface="+mj-lt"/>
                          <a:ea typeface="+mn-ea"/>
                          <a:cs typeface="+mn-cs"/>
                          <a:sym typeface="Arial"/>
                        </a:rPr>
                        <a:t>  </a:t>
                      </a:r>
                      <a:r>
                        <a:rPr lang="en-IN" sz="1100" b="0" i="0" u="none" strike="noStrike" cap="none" dirty="0" err="1">
                          <a:solidFill>
                            <a:schemeClr val="dk1"/>
                          </a:solidFill>
                          <a:effectLst/>
                          <a:latin typeface="+mj-lt"/>
                          <a:ea typeface="+mn-ea"/>
                          <a:cs typeface="+mn-cs"/>
                          <a:sym typeface="Arial"/>
                        </a:rPr>
                        <a:t>Identifiera</a:t>
                      </a:r>
                      <a:r>
                        <a:rPr lang="en-IN" sz="1100" b="0" i="0" u="none" strike="noStrike" cap="none" dirty="0">
                          <a:solidFill>
                            <a:schemeClr val="dk1"/>
                          </a:solidFill>
                          <a:effectLst/>
                          <a:latin typeface="+mj-lt"/>
                          <a:ea typeface="+mn-ea"/>
                          <a:cs typeface="+mn-cs"/>
                          <a:sym typeface="Arial"/>
                        </a:rPr>
                        <a:t> </a:t>
                      </a:r>
                    </a:p>
                    <a:p>
                      <a:pPr algn="l" fontAlgn="b">
                        <a:buNone/>
                      </a:pPr>
                      <a:r>
                        <a:rPr lang="en-IN" sz="1100" b="0" i="0" u="none" strike="noStrike" cap="none" dirty="0">
                          <a:solidFill>
                            <a:schemeClr val="dk1"/>
                          </a:solidFill>
                          <a:effectLst/>
                          <a:latin typeface="+mj-lt"/>
                          <a:ea typeface="+mn-ea"/>
                          <a:cs typeface="+mn-cs"/>
                          <a:sym typeface="Arial"/>
                        </a:rPr>
                        <a:t>  den </a:t>
                      </a:r>
                      <a:r>
                        <a:rPr lang="en-IN" sz="1100" b="0" i="0" u="none" strike="noStrike" cap="none" dirty="0" err="1">
                          <a:solidFill>
                            <a:schemeClr val="dk1"/>
                          </a:solidFill>
                          <a:effectLst/>
                          <a:latin typeface="+mj-lt"/>
                          <a:ea typeface="+mn-ea"/>
                          <a:cs typeface="+mn-cs"/>
                          <a:sym typeface="Arial"/>
                        </a:rPr>
                        <a:t>udda</a:t>
                      </a:r>
                      <a:r>
                        <a:rPr lang="en-IN" sz="1100" b="0" i="0" u="none" strike="noStrike" cap="none" dirty="0">
                          <a:solidFill>
                            <a:schemeClr val="dk1"/>
                          </a:solidFill>
                          <a:effectLst/>
                          <a:latin typeface="+mj-lt"/>
                          <a:ea typeface="+mn-ea"/>
                          <a:cs typeface="+mn-cs"/>
                          <a:sym typeface="Arial"/>
                        </a:rPr>
                        <a:t>.</a:t>
                      </a:r>
                      <a:endParaRPr lang="en-IN" sz="1100" b="0" i="0" u="none" strike="noStrike" dirty="0">
                        <a:solidFill>
                          <a:srgbClr val="000000"/>
                        </a:solidFill>
                        <a:effectLst/>
                        <a:latin typeface="+mj-lt"/>
                      </a:endParaRPr>
                    </a:p>
                  </a:txBody>
                  <a:tcPr marL="6350" marR="6350" marT="6350" marB="0" anchor="ctr"/>
                </a:tc>
                <a:tc>
                  <a:txBody>
                    <a:bodyPr/>
                    <a:lstStyle/>
                    <a:p>
                      <a:pPr algn="ctr" fontAlgn="b">
                        <a:buNone/>
                      </a:pPr>
                      <a:r>
                        <a:rPr lang="en-IN" sz="1100" b="0" i="0" u="none" strike="noStrike" cap="none" dirty="0">
                          <a:solidFill>
                            <a:schemeClr val="dk1"/>
                          </a:solidFill>
                          <a:effectLst/>
                          <a:latin typeface="+mj-lt"/>
                          <a:ea typeface="+mn-ea"/>
                          <a:cs typeface="+mn-cs"/>
                          <a:sym typeface="Arial"/>
                        </a:rPr>
                        <a:t>Twitter, Instagram, Telegram</a:t>
                      </a:r>
                      <a:endParaRPr lang="en-IN" sz="1100" b="0" i="0" u="none" strike="noStrike" dirty="0">
                        <a:solidFill>
                          <a:srgbClr val="000000"/>
                        </a:solidFill>
                        <a:effectLst/>
                        <a:latin typeface="+mj-lt"/>
                      </a:endParaRPr>
                    </a:p>
                  </a:txBody>
                  <a:tcPr marL="6350" marR="6350" marT="6350" marB="0" anchor="ctr"/>
                </a:tc>
                <a:tc>
                  <a:txBody>
                    <a:bodyPr/>
                    <a:lstStyle/>
                    <a:p>
                      <a:pPr algn="ctr" fontAlgn="b">
                        <a:buNone/>
                      </a:pPr>
                      <a:r>
                        <a:rPr lang="sv-SE" sz="1100" b="0" i="0" u="none" strike="noStrike" cap="none" dirty="0">
                          <a:solidFill>
                            <a:schemeClr val="dk1"/>
                          </a:solidFill>
                          <a:effectLst/>
                          <a:latin typeface="+mj-lt"/>
                          <a:ea typeface="+mn-ea"/>
                          <a:cs typeface="+mn-cs"/>
                          <a:sym typeface="Arial"/>
                        </a:rPr>
                        <a:t>Den udda är Telegram. Twitter och Instagram är sociala medier som främst används för att dela information, bilder och videor medan Telegram är en molnbaserad snabbmeddelande- och röst-över-IP-tjänst.</a:t>
                      </a:r>
                      <a:endParaRPr lang="en-IN" sz="1100" b="0" i="0" u="none" strike="noStrike" dirty="0">
                        <a:solidFill>
                          <a:srgbClr val="000000"/>
                        </a:solidFill>
                        <a:effectLst/>
                        <a:latin typeface="+mj-lt"/>
                      </a:endParaRPr>
                    </a:p>
                  </a:txBody>
                  <a:tcPr marL="6350" marR="6350" marT="6350" marB="0" anchor="ctr"/>
                </a:tc>
                <a:extLst>
                  <a:ext uri="{0D108BD9-81ED-4DB2-BD59-A6C34878D82A}">
                    <a16:rowId xmlns:a16="http://schemas.microsoft.com/office/drawing/2014/main" val="1365596377"/>
                  </a:ext>
                </a:extLst>
              </a:tr>
            </a:tbl>
          </a:graphicData>
        </a:graphic>
      </p:graphicFrame>
      <p:pic>
        <p:nvPicPr>
          <p:cNvPr id="29" name="Picture 28">
            <a:extLst>
              <a:ext uri="{FF2B5EF4-FFF2-40B4-BE49-F238E27FC236}">
                <a16:creationId xmlns:a16="http://schemas.microsoft.com/office/drawing/2014/main" id="{343831FD-7AE5-4E66-D239-07796317020C}"/>
              </a:ext>
            </a:extLst>
          </p:cNvPr>
          <p:cNvPicPr>
            <a:picLocks noChangeAspect="1"/>
          </p:cNvPicPr>
          <p:nvPr/>
        </p:nvPicPr>
        <p:blipFill>
          <a:blip r:embed="rId5"/>
          <a:stretch>
            <a:fillRect/>
          </a:stretch>
        </p:blipFill>
        <p:spPr>
          <a:xfrm rot="5400000">
            <a:off x="5483803" y="3679096"/>
            <a:ext cx="443188" cy="443188"/>
          </a:xfrm>
          <a:prstGeom prst="rect">
            <a:avLst/>
          </a:prstGeom>
        </p:spPr>
      </p:pic>
      <p:sp>
        <p:nvSpPr>
          <p:cNvPr id="31" name="TextBox 30">
            <a:extLst>
              <a:ext uri="{FF2B5EF4-FFF2-40B4-BE49-F238E27FC236}">
                <a16:creationId xmlns:a16="http://schemas.microsoft.com/office/drawing/2014/main" id="{CB66E595-7266-3C91-8F6E-938187332D55}"/>
              </a:ext>
            </a:extLst>
          </p:cNvPr>
          <p:cNvSpPr txBox="1"/>
          <p:nvPr/>
        </p:nvSpPr>
        <p:spPr>
          <a:xfrm>
            <a:off x="5705397" y="3931468"/>
            <a:ext cx="404784" cy="215444"/>
          </a:xfrm>
          <a:prstGeom prst="rect">
            <a:avLst/>
          </a:prstGeom>
          <a:noFill/>
        </p:spPr>
        <p:txBody>
          <a:bodyPr wrap="square">
            <a:spAutoFit/>
          </a:bodyPr>
          <a:lstStyle/>
          <a:p>
            <a:r>
              <a:rPr lang="en-IN" sz="800" b="0" i="0" dirty="0">
                <a:solidFill>
                  <a:schemeClr val="tx1"/>
                </a:solidFill>
                <a:effectLst/>
                <a:latin typeface="+mj-lt"/>
              </a:rPr>
              <a:t>[8]</a:t>
            </a:r>
            <a:endParaRPr lang="en-IN" sz="800" dirty="0"/>
          </a:p>
        </p:txBody>
      </p:sp>
    </p:spTree>
    <p:extLst>
      <p:ext uri="{BB962C8B-B14F-4D97-AF65-F5344CB8AC3E}">
        <p14:creationId xmlns:p14="http://schemas.microsoft.com/office/powerpoint/2010/main" val="10565982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0-#ppt_w/2"/>
                                          </p:val>
                                        </p:tav>
                                        <p:tav tm="100000">
                                          <p:val>
                                            <p:strVal val="#ppt_x"/>
                                          </p:val>
                                        </p:tav>
                                      </p:tavLst>
                                    </p:anim>
                                    <p:anim calcmode="lin" valueType="num">
                                      <p:cBhvr additive="base">
                                        <p:cTn id="8" dur="500" fill="hold"/>
                                        <p:tgtEl>
                                          <p:spTgt spid="6"/>
                                        </p:tgtEl>
                                        <p:attrNameLst>
                                          <p:attrName>ppt_y</p:attrName>
                                        </p:attrNameLst>
                                      </p:cBhvr>
                                      <p:tavLst>
                                        <p:tav tm="0">
                                          <p:val>
                                            <p:strVal val="#ppt_y"/>
                                          </p:val>
                                        </p:tav>
                                        <p:tav tm="100000">
                                          <p:val>
                                            <p:strVal val="#ppt_y"/>
                                          </p:val>
                                        </p:tav>
                                      </p:tavLst>
                                    </p:anim>
                                  </p:childTnLst>
                                </p:cTn>
                              </p:par>
                              <p:par>
                                <p:cTn id="9" presetID="2" presetClass="entr" presetSubtype="8" fill="hold" grpId="0" nodeType="withEffect">
                                  <p:stCondLst>
                                    <p:cond delay="0"/>
                                  </p:stCondLst>
                                  <p:childTnLst>
                                    <p:set>
                                      <p:cBhvr>
                                        <p:cTn id="10" dur="1" fill="hold">
                                          <p:stCondLst>
                                            <p:cond delay="0"/>
                                          </p:stCondLst>
                                        </p:cTn>
                                        <p:tgtEl>
                                          <p:spTgt spid="7"/>
                                        </p:tgtEl>
                                        <p:attrNameLst>
                                          <p:attrName>style.visibility</p:attrName>
                                        </p:attrNameLst>
                                      </p:cBhvr>
                                      <p:to>
                                        <p:strVal val="visible"/>
                                      </p:to>
                                    </p:set>
                                    <p:anim calcmode="lin" valueType="num">
                                      <p:cBhvr additive="base">
                                        <p:cTn id="11" dur="500" fill="hold"/>
                                        <p:tgtEl>
                                          <p:spTgt spid="7"/>
                                        </p:tgtEl>
                                        <p:attrNameLst>
                                          <p:attrName>ppt_x</p:attrName>
                                        </p:attrNameLst>
                                      </p:cBhvr>
                                      <p:tavLst>
                                        <p:tav tm="0">
                                          <p:val>
                                            <p:strVal val="0-#ppt_w/2"/>
                                          </p:val>
                                        </p:tav>
                                        <p:tav tm="100000">
                                          <p:val>
                                            <p:strVal val="#ppt_x"/>
                                          </p:val>
                                        </p:tav>
                                      </p:tavLst>
                                    </p:anim>
                                    <p:anim calcmode="lin" valueType="num">
                                      <p:cBhvr additive="base">
                                        <p:cTn id="12" dur="500" fill="hold"/>
                                        <p:tgtEl>
                                          <p:spTgt spid="7"/>
                                        </p:tgtEl>
                                        <p:attrNameLst>
                                          <p:attrName>ppt_y</p:attrName>
                                        </p:attrNameLst>
                                      </p:cBhvr>
                                      <p:tavLst>
                                        <p:tav tm="0">
                                          <p:val>
                                            <p:strVal val="#ppt_y"/>
                                          </p:val>
                                        </p:tav>
                                        <p:tav tm="100000">
                                          <p:val>
                                            <p:strVal val="#ppt_y"/>
                                          </p:val>
                                        </p:tav>
                                      </p:tavLst>
                                    </p:anim>
                                  </p:childTnLst>
                                </p:cTn>
                              </p:par>
                              <p:par>
                                <p:cTn id="13" presetID="2" presetClass="entr" presetSubtype="8" fill="hold" grpId="0" nodeType="withEffect">
                                  <p:stCondLst>
                                    <p:cond delay="0"/>
                                  </p:stCondLst>
                                  <p:childTnLst>
                                    <p:set>
                                      <p:cBhvr>
                                        <p:cTn id="14" dur="1" fill="hold">
                                          <p:stCondLst>
                                            <p:cond delay="0"/>
                                          </p:stCondLst>
                                        </p:cTn>
                                        <p:tgtEl>
                                          <p:spTgt spid="8"/>
                                        </p:tgtEl>
                                        <p:attrNameLst>
                                          <p:attrName>style.visibility</p:attrName>
                                        </p:attrNameLst>
                                      </p:cBhvr>
                                      <p:to>
                                        <p:strVal val="visible"/>
                                      </p:to>
                                    </p:set>
                                    <p:anim calcmode="lin" valueType="num">
                                      <p:cBhvr additive="base">
                                        <p:cTn id="15" dur="500" fill="hold"/>
                                        <p:tgtEl>
                                          <p:spTgt spid="8"/>
                                        </p:tgtEl>
                                        <p:attrNameLst>
                                          <p:attrName>ppt_x</p:attrName>
                                        </p:attrNameLst>
                                      </p:cBhvr>
                                      <p:tavLst>
                                        <p:tav tm="0">
                                          <p:val>
                                            <p:strVal val="0-#ppt_w/2"/>
                                          </p:val>
                                        </p:tav>
                                        <p:tav tm="100000">
                                          <p:val>
                                            <p:strVal val="#ppt_x"/>
                                          </p:val>
                                        </p:tav>
                                      </p:tavLst>
                                    </p:anim>
                                    <p:anim calcmode="lin" valueType="num">
                                      <p:cBhvr additive="base">
                                        <p:cTn id="16" dur="500" fill="hold"/>
                                        <p:tgtEl>
                                          <p:spTgt spid="8"/>
                                        </p:tgtEl>
                                        <p:attrNameLst>
                                          <p:attrName>ppt_y</p:attrName>
                                        </p:attrNameLst>
                                      </p:cBhvr>
                                      <p:tavLst>
                                        <p:tav tm="0">
                                          <p:val>
                                            <p:strVal val="#ppt_y"/>
                                          </p:val>
                                        </p:tav>
                                        <p:tav tm="100000">
                                          <p:val>
                                            <p:strVal val="#ppt_y"/>
                                          </p:val>
                                        </p:tav>
                                      </p:tavLst>
                                    </p:anim>
                                  </p:childTnLst>
                                </p:cTn>
                              </p:par>
                              <p:par>
                                <p:cTn id="17" presetID="2" presetClass="entr" presetSubtype="8" fill="hold" grpId="0" nodeType="withEffect">
                                  <p:stCondLst>
                                    <p:cond delay="0"/>
                                  </p:stCondLst>
                                  <p:childTnLst>
                                    <p:set>
                                      <p:cBhvr>
                                        <p:cTn id="18" dur="1" fill="hold">
                                          <p:stCondLst>
                                            <p:cond delay="0"/>
                                          </p:stCondLst>
                                        </p:cTn>
                                        <p:tgtEl>
                                          <p:spTgt spid="9"/>
                                        </p:tgtEl>
                                        <p:attrNameLst>
                                          <p:attrName>style.visibility</p:attrName>
                                        </p:attrNameLst>
                                      </p:cBhvr>
                                      <p:to>
                                        <p:strVal val="visible"/>
                                      </p:to>
                                    </p:set>
                                    <p:anim calcmode="lin" valueType="num">
                                      <p:cBhvr additive="base">
                                        <p:cTn id="19" dur="500" fill="hold"/>
                                        <p:tgtEl>
                                          <p:spTgt spid="9"/>
                                        </p:tgtEl>
                                        <p:attrNameLst>
                                          <p:attrName>ppt_x</p:attrName>
                                        </p:attrNameLst>
                                      </p:cBhvr>
                                      <p:tavLst>
                                        <p:tav tm="0">
                                          <p:val>
                                            <p:strVal val="0-#ppt_w/2"/>
                                          </p:val>
                                        </p:tav>
                                        <p:tav tm="100000">
                                          <p:val>
                                            <p:strVal val="#ppt_x"/>
                                          </p:val>
                                        </p:tav>
                                      </p:tavLst>
                                    </p:anim>
                                    <p:anim calcmode="lin" valueType="num">
                                      <p:cBhvr additive="base">
                                        <p:cTn id="20" dur="500" fill="hold"/>
                                        <p:tgtEl>
                                          <p:spTgt spid="9"/>
                                        </p:tgtEl>
                                        <p:attrNameLst>
                                          <p:attrName>ppt_y</p:attrName>
                                        </p:attrNameLst>
                                      </p:cBhvr>
                                      <p:tavLst>
                                        <p:tav tm="0">
                                          <p:val>
                                            <p:strVal val="#ppt_y"/>
                                          </p:val>
                                        </p:tav>
                                        <p:tav tm="100000">
                                          <p:val>
                                            <p:strVal val="#ppt_y"/>
                                          </p:val>
                                        </p:tav>
                                      </p:tavLst>
                                    </p:anim>
                                  </p:childTnLst>
                                </p:cTn>
                              </p:par>
                              <p:par>
                                <p:cTn id="21" presetID="2" presetClass="entr" presetSubtype="8" fill="hold" grpId="0" nodeType="withEffect">
                                  <p:stCondLst>
                                    <p:cond delay="0"/>
                                  </p:stCondLst>
                                  <p:childTnLst>
                                    <p:set>
                                      <p:cBhvr>
                                        <p:cTn id="22" dur="1" fill="hold">
                                          <p:stCondLst>
                                            <p:cond delay="0"/>
                                          </p:stCondLst>
                                        </p:cTn>
                                        <p:tgtEl>
                                          <p:spTgt spid="13"/>
                                        </p:tgtEl>
                                        <p:attrNameLst>
                                          <p:attrName>style.visibility</p:attrName>
                                        </p:attrNameLst>
                                      </p:cBhvr>
                                      <p:to>
                                        <p:strVal val="visible"/>
                                      </p:to>
                                    </p:set>
                                    <p:anim calcmode="lin" valueType="num">
                                      <p:cBhvr additive="base">
                                        <p:cTn id="23" dur="500" fill="hold"/>
                                        <p:tgtEl>
                                          <p:spTgt spid="13"/>
                                        </p:tgtEl>
                                        <p:attrNameLst>
                                          <p:attrName>ppt_x</p:attrName>
                                        </p:attrNameLst>
                                      </p:cBhvr>
                                      <p:tavLst>
                                        <p:tav tm="0">
                                          <p:val>
                                            <p:strVal val="0-#ppt_w/2"/>
                                          </p:val>
                                        </p:tav>
                                        <p:tav tm="100000">
                                          <p:val>
                                            <p:strVal val="#ppt_x"/>
                                          </p:val>
                                        </p:tav>
                                      </p:tavLst>
                                    </p:anim>
                                    <p:anim calcmode="lin" valueType="num">
                                      <p:cBhvr additive="base">
                                        <p:cTn id="24" dur="500" fill="hold"/>
                                        <p:tgtEl>
                                          <p:spTgt spid="13"/>
                                        </p:tgtEl>
                                        <p:attrNameLst>
                                          <p:attrName>ppt_y</p:attrName>
                                        </p:attrNameLst>
                                      </p:cBhvr>
                                      <p:tavLst>
                                        <p:tav tm="0">
                                          <p:val>
                                            <p:strVal val="#ppt_y"/>
                                          </p:val>
                                        </p:tav>
                                        <p:tav tm="100000">
                                          <p:val>
                                            <p:strVal val="#ppt_y"/>
                                          </p:val>
                                        </p:tav>
                                      </p:tavLst>
                                    </p:anim>
                                  </p:childTnLst>
                                </p:cTn>
                              </p:par>
                              <p:par>
                                <p:cTn id="25" presetID="2" presetClass="entr" presetSubtype="8" fill="hold" grpId="0" nodeType="withEffect">
                                  <p:stCondLst>
                                    <p:cond delay="0"/>
                                  </p:stCondLst>
                                  <p:childTnLst>
                                    <p:set>
                                      <p:cBhvr>
                                        <p:cTn id="26" dur="1" fill="hold">
                                          <p:stCondLst>
                                            <p:cond delay="0"/>
                                          </p:stCondLst>
                                        </p:cTn>
                                        <p:tgtEl>
                                          <p:spTgt spid="10"/>
                                        </p:tgtEl>
                                        <p:attrNameLst>
                                          <p:attrName>style.visibility</p:attrName>
                                        </p:attrNameLst>
                                      </p:cBhvr>
                                      <p:to>
                                        <p:strVal val="visible"/>
                                      </p:to>
                                    </p:set>
                                    <p:anim calcmode="lin" valueType="num">
                                      <p:cBhvr additive="base">
                                        <p:cTn id="27" dur="500" fill="hold"/>
                                        <p:tgtEl>
                                          <p:spTgt spid="10"/>
                                        </p:tgtEl>
                                        <p:attrNameLst>
                                          <p:attrName>ppt_x</p:attrName>
                                        </p:attrNameLst>
                                      </p:cBhvr>
                                      <p:tavLst>
                                        <p:tav tm="0">
                                          <p:val>
                                            <p:strVal val="0-#ppt_w/2"/>
                                          </p:val>
                                        </p:tav>
                                        <p:tav tm="100000">
                                          <p:val>
                                            <p:strVal val="#ppt_x"/>
                                          </p:val>
                                        </p:tav>
                                      </p:tavLst>
                                    </p:anim>
                                    <p:anim calcmode="lin" valueType="num">
                                      <p:cBhvr additive="base">
                                        <p:cTn id="28" dur="500" fill="hold"/>
                                        <p:tgtEl>
                                          <p:spTgt spid="10"/>
                                        </p:tgtEl>
                                        <p:attrNameLst>
                                          <p:attrName>ppt_y</p:attrName>
                                        </p:attrNameLst>
                                      </p:cBhvr>
                                      <p:tavLst>
                                        <p:tav tm="0">
                                          <p:val>
                                            <p:strVal val="#ppt_y"/>
                                          </p:val>
                                        </p:tav>
                                        <p:tav tm="100000">
                                          <p:val>
                                            <p:strVal val="#ppt_y"/>
                                          </p:val>
                                        </p:tav>
                                      </p:tavLst>
                                    </p:anim>
                                  </p:childTnLst>
                                </p:cTn>
                              </p:par>
                              <p:par>
                                <p:cTn id="29" presetID="2" presetClass="entr" presetSubtype="8" fill="hold" grpId="0" nodeType="withEffect">
                                  <p:stCondLst>
                                    <p:cond delay="0"/>
                                  </p:stCondLst>
                                  <p:childTnLst>
                                    <p:set>
                                      <p:cBhvr>
                                        <p:cTn id="30" dur="1" fill="hold">
                                          <p:stCondLst>
                                            <p:cond delay="0"/>
                                          </p:stCondLst>
                                        </p:cTn>
                                        <p:tgtEl>
                                          <p:spTgt spid="11"/>
                                        </p:tgtEl>
                                        <p:attrNameLst>
                                          <p:attrName>style.visibility</p:attrName>
                                        </p:attrNameLst>
                                      </p:cBhvr>
                                      <p:to>
                                        <p:strVal val="visible"/>
                                      </p:to>
                                    </p:set>
                                    <p:anim calcmode="lin" valueType="num">
                                      <p:cBhvr additive="base">
                                        <p:cTn id="31" dur="500" fill="hold"/>
                                        <p:tgtEl>
                                          <p:spTgt spid="11"/>
                                        </p:tgtEl>
                                        <p:attrNameLst>
                                          <p:attrName>ppt_x</p:attrName>
                                        </p:attrNameLst>
                                      </p:cBhvr>
                                      <p:tavLst>
                                        <p:tav tm="0">
                                          <p:val>
                                            <p:strVal val="0-#ppt_w/2"/>
                                          </p:val>
                                        </p:tav>
                                        <p:tav tm="100000">
                                          <p:val>
                                            <p:strVal val="#ppt_x"/>
                                          </p:val>
                                        </p:tav>
                                      </p:tavLst>
                                    </p:anim>
                                    <p:anim calcmode="lin" valueType="num">
                                      <p:cBhvr additive="base">
                                        <p:cTn id="32" dur="500" fill="hold"/>
                                        <p:tgtEl>
                                          <p:spTgt spid="11"/>
                                        </p:tgtEl>
                                        <p:attrNameLst>
                                          <p:attrName>ppt_y</p:attrName>
                                        </p:attrNameLst>
                                      </p:cBhvr>
                                      <p:tavLst>
                                        <p:tav tm="0">
                                          <p:val>
                                            <p:strVal val="#ppt_y"/>
                                          </p:val>
                                        </p:tav>
                                        <p:tav tm="100000">
                                          <p:val>
                                            <p:strVal val="#ppt_y"/>
                                          </p:val>
                                        </p:tav>
                                      </p:tavLst>
                                    </p:anim>
                                  </p:childTnLst>
                                </p:cTn>
                              </p:par>
                              <p:par>
                                <p:cTn id="33" presetID="2" presetClass="entr" presetSubtype="8" fill="hold" grpId="0" nodeType="withEffect">
                                  <p:stCondLst>
                                    <p:cond delay="0"/>
                                  </p:stCondLst>
                                  <p:childTnLst>
                                    <p:set>
                                      <p:cBhvr>
                                        <p:cTn id="34" dur="1" fill="hold">
                                          <p:stCondLst>
                                            <p:cond delay="0"/>
                                          </p:stCondLst>
                                        </p:cTn>
                                        <p:tgtEl>
                                          <p:spTgt spid="3"/>
                                        </p:tgtEl>
                                        <p:attrNameLst>
                                          <p:attrName>style.visibility</p:attrName>
                                        </p:attrNameLst>
                                      </p:cBhvr>
                                      <p:to>
                                        <p:strVal val="visible"/>
                                      </p:to>
                                    </p:set>
                                    <p:anim calcmode="lin" valueType="num">
                                      <p:cBhvr additive="base">
                                        <p:cTn id="35" dur="500" fill="hold"/>
                                        <p:tgtEl>
                                          <p:spTgt spid="3"/>
                                        </p:tgtEl>
                                        <p:attrNameLst>
                                          <p:attrName>ppt_x</p:attrName>
                                        </p:attrNameLst>
                                      </p:cBhvr>
                                      <p:tavLst>
                                        <p:tav tm="0">
                                          <p:val>
                                            <p:strVal val="0-#ppt_w/2"/>
                                          </p:val>
                                        </p:tav>
                                        <p:tav tm="100000">
                                          <p:val>
                                            <p:strVal val="#ppt_x"/>
                                          </p:val>
                                        </p:tav>
                                      </p:tavLst>
                                    </p:anim>
                                    <p:anim calcmode="lin" valueType="num">
                                      <p:cBhvr additive="base">
                                        <p:cTn id="36" dur="500" fill="hold"/>
                                        <p:tgtEl>
                                          <p:spTgt spid="3"/>
                                        </p:tgtEl>
                                        <p:attrNameLst>
                                          <p:attrName>ppt_y</p:attrName>
                                        </p:attrNameLst>
                                      </p:cBhvr>
                                      <p:tavLst>
                                        <p:tav tm="0">
                                          <p:val>
                                            <p:strVal val="#ppt_y"/>
                                          </p:val>
                                        </p:tav>
                                        <p:tav tm="100000">
                                          <p:val>
                                            <p:strVal val="#ppt_y"/>
                                          </p:val>
                                        </p:tav>
                                      </p:tavLst>
                                    </p:anim>
                                  </p:childTnLst>
                                </p:cTn>
                              </p:par>
                              <p:par>
                                <p:cTn id="37" presetID="2" presetClass="entr" presetSubtype="8" fill="hold" grpId="0" nodeType="withEffect">
                                  <p:stCondLst>
                                    <p:cond delay="0"/>
                                  </p:stCondLst>
                                  <p:childTnLst>
                                    <p:set>
                                      <p:cBhvr>
                                        <p:cTn id="38" dur="1" fill="hold">
                                          <p:stCondLst>
                                            <p:cond delay="0"/>
                                          </p:stCondLst>
                                        </p:cTn>
                                        <p:tgtEl>
                                          <p:spTgt spid="4"/>
                                        </p:tgtEl>
                                        <p:attrNameLst>
                                          <p:attrName>style.visibility</p:attrName>
                                        </p:attrNameLst>
                                      </p:cBhvr>
                                      <p:to>
                                        <p:strVal val="visible"/>
                                      </p:to>
                                    </p:set>
                                    <p:anim calcmode="lin" valueType="num">
                                      <p:cBhvr additive="base">
                                        <p:cTn id="39" dur="500" fill="hold"/>
                                        <p:tgtEl>
                                          <p:spTgt spid="4"/>
                                        </p:tgtEl>
                                        <p:attrNameLst>
                                          <p:attrName>ppt_x</p:attrName>
                                        </p:attrNameLst>
                                      </p:cBhvr>
                                      <p:tavLst>
                                        <p:tav tm="0">
                                          <p:val>
                                            <p:strVal val="0-#ppt_w/2"/>
                                          </p:val>
                                        </p:tav>
                                        <p:tav tm="100000">
                                          <p:val>
                                            <p:strVal val="#ppt_x"/>
                                          </p:val>
                                        </p:tav>
                                      </p:tavLst>
                                    </p:anim>
                                    <p:anim calcmode="lin" valueType="num">
                                      <p:cBhvr additive="base">
                                        <p:cTn id="40" dur="500" fill="hold"/>
                                        <p:tgtEl>
                                          <p:spTgt spid="4"/>
                                        </p:tgtEl>
                                        <p:attrNameLst>
                                          <p:attrName>ppt_y</p:attrName>
                                        </p:attrNameLst>
                                      </p:cBhvr>
                                      <p:tavLst>
                                        <p:tav tm="0">
                                          <p:val>
                                            <p:strVal val="#ppt_y"/>
                                          </p:val>
                                        </p:tav>
                                        <p:tav tm="100000">
                                          <p:val>
                                            <p:strVal val="#ppt_y"/>
                                          </p:val>
                                        </p:tav>
                                      </p:tavLst>
                                    </p:anim>
                                  </p:childTnLst>
                                </p:cTn>
                              </p:par>
                              <p:par>
                                <p:cTn id="41" presetID="2" presetClass="entr" presetSubtype="8" fill="hold" grpId="0" nodeType="withEffect">
                                  <p:stCondLst>
                                    <p:cond delay="0"/>
                                  </p:stCondLst>
                                  <p:childTnLst>
                                    <p:set>
                                      <p:cBhvr>
                                        <p:cTn id="42" dur="1" fill="hold">
                                          <p:stCondLst>
                                            <p:cond delay="0"/>
                                          </p:stCondLst>
                                        </p:cTn>
                                        <p:tgtEl>
                                          <p:spTgt spid="12"/>
                                        </p:tgtEl>
                                        <p:attrNameLst>
                                          <p:attrName>style.visibility</p:attrName>
                                        </p:attrNameLst>
                                      </p:cBhvr>
                                      <p:to>
                                        <p:strVal val="visible"/>
                                      </p:to>
                                    </p:set>
                                    <p:anim calcmode="lin" valueType="num">
                                      <p:cBhvr additive="base">
                                        <p:cTn id="43" dur="500" fill="hold"/>
                                        <p:tgtEl>
                                          <p:spTgt spid="12"/>
                                        </p:tgtEl>
                                        <p:attrNameLst>
                                          <p:attrName>ppt_x</p:attrName>
                                        </p:attrNameLst>
                                      </p:cBhvr>
                                      <p:tavLst>
                                        <p:tav tm="0">
                                          <p:val>
                                            <p:strVal val="0-#ppt_w/2"/>
                                          </p:val>
                                        </p:tav>
                                        <p:tav tm="100000">
                                          <p:val>
                                            <p:strVal val="#ppt_x"/>
                                          </p:val>
                                        </p:tav>
                                      </p:tavLst>
                                    </p:anim>
                                    <p:anim calcmode="lin" valueType="num">
                                      <p:cBhvr additive="base">
                                        <p:cTn id="44" dur="500" fill="hold"/>
                                        <p:tgtEl>
                                          <p:spTgt spid="12"/>
                                        </p:tgtEl>
                                        <p:attrNameLst>
                                          <p:attrName>ppt_y</p:attrName>
                                        </p:attrNameLst>
                                      </p:cBhvr>
                                      <p:tavLst>
                                        <p:tav tm="0">
                                          <p:val>
                                            <p:strVal val="#ppt_y"/>
                                          </p:val>
                                        </p:tav>
                                        <p:tav tm="100000">
                                          <p:val>
                                            <p:strVal val="#ppt_y"/>
                                          </p:val>
                                        </p:tav>
                                      </p:tavLst>
                                    </p:anim>
                                  </p:childTnLst>
                                </p:cTn>
                              </p:par>
                              <p:par>
                                <p:cTn id="45" presetID="2" presetClass="entr" presetSubtype="8" fill="hold" grpId="0" nodeType="withEffect">
                                  <p:stCondLst>
                                    <p:cond delay="0"/>
                                  </p:stCondLst>
                                  <p:childTnLst>
                                    <p:set>
                                      <p:cBhvr>
                                        <p:cTn id="46" dur="1" fill="hold">
                                          <p:stCondLst>
                                            <p:cond delay="0"/>
                                          </p:stCondLst>
                                        </p:cTn>
                                        <p:tgtEl>
                                          <p:spTgt spid="35"/>
                                        </p:tgtEl>
                                        <p:attrNameLst>
                                          <p:attrName>style.visibility</p:attrName>
                                        </p:attrNameLst>
                                      </p:cBhvr>
                                      <p:to>
                                        <p:strVal val="visible"/>
                                      </p:to>
                                    </p:set>
                                    <p:anim calcmode="lin" valueType="num">
                                      <p:cBhvr additive="base">
                                        <p:cTn id="47" dur="500" fill="hold"/>
                                        <p:tgtEl>
                                          <p:spTgt spid="35"/>
                                        </p:tgtEl>
                                        <p:attrNameLst>
                                          <p:attrName>ppt_x</p:attrName>
                                        </p:attrNameLst>
                                      </p:cBhvr>
                                      <p:tavLst>
                                        <p:tav tm="0">
                                          <p:val>
                                            <p:strVal val="0-#ppt_w/2"/>
                                          </p:val>
                                        </p:tav>
                                        <p:tav tm="100000">
                                          <p:val>
                                            <p:strVal val="#ppt_x"/>
                                          </p:val>
                                        </p:tav>
                                      </p:tavLst>
                                    </p:anim>
                                    <p:anim calcmode="lin" valueType="num">
                                      <p:cBhvr additive="base">
                                        <p:cTn id="48" dur="500" fill="hold"/>
                                        <p:tgtEl>
                                          <p:spTgt spid="35"/>
                                        </p:tgtEl>
                                        <p:attrNameLst>
                                          <p:attrName>ppt_y</p:attrName>
                                        </p:attrNameLst>
                                      </p:cBhvr>
                                      <p:tavLst>
                                        <p:tav tm="0">
                                          <p:val>
                                            <p:strVal val="#ppt_y"/>
                                          </p:val>
                                        </p:tav>
                                        <p:tav tm="100000">
                                          <p:val>
                                            <p:strVal val="#ppt_y"/>
                                          </p:val>
                                        </p:tav>
                                      </p:tavLst>
                                    </p:anim>
                                  </p:childTnLst>
                                </p:cTn>
                              </p:par>
                            </p:childTnLst>
                          </p:cTn>
                        </p:par>
                      </p:childTnLst>
                    </p:cTn>
                  </p:par>
                  <p:par>
                    <p:cTn id="49" fill="hold">
                      <p:stCondLst>
                        <p:cond delay="indefinite"/>
                      </p:stCondLst>
                      <p:childTnLst>
                        <p:par>
                          <p:cTn id="50" fill="hold">
                            <p:stCondLst>
                              <p:cond delay="0"/>
                            </p:stCondLst>
                            <p:childTnLst>
                              <p:par>
                                <p:cTn id="51" presetID="42" presetClass="path" presetSubtype="0" accel="50000" decel="50000" fill="hold" grpId="2" nodeType="clickEffect">
                                  <p:stCondLst>
                                    <p:cond delay="0"/>
                                  </p:stCondLst>
                                  <p:childTnLst>
                                    <p:animMotion origin="layout" path="M -1.94444E-6 -3.33333E-6 L 0.40087 -0.64969 " pathEditMode="relative" rAng="0" ptsTypes="AA">
                                      <p:cBhvr>
                                        <p:cTn id="52" dur="2000" fill="hold"/>
                                        <p:tgtEl>
                                          <p:spTgt spid="3"/>
                                        </p:tgtEl>
                                        <p:attrNameLst>
                                          <p:attrName>ppt_x</p:attrName>
                                          <p:attrName>ppt_y</p:attrName>
                                        </p:attrNameLst>
                                      </p:cBhvr>
                                      <p:rCtr x="20035" y="-32500"/>
                                    </p:animMotion>
                                  </p:childTnLst>
                                </p:cTn>
                              </p:par>
                            </p:childTnLst>
                          </p:cTn>
                        </p:par>
                      </p:childTnLst>
                    </p:cTn>
                  </p:par>
                  <p:par>
                    <p:cTn id="53" fill="hold">
                      <p:stCondLst>
                        <p:cond delay="indefinite"/>
                      </p:stCondLst>
                      <p:childTnLst>
                        <p:par>
                          <p:cTn id="54" fill="hold">
                            <p:stCondLst>
                              <p:cond delay="0"/>
                            </p:stCondLst>
                            <p:childTnLst>
                              <p:par>
                                <p:cTn id="55" presetID="10" presetClass="exit" presetSubtype="0" fill="hold" grpId="3" nodeType="clickEffect">
                                  <p:stCondLst>
                                    <p:cond delay="0"/>
                                  </p:stCondLst>
                                  <p:childTnLst>
                                    <p:animEffect transition="out" filter="fade">
                                      <p:cBhvr>
                                        <p:cTn id="56" dur="500"/>
                                        <p:tgtEl>
                                          <p:spTgt spid="3"/>
                                        </p:tgtEl>
                                      </p:cBhvr>
                                    </p:animEffect>
                                    <p:set>
                                      <p:cBhvr>
                                        <p:cTn id="57" dur="1" fill="hold">
                                          <p:stCondLst>
                                            <p:cond delay="499"/>
                                          </p:stCondLst>
                                        </p:cTn>
                                        <p:tgtEl>
                                          <p:spTgt spid="3"/>
                                        </p:tgtEl>
                                        <p:attrNameLst>
                                          <p:attrName>style.visibility</p:attrName>
                                        </p:attrNameLst>
                                      </p:cBhvr>
                                      <p:to>
                                        <p:strVal val="hidden"/>
                                      </p:to>
                                    </p:set>
                                  </p:childTnLst>
                                </p:cTn>
                              </p:par>
                              <p:par>
                                <p:cTn id="58" presetID="10" presetClass="entr" presetSubtype="0" fill="hold" grpId="0" nodeType="withEffect">
                                  <p:stCondLst>
                                    <p:cond delay="0"/>
                                  </p:stCondLst>
                                  <p:childTnLst>
                                    <p:set>
                                      <p:cBhvr>
                                        <p:cTn id="59" dur="1" fill="hold">
                                          <p:stCondLst>
                                            <p:cond delay="0"/>
                                          </p:stCondLst>
                                        </p:cTn>
                                        <p:tgtEl>
                                          <p:spTgt spid="33"/>
                                        </p:tgtEl>
                                        <p:attrNameLst>
                                          <p:attrName>style.visibility</p:attrName>
                                        </p:attrNameLst>
                                      </p:cBhvr>
                                      <p:to>
                                        <p:strVal val="visible"/>
                                      </p:to>
                                    </p:set>
                                    <p:animEffect transition="in" filter="fade">
                                      <p:cBhvr>
                                        <p:cTn id="60" dur="500"/>
                                        <p:tgtEl>
                                          <p:spTgt spid="33"/>
                                        </p:tgtEl>
                                      </p:cBhvr>
                                    </p:animEffect>
                                  </p:childTnLst>
                                </p:cTn>
                              </p:par>
                            </p:childTnLst>
                          </p:cTn>
                        </p:par>
                      </p:childTnLst>
                    </p:cTn>
                  </p:par>
                  <p:par>
                    <p:cTn id="61" fill="hold">
                      <p:stCondLst>
                        <p:cond delay="indefinite"/>
                      </p:stCondLst>
                      <p:childTnLst>
                        <p:par>
                          <p:cTn id="62" fill="hold">
                            <p:stCondLst>
                              <p:cond delay="0"/>
                            </p:stCondLst>
                            <p:childTnLst>
                              <p:par>
                                <p:cTn id="63" presetID="2" presetClass="exit" presetSubtype="8" fill="hold" grpId="1" nodeType="clickEffect">
                                  <p:stCondLst>
                                    <p:cond delay="0"/>
                                  </p:stCondLst>
                                  <p:childTnLst>
                                    <p:anim calcmode="lin" valueType="num">
                                      <p:cBhvr additive="base">
                                        <p:cTn id="64" dur="500"/>
                                        <p:tgtEl>
                                          <p:spTgt spid="6"/>
                                        </p:tgtEl>
                                        <p:attrNameLst>
                                          <p:attrName>ppt_x</p:attrName>
                                        </p:attrNameLst>
                                      </p:cBhvr>
                                      <p:tavLst>
                                        <p:tav tm="0">
                                          <p:val>
                                            <p:strVal val="ppt_x"/>
                                          </p:val>
                                        </p:tav>
                                        <p:tav tm="100000">
                                          <p:val>
                                            <p:strVal val="0-ppt_w/2"/>
                                          </p:val>
                                        </p:tav>
                                      </p:tavLst>
                                    </p:anim>
                                    <p:anim calcmode="lin" valueType="num">
                                      <p:cBhvr additive="base">
                                        <p:cTn id="65" dur="500"/>
                                        <p:tgtEl>
                                          <p:spTgt spid="6"/>
                                        </p:tgtEl>
                                        <p:attrNameLst>
                                          <p:attrName>ppt_y</p:attrName>
                                        </p:attrNameLst>
                                      </p:cBhvr>
                                      <p:tavLst>
                                        <p:tav tm="0">
                                          <p:val>
                                            <p:strVal val="ppt_y"/>
                                          </p:val>
                                        </p:tav>
                                        <p:tav tm="100000">
                                          <p:val>
                                            <p:strVal val="ppt_y"/>
                                          </p:val>
                                        </p:tav>
                                      </p:tavLst>
                                    </p:anim>
                                    <p:set>
                                      <p:cBhvr>
                                        <p:cTn id="66" dur="1" fill="hold">
                                          <p:stCondLst>
                                            <p:cond delay="499"/>
                                          </p:stCondLst>
                                        </p:cTn>
                                        <p:tgtEl>
                                          <p:spTgt spid="6"/>
                                        </p:tgtEl>
                                        <p:attrNameLst>
                                          <p:attrName>style.visibility</p:attrName>
                                        </p:attrNameLst>
                                      </p:cBhvr>
                                      <p:to>
                                        <p:strVal val="hidden"/>
                                      </p:to>
                                    </p:set>
                                  </p:childTnLst>
                                </p:cTn>
                              </p:par>
                              <p:par>
                                <p:cTn id="67" presetID="2" presetClass="exit" presetSubtype="8" fill="hold" grpId="1" nodeType="withEffect">
                                  <p:stCondLst>
                                    <p:cond delay="0"/>
                                  </p:stCondLst>
                                  <p:childTnLst>
                                    <p:anim calcmode="lin" valueType="num">
                                      <p:cBhvr additive="base">
                                        <p:cTn id="68" dur="500"/>
                                        <p:tgtEl>
                                          <p:spTgt spid="7"/>
                                        </p:tgtEl>
                                        <p:attrNameLst>
                                          <p:attrName>ppt_x</p:attrName>
                                        </p:attrNameLst>
                                      </p:cBhvr>
                                      <p:tavLst>
                                        <p:tav tm="0">
                                          <p:val>
                                            <p:strVal val="ppt_x"/>
                                          </p:val>
                                        </p:tav>
                                        <p:tav tm="100000">
                                          <p:val>
                                            <p:strVal val="0-ppt_w/2"/>
                                          </p:val>
                                        </p:tav>
                                      </p:tavLst>
                                    </p:anim>
                                    <p:anim calcmode="lin" valueType="num">
                                      <p:cBhvr additive="base">
                                        <p:cTn id="69" dur="500"/>
                                        <p:tgtEl>
                                          <p:spTgt spid="7"/>
                                        </p:tgtEl>
                                        <p:attrNameLst>
                                          <p:attrName>ppt_y</p:attrName>
                                        </p:attrNameLst>
                                      </p:cBhvr>
                                      <p:tavLst>
                                        <p:tav tm="0">
                                          <p:val>
                                            <p:strVal val="ppt_y"/>
                                          </p:val>
                                        </p:tav>
                                        <p:tav tm="100000">
                                          <p:val>
                                            <p:strVal val="ppt_y"/>
                                          </p:val>
                                        </p:tav>
                                      </p:tavLst>
                                    </p:anim>
                                    <p:set>
                                      <p:cBhvr>
                                        <p:cTn id="70" dur="1" fill="hold">
                                          <p:stCondLst>
                                            <p:cond delay="499"/>
                                          </p:stCondLst>
                                        </p:cTn>
                                        <p:tgtEl>
                                          <p:spTgt spid="7"/>
                                        </p:tgtEl>
                                        <p:attrNameLst>
                                          <p:attrName>style.visibility</p:attrName>
                                        </p:attrNameLst>
                                      </p:cBhvr>
                                      <p:to>
                                        <p:strVal val="hidden"/>
                                      </p:to>
                                    </p:set>
                                  </p:childTnLst>
                                </p:cTn>
                              </p:par>
                              <p:par>
                                <p:cTn id="71" presetID="2" presetClass="exit" presetSubtype="8" fill="hold" grpId="1" nodeType="withEffect">
                                  <p:stCondLst>
                                    <p:cond delay="0"/>
                                  </p:stCondLst>
                                  <p:childTnLst>
                                    <p:anim calcmode="lin" valueType="num">
                                      <p:cBhvr additive="base">
                                        <p:cTn id="72" dur="500"/>
                                        <p:tgtEl>
                                          <p:spTgt spid="8"/>
                                        </p:tgtEl>
                                        <p:attrNameLst>
                                          <p:attrName>ppt_x</p:attrName>
                                        </p:attrNameLst>
                                      </p:cBhvr>
                                      <p:tavLst>
                                        <p:tav tm="0">
                                          <p:val>
                                            <p:strVal val="ppt_x"/>
                                          </p:val>
                                        </p:tav>
                                        <p:tav tm="100000">
                                          <p:val>
                                            <p:strVal val="0-ppt_w/2"/>
                                          </p:val>
                                        </p:tav>
                                      </p:tavLst>
                                    </p:anim>
                                    <p:anim calcmode="lin" valueType="num">
                                      <p:cBhvr additive="base">
                                        <p:cTn id="73" dur="500"/>
                                        <p:tgtEl>
                                          <p:spTgt spid="8"/>
                                        </p:tgtEl>
                                        <p:attrNameLst>
                                          <p:attrName>ppt_y</p:attrName>
                                        </p:attrNameLst>
                                      </p:cBhvr>
                                      <p:tavLst>
                                        <p:tav tm="0">
                                          <p:val>
                                            <p:strVal val="ppt_y"/>
                                          </p:val>
                                        </p:tav>
                                        <p:tav tm="100000">
                                          <p:val>
                                            <p:strVal val="ppt_y"/>
                                          </p:val>
                                        </p:tav>
                                      </p:tavLst>
                                    </p:anim>
                                    <p:set>
                                      <p:cBhvr>
                                        <p:cTn id="74" dur="1" fill="hold">
                                          <p:stCondLst>
                                            <p:cond delay="499"/>
                                          </p:stCondLst>
                                        </p:cTn>
                                        <p:tgtEl>
                                          <p:spTgt spid="8"/>
                                        </p:tgtEl>
                                        <p:attrNameLst>
                                          <p:attrName>style.visibility</p:attrName>
                                        </p:attrNameLst>
                                      </p:cBhvr>
                                      <p:to>
                                        <p:strVal val="hidden"/>
                                      </p:to>
                                    </p:set>
                                  </p:childTnLst>
                                </p:cTn>
                              </p:par>
                              <p:par>
                                <p:cTn id="75" presetID="2" presetClass="exit" presetSubtype="8" fill="hold" grpId="1" nodeType="withEffect">
                                  <p:stCondLst>
                                    <p:cond delay="0"/>
                                  </p:stCondLst>
                                  <p:childTnLst>
                                    <p:anim calcmode="lin" valueType="num">
                                      <p:cBhvr additive="base">
                                        <p:cTn id="76" dur="500"/>
                                        <p:tgtEl>
                                          <p:spTgt spid="9"/>
                                        </p:tgtEl>
                                        <p:attrNameLst>
                                          <p:attrName>ppt_x</p:attrName>
                                        </p:attrNameLst>
                                      </p:cBhvr>
                                      <p:tavLst>
                                        <p:tav tm="0">
                                          <p:val>
                                            <p:strVal val="ppt_x"/>
                                          </p:val>
                                        </p:tav>
                                        <p:tav tm="100000">
                                          <p:val>
                                            <p:strVal val="0-ppt_w/2"/>
                                          </p:val>
                                        </p:tav>
                                      </p:tavLst>
                                    </p:anim>
                                    <p:anim calcmode="lin" valueType="num">
                                      <p:cBhvr additive="base">
                                        <p:cTn id="77" dur="500"/>
                                        <p:tgtEl>
                                          <p:spTgt spid="9"/>
                                        </p:tgtEl>
                                        <p:attrNameLst>
                                          <p:attrName>ppt_y</p:attrName>
                                        </p:attrNameLst>
                                      </p:cBhvr>
                                      <p:tavLst>
                                        <p:tav tm="0">
                                          <p:val>
                                            <p:strVal val="ppt_y"/>
                                          </p:val>
                                        </p:tav>
                                        <p:tav tm="100000">
                                          <p:val>
                                            <p:strVal val="ppt_y"/>
                                          </p:val>
                                        </p:tav>
                                      </p:tavLst>
                                    </p:anim>
                                    <p:set>
                                      <p:cBhvr>
                                        <p:cTn id="78" dur="1" fill="hold">
                                          <p:stCondLst>
                                            <p:cond delay="499"/>
                                          </p:stCondLst>
                                        </p:cTn>
                                        <p:tgtEl>
                                          <p:spTgt spid="9"/>
                                        </p:tgtEl>
                                        <p:attrNameLst>
                                          <p:attrName>style.visibility</p:attrName>
                                        </p:attrNameLst>
                                      </p:cBhvr>
                                      <p:to>
                                        <p:strVal val="hidden"/>
                                      </p:to>
                                    </p:set>
                                  </p:childTnLst>
                                </p:cTn>
                              </p:par>
                              <p:par>
                                <p:cTn id="79" presetID="2" presetClass="exit" presetSubtype="8" fill="hold" grpId="1" nodeType="withEffect">
                                  <p:stCondLst>
                                    <p:cond delay="0"/>
                                  </p:stCondLst>
                                  <p:childTnLst>
                                    <p:anim calcmode="lin" valueType="num">
                                      <p:cBhvr additive="base">
                                        <p:cTn id="80" dur="500"/>
                                        <p:tgtEl>
                                          <p:spTgt spid="10"/>
                                        </p:tgtEl>
                                        <p:attrNameLst>
                                          <p:attrName>ppt_x</p:attrName>
                                        </p:attrNameLst>
                                      </p:cBhvr>
                                      <p:tavLst>
                                        <p:tav tm="0">
                                          <p:val>
                                            <p:strVal val="ppt_x"/>
                                          </p:val>
                                        </p:tav>
                                        <p:tav tm="100000">
                                          <p:val>
                                            <p:strVal val="0-ppt_w/2"/>
                                          </p:val>
                                        </p:tav>
                                      </p:tavLst>
                                    </p:anim>
                                    <p:anim calcmode="lin" valueType="num">
                                      <p:cBhvr additive="base">
                                        <p:cTn id="81" dur="500"/>
                                        <p:tgtEl>
                                          <p:spTgt spid="10"/>
                                        </p:tgtEl>
                                        <p:attrNameLst>
                                          <p:attrName>ppt_y</p:attrName>
                                        </p:attrNameLst>
                                      </p:cBhvr>
                                      <p:tavLst>
                                        <p:tav tm="0">
                                          <p:val>
                                            <p:strVal val="ppt_y"/>
                                          </p:val>
                                        </p:tav>
                                        <p:tav tm="100000">
                                          <p:val>
                                            <p:strVal val="ppt_y"/>
                                          </p:val>
                                        </p:tav>
                                      </p:tavLst>
                                    </p:anim>
                                    <p:set>
                                      <p:cBhvr>
                                        <p:cTn id="82" dur="1" fill="hold">
                                          <p:stCondLst>
                                            <p:cond delay="499"/>
                                          </p:stCondLst>
                                        </p:cTn>
                                        <p:tgtEl>
                                          <p:spTgt spid="10"/>
                                        </p:tgtEl>
                                        <p:attrNameLst>
                                          <p:attrName>style.visibility</p:attrName>
                                        </p:attrNameLst>
                                      </p:cBhvr>
                                      <p:to>
                                        <p:strVal val="hidden"/>
                                      </p:to>
                                    </p:set>
                                  </p:childTnLst>
                                </p:cTn>
                              </p:par>
                              <p:par>
                                <p:cTn id="83" presetID="2" presetClass="exit" presetSubtype="8" fill="hold" grpId="1" nodeType="withEffect">
                                  <p:stCondLst>
                                    <p:cond delay="0"/>
                                  </p:stCondLst>
                                  <p:childTnLst>
                                    <p:anim calcmode="lin" valueType="num">
                                      <p:cBhvr additive="base">
                                        <p:cTn id="84" dur="500"/>
                                        <p:tgtEl>
                                          <p:spTgt spid="11"/>
                                        </p:tgtEl>
                                        <p:attrNameLst>
                                          <p:attrName>ppt_x</p:attrName>
                                        </p:attrNameLst>
                                      </p:cBhvr>
                                      <p:tavLst>
                                        <p:tav tm="0">
                                          <p:val>
                                            <p:strVal val="ppt_x"/>
                                          </p:val>
                                        </p:tav>
                                        <p:tav tm="100000">
                                          <p:val>
                                            <p:strVal val="0-ppt_w/2"/>
                                          </p:val>
                                        </p:tav>
                                      </p:tavLst>
                                    </p:anim>
                                    <p:anim calcmode="lin" valueType="num">
                                      <p:cBhvr additive="base">
                                        <p:cTn id="85" dur="500"/>
                                        <p:tgtEl>
                                          <p:spTgt spid="11"/>
                                        </p:tgtEl>
                                        <p:attrNameLst>
                                          <p:attrName>ppt_y</p:attrName>
                                        </p:attrNameLst>
                                      </p:cBhvr>
                                      <p:tavLst>
                                        <p:tav tm="0">
                                          <p:val>
                                            <p:strVal val="ppt_y"/>
                                          </p:val>
                                        </p:tav>
                                        <p:tav tm="100000">
                                          <p:val>
                                            <p:strVal val="ppt_y"/>
                                          </p:val>
                                        </p:tav>
                                      </p:tavLst>
                                    </p:anim>
                                    <p:set>
                                      <p:cBhvr>
                                        <p:cTn id="86" dur="1" fill="hold">
                                          <p:stCondLst>
                                            <p:cond delay="499"/>
                                          </p:stCondLst>
                                        </p:cTn>
                                        <p:tgtEl>
                                          <p:spTgt spid="11"/>
                                        </p:tgtEl>
                                        <p:attrNameLst>
                                          <p:attrName>style.visibility</p:attrName>
                                        </p:attrNameLst>
                                      </p:cBhvr>
                                      <p:to>
                                        <p:strVal val="hidden"/>
                                      </p:to>
                                    </p:set>
                                  </p:childTnLst>
                                </p:cTn>
                              </p:par>
                              <p:par>
                                <p:cTn id="87" presetID="2" presetClass="exit" presetSubtype="8" fill="hold" grpId="1" nodeType="withEffect">
                                  <p:stCondLst>
                                    <p:cond delay="0"/>
                                  </p:stCondLst>
                                  <p:childTnLst>
                                    <p:anim calcmode="lin" valueType="num">
                                      <p:cBhvr additive="base">
                                        <p:cTn id="88" dur="500"/>
                                        <p:tgtEl>
                                          <p:spTgt spid="35"/>
                                        </p:tgtEl>
                                        <p:attrNameLst>
                                          <p:attrName>ppt_x</p:attrName>
                                        </p:attrNameLst>
                                      </p:cBhvr>
                                      <p:tavLst>
                                        <p:tav tm="0">
                                          <p:val>
                                            <p:strVal val="ppt_x"/>
                                          </p:val>
                                        </p:tav>
                                        <p:tav tm="100000">
                                          <p:val>
                                            <p:strVal val="0-ppt_w/2"/>
                                          </p:val>
                                        </p:tav>
                                      </p:tavLst>
                                    </p:anim>
                                    <p:anim calcmode="lin" valueType="num">
                                      <p:cBhvr additive="base">
                                        <p:cTn id="89" dur="500"/>
                                        <p:tgtEl>
                                          <p:spTgt spid="35"/>
                                        </p:tgtEl>
                                        <p:attrNameLst>
                                          <p:attrName>ppt_y</p:attrName>
                                        </p:attrNameLst>
                                      </p:cBhvr>
                                      <p:tavLst>
                                        <p:tav tm="0">
                                          <p:val>
                                            <p:strVal val="ppt_y"/>
                                          </p:val>
                                        </p:tav>
                                        <p:tav tm="100000">
                                          <p:val>
                                            <p:strVal val="ppt_y"/>
                                          </p:val>
                                        </p:tav>
                                      </p:tavLst>
                                    </p:anim>
                                    <p:set>
                                      <p:cBhvr>
                                        <p:cTn id="90" dur="1" fill="hold">
                                          <p:stCondLst>
                                            <p:cond delay="499"/>
                                          </p:stCondLst>
                                        </p:cTn>
                                        <p:tgtEl>
                                          <p:spTgt spid="35"/>
                                        </p:tgtEl>
                                        <p:attrNameLst>
                                          <p:attrName>style.visibility</p:attrName>
                                        </p:attrNameLst>
                                      </p:cBhvr>
                                      <p:to>
                                        <p:strVal val="hidden"/>
                                      </p:to>
                                    </p:set>
                                  </p:childTnLst>
                                </p:cTn>
                              </p:par>
                              <p:par>
                                <p:cTn id="91" presetID="2" presetClass="exit" presetSubtype="8" fill="hold" grpId="1" nodeType="withEffect">
                                  <p:stCondLst>
                                    <p:cond delay="0"/>
                                  </p:stCondLst>
                                  <p:childTnLst>
                                    <p:anim calcmode="lin" valueType="num">
                                      <p:cBhvr additive="base">
                                        <p:cTn id="92" dur="500"/>
                                        <p:tgtEl>
                                          <p:spTgt spid="13"/>
                                        </p:tgtEl>
                                        <p:attrNameLst>
                                          <p:attrName>ppt_x</p:attrName>
                                        </p:attrNameLst>
                                      </p:cBhvr>
                                      <p:tavLst>
                                        <p:tav tm="0">
                                          <p:val>
                                            <p:strVal val="ppt_x"/>
                                          </p:val>
                                        </p:tav>
                                        <p:tav tm="100000">
                                          <p:val>
                                            <p:strVal val="0-ppt_w/2"/>
                                          </p:val>
                                        </p:tav>
                                      </p:tavLst>
                                    </p:anim>
                                    <p:anim calcmode="lin" valueType="num">
                                      <p:cBhvr additive="base">
                                        <p:cTn id="93" dur="500"/>
                                        <p:tgtEl>
                                          <p:spTgt spid="13"/>
                                        </p:tgtEl>
                                        <p:attrNameLst>
                                          <p:attrName>ppt_y</p:attrName>
                                        </p:attrNameLst>
                                      </p:cBhvr>
                                      <p:tavLst>
                                        <p:tav tm="0">
                                          <p:val>
                                            <p:strVal val="ppt_y"/>
                                          </p:val>
                                        </p:tav>
                                        <p:tav tm="100000">
                                          <p:val>
                                            <p:strVal val="ppt_y"/>
                                          </p:val>
                                        </p:tav>
                                      </p:tavLst>
                                    </p:anim>
                                    <p:set>
                                      <p:cBhvr>
                                        <p:cTn id="94" dur="1" fill="hold">
                                          <p:stCondLst>
                                            <p:cond delay="499"/>
                                          </p:stCondLst>
                                        </p:cTn>
                                        <p:tgtEl>
                                          <p:spTgt spid="13"/>
                                        </p:tgtEl>
                                        <p:attrNameLst>
                                          <p:attrName>style.visibility</p:attrName>
                                        </p:attrNameLst>
                                      </p:cBhvr>
                                      <p:to>
                                        <p:strVal val="hidden"/>
                                      </p:to>
                                    </p:set>
                                  </p:childTnLst>
                                </p:cTn>
                              </p:par>
                              <p:par>
                                <p:cTn id="95" presetID="2" presetClass="exit" presetSubtype="8" fill="hold" grpId="1" nodeType="withEffect">
                                  <p:stCondLst>
                                    <p:cond delay="0"/>
                                  </p:stCondLst>
                                  <p:childTnLst>
                                    <p:anim calcmode="lin" valueType="num">
                                      <p:cBhvr additive="base">
                                        <p:cTn id="96" dur="500"/>
                                        <p:tgtEl>
                                          <p:spTgt spid="3"/>
                                        </p:tgtEl>
                                        <p:attrNameLst>
                                          <p:attrName>ppt_x</p:attrName>
                                        </p:attrNameLst>
                                      </p:cBhvr>
                                      <p:tavLst>
                                        <p:tav tm="0">
                                          <p:val>
                                            <p:strVal val="ppt_x"/>
                                          </p:val>
                                        </p:tav>
                                        <p:tav tm="100000">
                                          <p:val>
                                            <p:strVal val="0-ppt_w/2"/>
                                          </p:val>
                                        </p:tav>
                                      </p:tavLst>
                                    </p:anim>
                                    <p:anim calcmode="lin" valueType="num">
                                      <p:cBhvr additive="base">
                                        <p:cTn id="97" dur="500"/>
                                        <p:tgtEl>
                                          <p:spTgt spid="3"/>
                                        </p:tgtEl>
                                        <p:attrNameLst>
                                          <p:attrName>ppt_y</p:attrName>
                                        </p:attrNameLst>
                                      </p:cBhvr>
                                      <p:tavLst>
                                        <p:tav tm="0">
                                          <p:val>
                                            <p:strVal val="ppt_y"/>
                                          </p:val>
                                        </p:tav>
                                        <p:tav tm="100000">
                                          <p:val>
                                            <p:strVal val="ppt_y"/>
                                          </p:val>
                                        </p:tav>
                                      </p:tavLst>
                                    </p:anim>
                                    <p:set>
                                      <p:cBhvr>
                                        <p:cTn id="98" dur="1" fill="hold">
                                          <p:stCondLst>
                                            <p:cond delay="499"/>
                                          </p:stCondLst>
                                        </p:cTn>
                                        <p:tgtEl>
                                          <p:spTgt spid="3"/>
                                        </p:tgtEl>
                                        <p:attrNameLst>
                                          <p:attrName>style.visibility</p:attrName>
                                        </p:attrNameLst>
                                      </p:cBhvr>
                                      <p:to>
                                        <p:strVal val="hidden"/>
                                      </p:to>
                                    </p:set>
                                  </p:childTnLst>
                                </p:cTn>
                              </p:par>
                              <p:par>
                                <p:cTn id="99" presetID="2" presetClass="exit" presetSubtype="8" fill="hold" grpId="1" nodeType="withEffect">
                                  <p:stCondLst>
                                    <p:cond delay="0"/>
                                  </p:stCondLst>
                                  <p:childTnLst>
                                    <p:anim calcmode="lin" valueType="num">
                                      <p:cBhvr additive="base">
                                        <p:cTn id="100" dur="500"/>
                                        <p:tgtEl>
                                          <p:spTgt spid="4"/>
                                        </p:tgtEl>
                                        <p:attrNameLst>
                                          <p:attrName>ppt_x</p:attrName>
                                        </p:attrNameLst>
                                      </p:cBhvr>
                                      <p:tavLst>
                                        <p:tav tm="0">
                                          <p:val>
                                            <p:strVal val="ppt_x"/>
                                          </p:val>
                                        </p:tav>
                                        <p:tav tm="100000">
                                          <p:val>
                                            <p:strVal val="0-ppt_w/2"/>
                                          </p:val>
                                        </p:tav>
                                      </p:tavLst>
                                    </p:anim>
                                    <p:anim calcmode="lin" valueType="num">
                                      <p:cBhvr additive="base">
                                        <p:cTn id="101" dur="500"/>
                                        <p:tgtEl>
                                          <p:spTgt spid="4"/>
                                        </p:tgtEl>
                                        <p:attrNameLst>
                                          <p:attrName>ppt_y</p:attrName>
                                        </p:attrNameLst>
                                      </p:cBhvr>
                                      <p:tavLst>
                                        <p:tav tm="0">
                                          <p:val>
                                            <p:strVal val="ppt_y"/>
                                          </p:val>
                                        </p:tav>
                                        <p:tav tm="100000">
                                          <p:val>
                                            <p:strVal val="ppt_y"/>
                                          </p:val>
                                        </p:tav>
                                      </p:tavLst>
                                    </p:anim>
                                    <p:set>
                                      <p:cBhvr>
                                        <p:cTn id="102" dur="1" fill="hold">
                                          <p:stCondLst>
                                            <p:cond delay="499"/>
                                          </p:stCondLst>
                                        </p:cTn>
                                        <p:tgtEl>
                                          <p:spTgt spid="4"/>
                                        </p:tgtEl>
                                        <p:attrNameLst>
                                          <p:attrName>style.visibility</p:attrName>
                                        </p:attrNameLst>
                                      </p:cBhvr>
                                      <p:to>
                                        <p:strVal val="hidden"/>
                                      </p:to>
                                    </p:set>
                                  </p:childTnLst>
                                </p:cTn>
                              </p:par>
                              <p:par>
                                <p:cTn id="103" presetID="2" presetClass="exit" presetSubtype="8" fill="hold" grpId="1" nodeType="withEffect">
                                  <p:stCondLst>
                                    <p:cond delay="0"/>
                                  </p:stCondLst>
                                  <p:childTnLst>
                                    <p:anim calcmode="lin" valueType="num">
                                      <p:cBhvr additive="base">
                                        <p:cTn id="104" dur="500"/>
                                        <p:tgtEl>
                                          <p:spTgt spid="12"/>
                                        </p:tgtEl>
                                        <p:attrNameLst>
                                          <p:attrName>ppt_x</p:attrName>
                                        </p:attrNameLst>
                                      </p:cBhvr>
                                      <p:tavLst>
                                        <p:tav tm="0">
                                          <p:val>
                                            <p:strVal val="ppt_x"/>
                                          </p:val>
                                        </p:tav>
                                        <p:tav tm="100000">
                                          <p:val>
                                            <p:strVal val="0-ppt_w/2"/>
                                          </p:val>
                                        </p:tav>
                                      </p:tavLst>
                                    </p:anim>
                                    <p:anim calcmode="lin" valueType="num">
                                      <p:cBhvr additive="base">
                                        <p:cTn id="105" dur="500"/>
                                        <p:tgtEl>
                                          <p:spTgt spid="12"/>
                                        </p:tgtEl>
                                        <p:attrNameLst>
                                          <p:attrName>ppt_y</p:attrName>
                                        </p:attrNameLst>
                                      </p:cBhvr>
                                      <p:tavLst>
                                        <p:tav tm="0">
                                          <p:val>
                                            <p:strVal val="ppt_y"/>
                                          </p:val>
                                        </p:tav>
                                        <p:tav tm="100000">
                                          <p:val>
                                            <p:strVal val="ppt_y"/>
                                          </p:val>
                                        </p:tav>
                                      </p:tavLst>
                                    </p:anim>
                                    <p:set>
                                      <p:cBhvr>
                                        <p:cTn id="106" dur="1" fill="hold">
                                          <p:stCondLst>
                                            <p:cond delay="499"/>
                                          </p:stCondLst>
                                        </p:cTn>
                                        <p:tgtEl>
                                          <p:spTgt spid="12"/>
                                        </p:tgtEl>
                                        <p:attrNameLst>
                                          <p:attrName>style.visibility</p:attrName>
                                        </p:attrNameLst>
                                      </p:cBhvr>
                                      <p:to>
                                        <p:strVal val="hidden"/>
                                      </p:to>
                                    </p:set>
                                  </p:childTnLst>
                                </p:cTn>
                              </p:par>
                            </p:childTnLst>
                          </p:cTn>
                        </p:par>
                      </p:childTnLst>
                    </p:cTn>
                  </p:par>
                  <p:par>
                    <p:cTn id="107" fill="hold">
                      <p:stCondLst>
                        <p:cond delay="indefinite"/>
                      </p:stCondLst>
                      <p:childTnLst>
                        <p:par>
                          <p:cTn id="108" fill="hold">
                            <p:stCondLst>
                              <p:cond delay="0"/>
                            </p:stCondLst>
                            <p:childTnLst>
                              <p:par>
                                <p:cTn id="109" presetID="42" presetClass="entr" presetSubtype="0" fill="hold" grpId="0" nodeType="clickEffect">
                                  <p:stCondLst>
                                    <p:cond delay="0"/>
                                  </p:stCondLst>
                                  <p:childTnLst>
                                    <p:set>
                                      <p:cBhvr>
                                        <p:cTn id="110" dur="1" fill="hold">
                                          <p:stCondLst>
                                            <p:cond delay="0"/>
                                          </p:stCondLst>
                                        </p:cTn>
                                        <p:tgtEl>
                                          <p:spTgt spid="15"/>
                                        </p:tgtEl>
                                        <p:attrNameLst>
                                          <p:attrName>style.visibility</p:attrName>
                                        </p:attrNameLst>
                                      </p:cBhvr>
                                      <p:to>
                                        <p:strVal val="visible"/>
                                      </p:to>
                                    </p:set>
                                    <p:animEffect transition="in" filter="fade">
                                      <p:cBhvr>
                                        <p:cTn id="111" dur="1000"/>
                                        <p:tgtEl>
                                          <p:spTgt spid="15"/>
                                        </p:tgtEl>
                                      </p:cBhvr>
                                    </p:animEffect>
                                    <p:anim calcmode="lin" valueType="num">
                                      <p:cBhvr>
                                        <p:cTn id="112" dur="1000" fill="hold"/>
                                        <p:tgtEl>
                                          <p:spTgt spid="15"/>
                                        </p:tgtEl>
                                        <p:attrNameLst>
                                          <p:attrName>ppt_x</p:attrName>
                                        </p:attrNameLst>
                                      </p:cBhvr>
                                      <p:tavLst>
                                        <p:tav tm="0">
                                          <p:val>
                                            <p:strVal val="#ppt_x"/>
                                          </p:val>
                                        </p:tav>
                                        <p:tav tm="100000">
                                          <p:val>
                                            <p:strVal val="#ppt_x"/>
                                          </p:val>
                                        </p:tav>
                                      </p:tavLst>
                                    </p:anim>
                                    <p:anim calcmode="lin" valueType="num">
                                      <p:cBhvr>
                                        <p:cTn id="113" dur="1000" fill="hold"/>
                                        <p:tgtEl>
                                          <p:spTgt spid="15"/>
                                        </p:tgtEl>
                                        <p:attrNameLst>
                                          <p:attrName>ppt_y</p:attrName>
                                        </p:attrNameLst>
                                      </p:cBhvr>
                                      <p:tavLst>
                                        <p:tav tm="0">
                                          <p:val>
                                            <p:strVal val="#ppt_y+.1"/>
                                          </p:val>
                                        </p:tav>
                                        <p:tav tm="100000">
                                          <p:val>
                                            <p:strVal val="#ppt_y"/>
                                          </p:val>
                                        </p:tav>
                                      </p:tavLst>
                                    </p:anim>
                                  </p:childTnLst>
                                </p:cTn>
                              </p:par>
                            </p:childTnLst>
                          </p:cTn>
                        </p:par>
                      </p:childTnLst>
                    </p:cTn>
                  </p:par>
                  <p:par>
                    <p:cTn id="114" fill="hold">
                      <p:stCondLst>
                        <p:cond delay="indefinite"/>
                      </p:stCondLst>
                      <p:childTnLst>
                        <p:par>
                          <p:cTn id="115" fill="hold">
                            <p:stCondLst>
                              <p:cond delay="0"/>
                            </p:stCondLst>
                            <p:childTnLst>
                              <p:par>
                                <p:cTn id="116" presetID="42" presetClass="entr" presetSubtype="0" fill="hold" grpId="0" nodeType="clickEffect">
                                  <p:stCondLst>
                                    <p:cond delay="0"/>
                                  </p:stCondLst>
                                  <p:childTnLst>
                                    <p:set>
                                      <p:cBhvr>
                                        <p:cTn id="117" dur="1" fill="hold">
                                          <p:stCondLst>
                                            <p:cond delay="0"/>
                                          </p:stCondLst>
                                        </p:cTn>
                                        <p:tgtEl>
                                          <p:spTgt spid="5">
                                            <p:txEl>
                                              <p:pRg st="0" end="0"/>
                                            </p:txEl>
                                          </p:spTgt>
                                        </p:tgtEl>
                                        <p:attrNameLst>
                                          <p:attrName>style.visibility</p:attrName>
                                        </p:attrNameLst>
                                      </p:cBhvr>
                                      <p:to>
                                        <p:strVal val="visible"/>
                                      </p:to>
                                    </p:set>
                                    <p:animEffect transition="in" filter="fade">
                                      <p:cBhvr>
                                        <p:cTn id="118" dur="1000"/>
                                        <p:tgtEl>
                                          <p:spTgt spid="5">
                                            <p:txEl>
                                              <p:pRg st="0" end="0"/>
                                            </p:txEl>
                                          </p:spTgt>
                                        </p:tgtEl>
                                      </p:cBhvr>
                                    </p:animEffect>
                                    <p:anim calcmode="lin" valueType="num">
                                      <p:cBhvr>
                                        <p:cTn id="119" dur="1000" fill="hold"/>
                                        <p:tgtEl>
                                          <p:spTgt spid="5">
                                            <p:txEl>
                                              <p:pRg st="0" end="0"/>
                                            </p:txEl>
                                          </p:spTgt>
                                        </p:tgtEl>
                                        <p:attrNameLst>
                                          <p:attrName>ppt_x</p:attrName>
                                        </p:attrNameLst>
                                      </p:cBhvr>
                                      <p:tavLst>
                                        <p:tav tm="0">
                                          <p:val>
                                            <p:strVal val="#ppt_x"/>
                                          </p:val>
                                        </p:tav>
                                        <p:tav tm="100000">
                                          <p:val>
                                            <p:strVal val="#ppt_x"/>
                                          </p:val>
                                        </p:tav>
                                      </p:tavLst>
                                    </p:anim>
                                    <p:anim calcmode="lin" valueType="num">
                                      <p:cBhvr>
                                        <p:cTn id="120" dur="1000" fill="hold"/>
                                        <p:tgtEl>
                                          <p:spTgt spid="5">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21" fill="hold">
                      <p:stCondLst>
                        <p:cond delay="indefinite"/>
                      </p:stCondLst>
                      <p:childTnLst>
                        <p:par>
                          <p:cTn id="122" fill="hold">
                            <p:stCondLst>
                              <p:cond delay="0"/>
                            </p:stCondLst>
                            <p:childTnLst>
                              <p:par>
                                <p:cTn id="123" presetID="42" presetClass="entr" presetSubtype="0" fill="hold" nodeType="clickEffect">
                                  <p:stCondLst>
                                    <p:cond delay="0"/>
                                  </p:stCondLst>
                                  <p:childTnLst>
                                    <p:set>
                                      <p:cBhvr>
                                        <p:cTn id="124" dur="1" fill="hold">
                                          <p:stCondLst>
                                            <p:cond delay="0"/>
                                          </p:stCondLst>
                                        </p:cTn>
                                        <p:tgtEl>
                                          <p:spTgt spid="25"/>
                                        </p:tgtEl>
                                        <p:attrNameLst>
                                          <p:attrName>style.visibility</p:attrName>
                                        </p:attrNameLst>
                                      </p:cBhvr>
                                      <p:to>
                                        <p:strVal val="visible"/>
                                      </p:to>
                                    </p:set>
                                    <p:animEffect transition="in" filter="fade">
                                      <p:cBhvr>
                                        <p:cTn id="125" dur="1000"/>
                                        <p:tgtEl>
                                          <p:spTgt spid="25"/>
                                        </p:tgtEl>
                                      </p:cBhvr>
                                    </p:animEffect>
                                    <p:anim calcmode="lin" valueType="num">
                                      <p:cBhvr>
                                        <p:cTn id="126" dur="1000" fill="hold"/>
                                        <p:tgtEl>
                                          <p:spTgt spid="25"/>
                                        </p:tgtEl>
                                        <p:attrNameLst>
                                          <p:attrName>ppt_x</p:attrName>
                                        </p:attrNameLst>
                                      </p:cBhvr>
                                      <p:tavLst>
                                        <p:tav tm="0">
                                          <p:val>
                                            <p:strVal val="#ppt_x"/>
                                          </p:val>
                                        </p:tav>
                                        <p:tav tm="100000">
                                          <p:val>
                                            <p:strVal val="#ppt_x"/>
                                          </p:val>
                                        </p:tav>
                                      </p:tavLst>
                                    </p:anim>
                                    <p:anim calcmode="lin" valueType="num">
                                      <p:cBhvr>
                                        <p:cTn id="127" dur="1000" fill="hold"/>
                                        <p:tgtEl>
                                          <p:spTgt spid="25"/>
                                        </p:tgtEl>
                                        <p:attrNameLst>
                                          <p:attrName>ppt_y</p:attrName>
                                        </p:attrNameLst>
                                      </p:cBhvr>
                                      <p:tavLst>
                                        <p:tav tm="0">
                                          <p:val>
                                            <p:strVal val="#ppt_y+.1"/>
                                          </p:val>
                                        </p:tav>
                                        <p:tav tm="100000">
                                          <p:val>
                                            <p:strVal val="#ppt_y"/>
                                          </p:val>
                                        </p:tav>
                                      </p:tavLst>
                                    </p:anim>
                                  </p:childTnLst>
                                </p:cTn>
                              </p:par>
                              <p:par>
                                <p:cTn id="128" presetID="42" presetClass="entr" presetSubtype="0" fill="hold" grpId="0" nodeType="withEffect">
                                  <p:stCondLst>
                                    <p:cond delay="0"/>
                                  </p:stCondLst>
                                  <p:childTnLst>
                                    <p:set>
                                      <p:cBhvr>
                                        <p:cTn id="129" dur="1" fill="hold">
                                          <p:stCondLst>
                                            <p:cond delay="0"/>
                                          </p:stCondLst>
                                        </p:cTn>
                                        <p:tgtEl>
                                          <p:spTgt spid="31"/>
                                        </p:tgtEl>
                                        <p:attrNameLst>
                                          <p:attrName>style.visibility</p:attrName>
                                        </p:attrNameLst>
                                      </p:cBhvr>
                                      <p:to>
                                        <p:strVal val="visible"/>
                                      </p:to>
                                    </p:set>
                                    <p:animEffect transition="in" filter="fade">
                                      <p:cBhvr>
                                        <p:cTn id="130" dur="1000"/>
                                        <p:tgtEl>
                                          <p:spTgt spid="31"/>
                                        </p:tgtEl>
                                      </p:cBhvr>
                                    </p:animEffect>
                                    <p:anim calcmode="lin" valueType="num">
                                      <p:cBhvr>
                                        <p:cTn id="131" dur="1000" fill="hold"/>
                                        <p:tgtEl>
                                          <p:spTgt spid="31"/>
                                        </p:tgtEl>
                                        <p:attrNameLst>
                                          <p:attrName>ppt_x</p:attrName>
                                        </p:attrNameLst>
                                      </p:cBhvr>
                                      <p:tavLst>
                                        <p:tav tm="0">
                                          <p:val>
                                            <p:strVal val="#ppt_x"/>
                                          </p:val>
                                        </p:tav>
                                        <p:tav tm="100000">
                                          <p:val>
                                            <p:strVal val="#ppt_x"/>
                                          </p:val>
                                        </p:tav>
                                      </p:tavLst>
                                    </p:anim>
                                    <p:anim calcmode="lin" valueType="num">
                                      <p:cBhvr>
                                        <p:cTn id="132" dur="1000" fill="hold"/>
                                        <p:tgtEl>
                                          <p:spTgt spid="31"/>
                                        </p:tgtEl>
                                        <p:attrNameLst>
                                          <p:attrName>ppt_y</p:attrName>
                                        </p:attrNameLst>
                                      </p:cBhvr>
                                      <p:tavLst>
                                        <p:tav tm="0">
                                          <p:val>
                                            <p:strVal val="#ppt_y+.1"/>
                                          </p:val>
                                        </p:tav>
                                        <p:tav tm="100000">
                                          <p:val>
                                            <p:strVal val="#ppt_y"/>
                                          </p:val>
                                        </p:tav>
                                      </p:tavLst>
                                    </p:anim>
                                  </p:childTnLst>
                                </p:cTn>
                              </p:par>
                            </p:childTnLst>
                          </p:cTn>
                        </p:par>
                      </p:childTnLst>
                    </p:cTn>
                  </p:par>
                  <p:par>
                    <p:cTn id="133" fill="hold">
                      <p:stCondLst>
                        <p:cond delay="indefinite"/>
                      </p:stCondLst>
                      <p:childTnLst>
                        <p:par>
                          <p:cTn id="134" fill="hold">
                            <p:stCondLst>
                              <p:cond delay="0"/>
                            </p:stCondLst>
                            <p:childTnLst>
                              <p:par>
                                <p:cTn id="135" presetID="42" presetClass="entr" presetSubtype="0" fill="hold" nodeType="clickEffect">
                                  <p:stCondLst>
                                    <p:cond delay="0"/>
                                  </p:stCondLst>
                                  <p:childTnLst>
                                    <p:set>
                                      <p:cBhvr>
                                        <p:cTn id="136" dur="1" fill="hold">
                                          <p:stCondLst>
                                            <p:cond delay="0"/>
                                          </p:stCondLst>
                                        </p:cTn>
                                        <p:tgtEl>
                                          <p:spTgt spid="29"/>
                                        </p:tgtEl>
                                        <p:attrNameLst>
                                          <p:attrName>style.visibility</p:attrName>
                                        </p:attrNameLst>
                                      </p:cBhvr>
                                      <p:to>
                                        <p:strVal val="visible"/>
                                      </p:to>
                                    </p:set>
                                    <p:animEffect transition="in" filter="fade">
                                      <p:cBhvr>
                                        <p:cTn id="137" dur="1000"/>
                                        <p:tgtEl>
                                          <p:spTgt spid="29"/>
                                        </p:tgtEl>
                                      </p:cBhvr>
                                    </p:animEffect>
                                    <p:anim calcmode="lin" valueType="num">
                                      <p:cBhvr>
                                        <p:cTn id="138" dur="1000" fill="hold"/>
                                        <p:tgtEl>
                                          <p:spTgt spid="29"/>
                                        </p:tgtEl>
                                        <p:attrNameLst>
                                          <p:attrName>ppt_x</p:attrName>
                                        </p:attrNameLst>
                                      </p:cBhvr>
                                      <p:tavLst>
                                        <p:tav tm="0">
                                          <p:val>
                                            <p:strVal val="#ppt_x"/>
                                          </p:val>
                                        </p:tav>
                                        <p:tav tm="100000">
                                          <p:val>
                                            <p:strVal val="#ppt_x"/>
                                          </p:val>
                                        </p:tav>
                                      </p:tavLst>
                                    </p:anim>
                                    <p:anim calcmode="lin" valueType="num">
                                      <p:cBhvr>
                                        <p:cTn id="139" dur="1000" fill="hold"/>
                                        <p:tgtEl>
                                          <p:spTgt spid="29"/>
                                        </p:tgtEl>
                                        <p:attrNameLst>
                                          <p:attrName>ppt_y</p:attrName>
                                        </p:attrNameLst>
                                      </p:cBhvr>
                                      <p:tavLst>
                                        <p:tav tm="0">
                                          <p:val>
                                            <p:strVal val="#ppt_y+.1"/>
                                          </p:val>
                                        </p:tav>
                                        <p:tav tm="100000">
                                          <p:val>
                                            <p:strVal val="#ppt_y"/>
                                          </p:val>
                                        </p:tav>
                                      </p:tavLst>
                                    </p:anim>
                                  </p:childTnLst>
                                </p:cTn>
                              </p:par>
                            </p:childTnLst>
                          </p:cTn>
                        </p:par>
                      </p:childTnLst>
                    </p:cTn>
                  </p:par>
                  <p:par>
                    <p:cTn id="140" fill="hold">
                      <p:stCondLst>
                        <p:cond delay="indefinite"/>
                      </p:stCondLst>
                      <p:childTnLst>
                        <p:par>
                          <p:cTn id="141" fill="hold">
                            <p:stCondLst>
                              <p:cond delay="0"/>
                            </p:stCondLst>
                            <p:childTnLst>
                              <p:par>
                                <p:cTn id="142" presetID="42" presetClass="entr" presetSubtype="0" fill="hold" grpId="0" nodeType="clickEffect">
                                  <p:stCondLst>
                                    <p:cond delay="0"/>
                                  </p:stCondLst>
                                  <p:childTnLst>
                                    <p:set>
                                      <p:cBhvr>
                                        <p:cTn id="143" dur="1" fill="hold">
                                          <p:stCondLst>
                                            <p:cond delay="0"/>
                                          </p:stCondLst>
                                        </p:cTn>
                                        <p:tgtEl>
                                          <p:spTgt spid="22">
                                            <p:txEl>
                                              <p:pRg st="0" end="0"/>
                                            </p:txEl>
                                          </p:spTgt>
                                        </p:tgtEl>
                                        <p:attrNameLst>
                                          <p:attrName>style.visibility</p:attrName>
                                        </p:attrNameLst>
                                      </p:cBhvr>
                                      <p:to>
                                        <p:strVal val="visible"/>
                                      </p:to>
                                    </p:set>
                                    <p:animEffect transition="in" filter="fade">
                                      <p:cBhvr>
                                        <p:cTn id="144" dur="1000"/>
                                        <p:tgtEl>
                                          <p:spTgt spid="22">
                                            <p:txEl>
                                              <p:pRg st="0" end="0"/>
                                            </p:txEl>
                                          </p:spTgt>
                                        </p:tgtEl>
                                      </p:cBhvr>
                                    </p:animEffect>
                                    <p:anim calcmode="lin" valueType="num">
                                      <p:cBhvr>
                                        <p:cTn id="145" dur="1000" fill="hold"/>
                                        <p:tgtEl>
                                          <p:spTgt spid="22">
                                            <p:txEl>
                                              <p:pRg st="0" end="0"/>
                                            </p:txEl>
                                          </p:spTgt>
                                        </p:tgtEl>
                                        <p:attrNameLst>
                                          <p:attrName>ppt_x</p:attrName>
                                        </p:attrNameLst>
                                      </p:cBhvr>
                                      <p:tavLst>
                                        <p:tav tm="0">
                                          <p:val>
                                            <p:strVal val="#ppt_x"/>
                                          </p:val>
                                        </p:tav>
                                        <p:tav tm="100000">
                                          <p:val>
                                            <p:strVal val="#ppt_x"/>
                                          </p:val>
                                        </p:tav>
                                      </p:tavLst>
                                    </p:anim>
                                    <p:anim calcmode="lin" valueType="num">
                                      <p:cBhvr>
                                        <p:cTn id="146" dur="1000" fill="hold"/>
                                        <p:tgtEl>
                                          <p:spTgt spid="22">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47" fill="hold">
                      <p:stCondLst>
                        <p:cond delay="indefinite"/>
                      </p:stCondLst>
                      <p:childTnLst>
                        <p:par>
                          <p:cTn id="148" fill="hold">
                            <p:stCondLst>
                              <p:cond delay="0"/>
                            </p:stCondLst>
                            <p:childTnLst>
                              <p:par>
                                <p:cTn id="149" presetID="42" presetClass="entr" presetSubtype="0" fill="hold" grpId="0" nodeType="clickEffect">
                                  <p:stCondLst>
                                    <p:cond delay="0"/>
                                  </p:stCondLst>
                                  <p:childTnLst>
                                    <p:set>
                                      <p:cBhvr>
                                        <p:cTn id="150" dur="1" fill="hold">
                                          <p:stCondLst>
                                            <p:cond delay="0"/>
                                          </p:stCondLst>
                                        </p:cTn>
                                        <p:tgtEl>
                                          <p:spTgt spid="22">
                                            <p:txEl>
                                              <p:pRg st="1" end="1"/>
                                            </p:txEl>
                                          </p:spTgt>
                                        </p:tgtEl>
                                        <p:attrNameLst>
                                          <p:attrName>style.visibility</p:attrName>
                                        </p:attrNameLst>
                                      </p:cBhvr>
                                      <p:to>
                                        <p:strVal val="visible"/>
                                      </p:to>
                                    </p:set>
                                    <p:animEffect transition="in" filter="fade">
                                      <p:cBhvr>
                                        <p:cTn id="151" dur="1000"/>
                                        <p:tgtEl>
                                          <p:spTgt spid="22">
                                            <p:txEl>
                                              <p:pRg st="1" end="1"/>
                                            </p:txEl>
                                          </p:spTgt>
                                        </p:tgtEl>
                                      </p:cBhvr>
                                    </p:animEffect>
                                    <p:anim calcmode="lin" valueType="num">
                                      <p:cBhvr>
                                        <p:cTn id="152" dur="1000" fill="hold"/>
                                        <p:tgtEl>
                                          <p:spTgt spid="22">
                                            <p:txEl>
                                              <p:pRg st="1" end="1"/>
                                            </p:txEl>
                                          </p:spTgt>
                                        </p:tgtEl>
                                        <p:attrNameLst>
                                          <p:attrName>ppt_x</p:attrName>
                                        </p:attrNameLst>
                                      </p:cBhvr>
                                      <p:tavLst>
                                        <p:tav tm="0">
                                          <p:val>
                                            <p:strVal val="#ppt_x"/>
                                          </p:val>
                                        </p:tav>
                                        <p:tav tm="100000">
                                          <p:val>
                                            <p:strVal val="#ppt_x"/>
                                          </p:val>
                                        </p:tav>
                                      </p:tavLst>
                                    </p:anim>
                                    <p:anim calcmode="lin" valueType="num">
                                      <p:cBhvr>
                                        <p:cTn id="153" dur="1000" fill="hold"/>
                                        <p:tgtEl>
                                          <p:spTgt spid="22">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54" fill="hold">
                      <p:stCondLst>
                        <p:cond delay="indefinite"/>
                      </p:stCondLst>
                      <p:childTnLst>
                        <p:par>
                          <p:cTn id="155" fill="hold">
                            <p:stCondLst>
                              <p:cond delay="0"/>
                            </p:stCondLst>
                            <p:childTnLst>
                              <p:par>
                                <p:cTn id="156" presetID="42" presetClass="entr" presetSubtype="0" fill="hold" grpId="0" nodeType="clickEffect">
                                  <p:stCondLst>
                                    <p:cond delay="0"/>
                                  </p:stCondLst>
                                  <p:childTnLst>
                                    <p:set>
                                      <p:cBhvr>
                                        <p:cTn id="157" dur="1" fill="hold">
                                          <p:stCondLst>
                                            <p:cond delay="0"/>
                                          </p:stCondLst>
                                        </p:cTn>
                                        <p:tgtEl>
                                          <p:spTgt spid="22">
                                            <p:txEl>
                                              <p:pRg st="2" end="2"/>
                                            </p:txEl>
                                          </p:spTgt>
                                        </p:tgtEl>
                                        <p:attrNameLst>
                                          <p:attrName>style.visibility</p:attrName>
                                        </p:attrNameLst>
                                      </p:cBhvr>
                                      <p:to>
                                        <p:strVal val="visible"/>
                                      </p:to>
                                    </p:set>
                                    <p:animEffect transition="in" filter="fade">
                                      <p:cBhvr>
                                        <p:cTn id="158" dur="1000"/>
                                        <p:tgtEl>
                                          <p:spTgt spid="22">
                                            <p:txEl>
                                              <p:pRg st="2" end="2"/>
                                            </p:txEl>
                                          </p:spTgt>
                                        </p:tgtEl>
                                      </p:cBhvr>
                                    </p:animEffect>
                                    <p:anim calcmode="lin" valueType="num">
                                      <p:cBhvr>
                                        <p:cTn id="159" dur="1000" fill="hold"/>
                                        <p:tgtEl>
                                          <p:spTgt spid="22">
                                            <p:txEl>
                                              <p:pRg st="2" end="2"/>
                                            </p:txEl>
                                          </p:spTgt>
                                        </p:tgtEl>
                                        <p:attrNameLst>
                                          <p:attrName>ppt_x</p:attrName>
                                        </p:attrNameLst>
                                      </p:cBhvr>
                                      <p:tavLst>
                                        <p:tav tm="0">
                                          <p:val>
                                            <p:strVal val="#ppt_x"/>
                                          </p:val>
                                        </p:tav>
                                        <p:tav tm="100000">
                                          <p:val>
                                            <p:strVal val="#ppt_x"/>
                                          </p:val>
                                        </p:tav>
                                      </p:tavLst>
                                    </p:anim>
                                    <p:anim calcmode="lin" valueType="num">
                                      <p:cBhvr>
                                        <p:cTn id="160" dur="1000" fill="hold"/>
                                        <p:tgtEl>
                                          <p:spTgt spid="22">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161" fill="hold">
                      <p:stCondLst>
                        <p:cond delay="indefinite"/>
                      </p:stCondLst>
                      <p:childTnLst>
                        <p:par>
                          <p:cTn id="162" fill="hold">
                            <p:stCondLst>
                              <p:cond delay="0"/>
                            </p:stCondLst>
                            <p:childTnLst>
                              <p:par>
                                <p:cTn id="163" presetID="42" presetClass="entr" presetSubtype="0" fill="hold" grpId="0" nodeType="clickEffect">
                                  <p:stCondLst>
                                    <p:cond delay="0"/>
                                  </p:stCondLst>
                                  <p:childTnLst>
                                    <p:set>
                                      <p:cBhvr>
                                        <p:cTn id="164" dur="1" fill="hold">
                                          <p:stCondLst>
                                            <p:cond delay="0"/>
                                          </p:stCondLst>
                                        </p:cTn>
                                        <p:tgtEl>
                                          <p:spTgt spid="22">
                                            <p:txEl>
                                              <p:pRg st="3" end="3"/>
                                            </p:txEl>
                                          </p:spTgt>
                                        </p:tgtEl>
                                        <p:attrNameLst>
                                          <p:attrName>style.visibility</p:attrName>
                                        </p:attrNameLst>
                                      </p:cBhvr>
                                      <p:to>
                                        <p:strVal val="visible"/>
                                      </p:to>
                                    </p:set>
                                    <p:animEffect transition="in" filter="fade">
                                      <p:cBhvr>
                                        <p:cTn id="165" dur="1000"/>
                                        <p:tgtEl>
                                          <p:spTgt spid="22">
                                            <p:txEl>
                                              <p:pRg st="3" end="3"/>
                                            </p:txEl>
                                          </p:spTgt>
                                        </p:tgtEl>
                                      </p:cBhvr>
                                    </p:animEffect>
                                    <p:anim calcmode="lin" valueType="num">
                                      <p:cBhvr>
                                        <p:cTn id="166" dur="1000" fill="hold"/>
                                        <p:tgtEl>
                                          <p:spTgt spid="22">
                                            <p:txEl>
                                              <p:pRg st="3" end="3"/>
                                            </p:txEl>
                                          </p:spTgt>
                                        </p:tgtEl>
                                        <p:attrNameLst>
                                          <p:attrName>ppt_x</p:attrName>
                                        </p:attrNameLst>
                                      </p:cBhvr>
                                      <p:tavLst>
                                        <p:tav tm="0">
                                          <p:val>
                                            <p:strVal val="#ppt_x"/>
                                          </p:val>
                                        </p:tav>
                                        <p:tav tm="100000">
                                          <p:val>
                                            <p:strVal val="#ppt_x"/>
                                          </p:val>
                                        </p:tav>
                                      </p:tavLst>
                                    </p:anim>
                                    <p:anim calcmode="lin" valueType="num">
                                      <p:cBhvr>
                                        <p:cTn id="167" dur="1000" fill="hold"/>
                                        <p:tgtEl>
                                          <p:spTgt spid="22">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168" fill="hold">
                      <p:stCondLst>
                        <p:cond delay="indefinite"/>
                      </p:stCondLst>
                      <p:childTnLst>
                        <p:par>
                          <p:cTn id="169" fill="hold">
                            <p:stCondLst>
                              <p:cond delay="0"/>
                            </p:stCondLst>
                            <p:childTnLst>
                              <p:par>
                                <p:cTn id="170" presetID="42" presetClass="entr" presetSubtype="0" fill="hold" grpId="0" nodeType="clickEffect">
                                  <p:stCondLst>
                                    <p:cond delay="0"/>
                                  </p:stCondLst>
                                  <p:childTnLst>
                                    <p:set>
                                      <p:cBhvr>
                                        <p:cTn id="171" dur="1" fill="hold">
                                          <p:stCondLst>
                                            <p:cond delay="0"/>
                                          </p:stCondLst>
                                        </p:cTn>
                                        <p:tgtEl>
                                          <p:spTgt spid="22">
                                            <p:txEl>
                                              <p:pRg st="4" end="4"/>
                                            </p:txEl>
                                          </p:spTgt>
                                        </p:tgtEl>
                                        <p:attrNameLst>
                                          <p:attrName>style.visibility</p:attrName>
                                        </p:attrNameLst>
                                      </p:cBhvr>
                                      <p:to>
                                        <p:strVal val="visible"/>
                                      </p:to>
                                    </p:set>
                                    <p:animEffect transition="in" filter="fade">
                                      <p:cBhvr>
                                        <p:cTn id="172" dur="1000"/>
                                        <p:tgtEl>
                                          <p:spTgt spid="22">
                                            <p:txEl>
                                              <p:pRg st="4" end="4"/>
                                            </p:txEl>
                                          </p:spTgt>
                                        </p:tgtEl>
                                      </p:cBhvr>
                                    </p:animEffect>
                                    <p:anim calcmode="lin" valueType="num">
                                      <p:cBhvr>
                                        <p:cTn id="173" dur="1000" fill="hold"/>
                                        <p:tgtEl>
                                          <p:spTgt spid="22">
                                            <p:txEl>
                                              <p:pRg st="4" end="4"/>
                                            </p:txEl>
                                          </p:spTgt>
                                        </p:tgtEl>
                                        <p:attrNameLst>
                                          <p:attrName>ppt_x</p:attrName>
                                        </p:attrNameLst>
                                      </p:cBhvr>
                                      <p:tavLst>
                                        <p:tav tm="0">
                                          <p:val>
                                            <p:strVal val="#ppt_x"/>
                                          </p:val>
                                        </p:tav>
                                        <p:tav tm="100000">
                                          <p:val>
                                            <p:strVal val="#ppt_x"/>
                                          </p:val>
                                        </p:tav>
                                      </p:tavLst>
                                    </p:anim>
                                    <p:anim calcmode="lin" valueType="num">
                                      <p:cBhvr>
                                        <p:cTn id="174" dur="1000" fill="hold"/>
                                        <p:tgtEl>
                                          <p:spTgt spid="22">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175" fill="hold">
                      <p:stCondLst>
                        <p:cond delay="indefinite"/>
                      </p:stCondLst>
                      <p:childTnLst>
                        <p:par>
                          <p:cTn id="176" fill="hold">
                            <p:stCondLst>
                              <p:cond delay="0"/>
                            </p:stCondLst>
                            <p:childTnLst>
                              <p:par>
                                <p:cTn id="177" presetID="42" presetClass="entr" presetSubtype="0" fill="hold" nodeType="clickEffect">
                                  <p:stCondLst>
                                    <p:cond delay="0"/>
                                  </p:stCondLst>
                                  <p:childTnLst>
                                    <p:set>
                                      <p:cBhvr>
                                        <p:cTn id="178" dur="1" fill="hold">
                                          <p:stCondLst>
                                            <p:cond delay="0"/>
                                          </p:stCondLst>
                                        </p:cTn>
                                        <p:tgtEl>
                                          <p:spTgt spid="19"/>
                                        </p:tgtEl>
                                        <p:attrNameLst>
                                          <p:attrName>style.visibility</p:attrName>
                                        </p:attrNameLst>
                                      </p:cBhvr>
                                      <p:to>
                                        <p:strVal val="visible"/>
                                      </p:to>
                                    </p:set>
                                    <p:animEffect transition="in" filter="fade">
                                      <p:cBhvr>
                                        <p:cTn id="179" dur="1000"/>
                                        <p:tgtEl>
                                          <p:spTgt spid="19"/>
                                        </p:tgtEl>
                                      </p:cBhvr>
                                    </p:animEffect>
                                    <p:anim calcmode="lin" valueType="num">
                                      <p:cBhvr>
                                        <p:cTn id="180" dur="1000" fill="hold"/>
                                        <p:tgtEl>
                                          <p:spTgt spid="19"/>
                                        </p:tgtEl>
                                        <p:attrNameLst>
                                          <p:attrName>ppt_x</p:attrName>
                                        </p:attrNameLst>
                                      </p:cBhvr>
                                      <p:tavLst>
                                        <p:tav tm="0">
                                          <p:val>
                                            <p:strVal val="#ppt_x"/>
                                          </p:val>
                                        </p:tav>
                                        <p:tav tm="100000">
                                          <p:val>
                                            <p:strVal val="#ppt_x"/>
                                          </p:val>
                                        </p:tav>
                                      </p:tavLst>
                                    </p:anim>
                                    <p:anim calcmode="lin" valueType="num">
                                      <p:cBhvr>
                                        <p:cTn id="181" dur="1000" fill="hold"/>
                                        <p:tgtEl>
                                          <p:spTgt spid="19"/>
                                        </p:tgtEl>
                                        <p:attrNameLst>
                                          <p:attrName>ppt_y</p:attrName>
                                        </p:attrNameLst>
                                      </p:cBhvr>
                                      <p:tavLst>
                                        <p:tav tm="0">
                                          <p:val>
                                            <p:strVal val="#ppt_y+.1"/>
                                          </p:val>
                                        </p:tav>
                                        <p:tav tm="100000">
                                          <p:val>
                                            <p:strVal val="#ppt_y"/>
                                          </p:val>
                                        </p:tav>
                                      </p:tavLst>
                                    </p:anim>
                                  </p:childTnLst>
                                </p:cTn>
                              </p:par>
                            </p:childTnLst>
                          </p:cTn>
                        </p:par>
                      </p:childTnLst>
                    </p:cTn>
                  </p:par>
                  <p:par>
                    <p:cTn id="182" fill="hold">
                      <p:stCondLst>
                        <p:cond delay="indefinite"/>
                      </p:stCondLst>
                      <p:childTnLst>
                        <p:par>
                          <p:cTn id="183" fill="hold">
                            <p:stCondLst>
                              <p:cond delay="0"/>
                            </p:stCondLst>
                            <p:childTnLst>
                              <p:par>
                                <p:cTn id="184" presetID="42" presetClass="entr" presetSubtype="0" fill="hold" nodeType="clickEffect">
                                  <p:stCondLst>
                                    <p:cond delay="0"/>
                                  </p:stCondLst>
                                  <p:childTnLst>
                                    <p:set>
                                      <p:cBhvr>
                                        <p:cTn id="185" dur="1" fill="hold">
                                          <p:stCondLst>
                                            <p:cond delay="0"/>
                                          </p:stCondLst>
                                        </p:cTn>
                                        <p:tgtEl>
                                          <p:spTgt spid="23"/>
                                        </p:tgtEl>
                                        <p:attrNameLst>
                                          <p:attrName>style.visibility</p:attrName>
                                        </p:attrNameLst>
                                      </p:cBhvr>
                                      <p:to>
                                        <p:strVal val="visible"/>
                                      </p:to>
                                    </p:set>
                                    <p:animEffect transition="in" filter="fade">
                                      <p:cBhvr>
                                        <p:cTn id="186" dur="1000"/>
                                        <p:tgtEl>
                                          <p:spTgt spid="23"/>
                                        </p:tgtEl>
                                      </p:cBhvr>
                                    </p:animEffect>
                                    <p:anim calcmode="lin" valueType="num">
                                      <p:cBhvr>
                                        <p:cTn id="187" dur="1000" fill="hold"/>
                                        <p:tgtEl>
                                          <p:spTgt spid="23"/>
                                        </p:tgtEl>
                                        <p:attrNameLst>
                                          <p:attrName>ppt_x</p:attrName>
                                        </p:attrNameLst>
                                      </p:cBhvr>
                                      <p:tavLst>
                                        <p:tav tm="0">
                                          <p:val>
                                            <p:strVal val="#ppt_x"/>
                                          </p:val>
                                        </p:tav>
                                        <p:tav tm="100000">
                                          <p:val>
                                            <p:strVal val="#ppt_x"/>
                                          </p:val>
                                        </p:tav>
                                      </p:tavLst>
                                    </p:anim>
                                    <p:anim calcmode="lin" valueType="num">
                                      <p:cBhvr>
                                        <p:cTn id="188" dur="1000" fill="hold"/>
                                        <p:tgtEl>
                                          <p:spTgt spid="2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6" grpId="1" animBg="1"/>
      <p:bldP spid="7" grpId="0" animBg="1"/>
      <p:bldP spid="7" grpId="1" animBg="1"/>
      <p:bldP spid="8" grpId="0" animBg="1"/>
      <p:bldP spid="8" grpId="1" animBg="1"/>
      <p:bldP spid="9" grpId="0" animBg="1"/>
      <p:bldP spid="9" grpId="1" animBg="1"/>
      <p:bldP spid="10" grpId="0" animBg="1"/>
      <p:bldP spid="10" grpId="1" animBg="1"/>
      <p:bldP spid="11" grpId="0" animBg="1"/>
      <p:bldP spid="11" grpId="1" animBg="1"/>
      <p:bldP spid="33" grpId="0"/>
      <p:bldP spid="35" grpId="0" animBg="1"/>
      <p:bldP spid="35" grpId="1" animBg="1"/>
      <p:bldP spid="13" grpId="0" animBg="1"/>
      <p:bldP spid="13" grpId="1" animBg="1"/>
      <p:bldP spid="3" grpId="0" animBg="1"/>
      <p:bldP spid="3" grpId="1" animBg="1"/>
      <p:bldP spid="3" grpId="2" animBg="1"/>
      <p:bldP spid="3" grpId="3" animBg="1"/>
      <p:bldP spid="4" grpId="0" animBg="1"/>
      <p:bldP spid="4" grpId="1" animBg="1"/>
      <p:bldP spid="12" grpId="0" animBg="1"/>
      <p:bldP spid="12" grpId="1" animBg="1"/>
      <p:bldP spid="5" grpId="0" uiExpand="1" build="p"/>
      <p:bldP spid="15" grpId="0"/>
      <p:bldP spid="22" grpId="0" build="p"/>
      <p:bldP spid="31"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22D1ED-398E-21FB-E53A-BC8DD8913680}"/>
            </a:ext>
          </a:extLst>
        </p:cNvPr>
        <p:cNvGrpSpPr/>
        <p:nvPr/>
      </p:nvGrpSpPr>
      <p:grpSpPr>
        <a:xfrm>
          <a:off x="0" y="0"/>
          <a:ext cx="0" cy="0"/>
          <a:chOff x="0" y="0"/>
          <a:chExt cx="0" cy="0"/>
        </a:xfrm>
      </p:grpSpPr>
      <p:sp>
        <p:nvSpPr>
          <p:cNvPr id="6" name="Rectangle 5">
            <a:extLst>
              <a:ext uri="{FF2B5EF4-FFF2-40B4-BE49-F238E27FC236}">
                <a16:creationId xmlns:a16="http://schemas.microsoft.com/office/drawing/2014/main" id="{F978AE6F-05BF-0BC8-C73A-1AEAA3DCD49F}"/>
              </a:ext>
            </a:extLst>
          </p:cNvPr>
          <p:cNvSpPr/>
          <p:nvPr/>
        </p:nvSpPr>
        <p:spPr>
          <a:xfrm>
            <a:off x="-3" y="0"/>
            <a:ext cx="1814286" cy="5143500"/>
          </a:xfrm>
          <a:prstGeom prst="rect">
            <a:avLst/>
          </a:prstGeom>
          <a:ln>
            <a:solidFill>
              <a:schemeClr val="bg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 name="TextBox 6">
            <a:extLst>
              <a:ext uri="{FF2B5EF4-FFF2-40B4-BE49-F238E27FC236}">
                <a16:creationId xmlns:a16="http://schemas.microsoft.com/office/drawing/2014/main" id="{D4F759EA-D770-5619-68E8-5BBF90EF5065}"/>
              </a:ext>
            </a:extLst>
          </p:cNvPr>
          <p:cNvSpPr txBox="1"/>
          <p:nvPr/>
        </p:nvSpPr>
        <p:spPr>
          <a:xfrm>
            <a:off x="-1" y="140901"/>
            <a:ext cx="1814285" cy="276999"/>
          </a:xfrm>
          <a:prstGeom prst="rect">
            <a:avLst/>
          </a:prstGeom>
          <a:solidFill>
            <a:schemeClr val="bg2">
              <a:lumMod val="60000"/>
              <a:lumOff val="40000"/>
            </a:schemeClr>
          </a:solidFill>
        </p:spPr>
        <p:txBody>
          <a:bodyPr wrap="square" rtlCol="0">
            <a:spAutoFit/>
          </a:bodyPr>
          <a:lstStyle/>
          <a:p>
            <a:r>
              <a:rPr lang="en-GB" sz="1200" dirty="0"/>
              <a:t>INDEX:</a:t>
            </a:r>
          </a:p>
        </p:txBody>
      </p:sp>
      <p:sp>
        <p:nvSpPr>
          <p:cNvPr id="8" name="TextBox 7">
            <a:extLst>
              <a:ext uri="{FF2B5EF4-FFF2-40B4-BE49-F238E27FC236}">
                <a16:creationId xmlns:a16="http://schemas.microsoft.com/office/drawing/2014/main" id="{38EA5B5C-A13C-3586-0893-1CA9A43FB87D}"/>
              </a:ext>
            </a:extLst>
          </p:cNvPr>
          <p:cNvSpPr txBox="1"/>
          <p:nvPr/>
        </p:nvSpPr>
        <p:spPr>
          <a:xfrm>
            <a:off x="12697" y="3140863"/>
            <a:ext cx="1785600" cy="461665"/>
          </a:xfrm>
          <a:prstGeom prst="rect">
            <a:avLst/>
          </a:prstGeom>
          <a:solidFill>
            <a:schemeClr val="bg2">
              <a:lumMod val="20000"/>
              <a:lumOff val="80000"/>
            </a:schemeClr>
          </a:solidFill>
        </p:spPr>
        <p:txBody>
          <a:bodyPr wrap="square" rtlCol="0">
            <a:spAutoFit/>
          </a:bodyPr>
          <a:lstStyle/>
          <a:p>
            <a:r>
              <a:rPr lang="en-GB" sz="1200" dirty="0"/>
              <a:t>6) MITIGATION - </a:t>
            </a:r>
            <a:r>
              <a:rPr lang="en-GB" sz="1200" dirty="0" err="1"/>
              <a:t>QLoRA</a:t>
            </a:r>
            <a:endParaRPr lang="en-GB" sz="1200" dirty="0"/>
          </a:p>
        </p:txBody>
      </p:sp>
      <p:sp>
        <p:nvSpPr>
          <p:cNvPr id="9" name="TextBox 8">
            <a:extLst>
              <a:ext uri="{FF2B5EF4-FFF2-40B4-BE49-F238E27FC236}">
                <a16:creationId xmlns:a16="http://schemas.microsoft.com/office/drawing/2014/main" id="{95E33CA8-61EE-7F8B-A023-D76BF2FFC5E4}"/>
              </a:ext>
            </a:extLst>
          </p:cNvPr>
          <p:cNvSpPr txBox="1"/>
          <p:nvPr/>
        </p:nvSpPr>
        <p:spPr>
          <a:xfrm>
            <a:off x="19624" y="583449"/>
            <a:ext cx="1778400" cy="276999"/>
          </a:xfrm>
          <a:prstGeom prst="rect">
            <a:avLst/>
          </a:prstGeom>
          <a:solidFill>
            <a:schemeClr val="bg2">
              <a:lumMod val="20000"/>
              <a:lumOff val="80000"/>
            </a:schemeClr>
          </a:solidFill>
        </p:spPr>
        <p:txBody>
          <a:bodyPr wrap="square" rtlCol="0">
            <a:spAutoFit/>
          </a:bodyPr>
          <a:lstStyle/>
          <a:p>
            <a:r>
              <a:rPr lang="en-GB" sz="1200" dirty="0"/>
              <a:t>1) MOTIVATION</a:t>
            </a:r>
          </a:p>
        </p:txBody>
      </p:sp>
      <p:sp>
        <p:nvSpPr>
          <p:cNvPr id="10" name="TextBox 9">
            <a:extLst>
              <a:ext uri="{FF2B5EF4-FFF2-40B4-BE49-F238E27FC236}">
                <a16:creationId xmlns:a16="http://schemas.microsoft.com/office/drawing/2014/main" id="{55A86337-A892-D87C-8018-726F487F8548}"/>
              </a:ext>
            </a:extLst>
          </p:cNvPr>
          <p:cNvSpPr txBox="1"/>
          <p:nvPr/>
        </p:nvSpPr>
        <p:spPr>
          <a:xfrm>
            <a:off x="15806" y="1646211"/>
            <a:ext cx="1785600" cy="276999"/>
          </a:xfrm>
          <a:prstGeom prst="rect">
            <a:avLst/>
          </a:prstGeom>
          <a:solidFill>
            <a:schemeClr val="bg2">
              <a:lumMod val="20000"/>
              <a:lumOff val="80000"/>
            </a:schemeClr>
          </a:solidFill>
        </p:spPr>
        <p:txBody>
          <a:bodyPr wrap="square" rtlCol="0">
            <a:spAutoFit/>
          </a:bodyPr>
          <a:lstStyle/>
          <a:p>
            <a:r>
              <a:rPr lang="en-GB" sz="1200" dirty="0"/>
              <a:t>3) HYPOTHESIS</a:t>
            </a:r>
          </a:p>
        </p:txBody>
      </p:sp>
      <p:sp>
        <p:nvSpPr>
          <p:cNvPr id="11" name="TextBox 10">
            <a:extLst>
              <a:ext uri="{FF2B5EF4-FFF2-40B4-BE49-F238E27FC236}">
                <a16:creationId xmlns:a16="http://schemas.microsoft.com/office/drawing/2014/main" id="{DC049810-94AE-021E-1050-9C60E07CC22D}"/>
              </a:ext>
            </a:extLst>
          </p:cNvPr>
          <p:cNvSpPr txBox="1"/>
          <p:nvPr/>
        </p:nvSpPr>
        <p:spPr>
          <a:xfrm>
            <a:off x="21452" y="2082873"/>
            <a:ext cx="1778400" cy="276999"/>
          </a:xfrm>
          <a:prstGeom prst="rect">
            <a:avLst/>
          </a:prstGeom>
          <a:solidFill>
            <a:schemeClr val="bg2">
              <a:lumMod val="20000"/>
              <a:lumOff val="80000"/>
            </a:schemeClr>
          </a:solidFill>
        </p:spPr>
        <p:txBody>
          <a:bodyPr wrap="square" rtlCol="0">
            <a:spAutoFit/>
          </a:bodyPr>
          <a:lstStyle/>
          <a:p>
            <a:r>
              <a:rPr lang="en-GB" sz="1200" dirty="0"/>
              <a:t>4) EVALUATION</a:t>
            </a:r>
          </a:p>
        </p:txBody>
      </p:sp>
      <p:sp>
        <p:nvSpPr>
          <p:cNvPr id="33" name="Google Shape;159;p34">
            <a:extLst>
              <a:ext uri="{FF2B5EF4-FFF2-40B4-BE49-F238E27FC236}">
                <a16:creationId xmlns:a16="http://schemas.microsoft.com/office/drawing/2014/main" id="{B6310B93-A778-0596-91C5-3DEB9FCD48B0}"/>
              </a:ext>
            </a:extLst>
          </p:cNvPr>
          <p:cNvSpPr txBox="1">
            <a:spLocks noGrp="1"/>
          </p:cNvSpPr>
          <p:nvPr>
            <p:ph type="ctrTitle"/>
          </p:nvPr>
        </p:nvSpPr>
        <p:spPr>
          <a:xfrm>
            <a:off x="2548894" y="252606"/>
            <a:ext cx="4046211" cy="51075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IN" u="sng" dirty="0"/>
              <a:t>Results</a:t>
            </a:r>
            <a:br>
              <a:rPr lang="en-IN" u="sng" dirty="0"/>
            </a:br>
            <a:endParaRPr u="sng" dirty="0"/>
          </a:p>
        </p:txBody>
      </p:sp>
      <p:sp>
        <p:nvSpPr>
          <p:cNvPr id="35" name="TextBox 34">
            <a:extLst>
              <a:ext uri="{FF2B5EF4-FFF2-40B4-BE49-F238E27FC236}">
                <a16:creationId xmlns:a16="http://schemas.microsoft.com/office/drawing/2014/main" id="{DA817909-8C27-E84E-7180-F016F3E0B32D}"/>
              </a:ext>
            </a:extLst>
          </p:cNvPr>
          <p:cNvSpPr txBox="1"/>
          <p:nvPr/>
        </p:nvSpPr>
        <p:spPr>
          <a:xfrm>
            <a:off x="10618" y="1024883"/>
            <a:ext cx="1784302" cy="461665"/>
          </a:xfrm>
          <a:prstGeom prst="rect">
            <a:avLst/>
          </a:prstGeom>
          <a:solidFill>
            <a:schemeClr val="bg2">
              <a:lumMod val="20000"/>
              <a:lumOff val="80000"/>
            </a:schemeClr>
          </a:solidFill>
        </p:spPr>
        <p:txBody>
          <a:bodyPr wrap="square" rtlCol="0">
            <a:spAutoFit/>
          </a:bodyPr>
          <a:lstStyle/>
          <a:p>
            <a:r>
              <a:rPr lang="en-GB" sz="1200" dirty="0"/>
              <a:t>2) SOLUTION - QUANTIZATION</a:t>
            </a:r>
          </a:p>
        </p:txBody>
      </p:sp>
      <p:sp>
        <p:nvSpPr>
          <p:cNvPr id="13" name="TextBox 12">
            <a:extLst>
              <a:ext uri="{FF2B5EF4-FFF2-40B4-BE49-F238E27FC236}">
                <a16:creationId xmlns:a16="http://schemas.microsoft.com/office/drawing/2014/main" id="{14D5475B-27DE-DE43-B704-ED2B7CC58A80}"/>
              </a:ext>
            </a:extLst>
          </p:cNvPr>
          <p:cNvSpPr txBox="1"/>
          <p:nvPr/>
        </p:nvSpPr>
        <p:spPr>
          <a:xfrm>
            <a:off x="13750" y="2519535"/>
            <a:ext cx="1785600" cy="461665"/>
          </a:xfrm>
          <a:prstGeom prst="rect">
            <a:avLst/>
          </a:prstGeom>
          <a:solidFill>
            <a:schemeClr val="bg2">
              <a:lumMod val="20000"/>
              <a:lumOff val="80000"/>
            </a:schemeClr>
          </a:solidFill>
        </p:spPr>
        <p:txBody>
          <a:bodyPr wrap="square" rtlCol="0">
            <a:spAutoFit/>
          </a:bodyPr>
          <a:lstStyle/>
          <a:p>
            <a:r>
              <a:rPr lang="en-GB" sz="1200" dirty="0"/>
              <a:t>5) IMPACT OF QUANTIZATION</a:t>
            </a:r>
          </a:p>
        </p:txBody>
      </p:sp>
      <p:sp>
        <p:nvSpPr>
          <p:cNvPr id="3" name="TextBox 2">
            <a:extLst>
              <a:ext uri="{FF2B5EF4-FFF2-40B4-BE49-F238E27FC236}">
                <a16:creationId xmlns:a16="http://schemas.microsoft.com/office/drawing/2014/main" id="{3A908EA3-CC7B-02AE-1C0E-FA10E4AAF49A}"/>
              </a:ext>
            </a:extLst>
          </p:cNvPr>
          <p:cNvSpPr txBox="1"/>
          <p:nvPr/>
        </p:nvSpPr>
        <p:spPr>
          <a:xfrm>
            <a:off x="13750" y="3762191"/>
            <a:ext cx="1785600" cy="276999"/>
          </a:xfrm>
          <a:prstGeom prst="rect">
            <a:avLst/>
          </a:prstGeom>
          <a:solidFill>
            <a:schemeClr val="bg2">
              <a:lumMod val="20000"/>
              <a:lumOff val="80000"/>
            </a:schemeClr>
          </a:solidFill>
        </p:spPr>
        <p:txBody>
          <a:bodyPr wrap="square" rtlCol="0">
            <a:spAutoFit/>
          </a:bodyPr>
          <a:lstStyle/>
          <a:p>
            <a:r>
              <a:rPr lang="en-GB" sz="1200" dirty="0"/>
              <a:t>7) FINE - TUNING</a:t>
            </a:r>
          </a:p>
        </p:txBody>
      </p:sp>
      <p:sp>
        <p:nvSpPr>
          <p:cNvPr id="4" name="TextBox 3">
            <a:extLst>
              <a:ext uri="{FF2B5EF4-FFF2-40B4-BE49-F238E27FC236}">
                <a16:creationId xmlns:a16="http://schemas.microsoft.com/office/drawing/2014/main" id="{BCB8BFA6-7363-6375-BA49-B9CD94CC0491}"/>
              </a:ext>
            </a:extLst>
          </p:cNvPr>
          <p:cNvSpPr txBox="1"/>
          <p:nvPr/>
        </p:nvSpPr>
        <p:spPr>
          <a:xfrm>
            <a:off x="17852" y="4198853"/>
            <a:ext cx="1785600" cy="276999"/>
          </a:xfrm>
          <a:prstGeom prst="rect">
            <a:avLst/>
          </a:prstGeom>
          <a:solidFill>
            <a:schemeClr val="bg2">
              <a:lumMod val="20000"/>
              <a:lumOff val="80000"/>
            </a:schemeClr>
          </a:solidFill>
        </p:spPr>
        <p:txBody>
          <a:bodyPr wrap="square" rtlCol="0">
            <a:spAutoFit/>
          </a:bodyPr>
          <a:lstStyle/>
          <a:p>
            <a:r>
              <a:rPr lang="en-GB" sz="1200" dirty="0"/>
              <a:t>8) RESULTS</a:t>
            </a:r>
          </a:p>
        </p:txBody>
      </p:sp>
      <p:sp>
        <p:nvSpPr>
          <p:cNvPr id="12" name="TextBox 11">
            <a:extLst>
              <a:ext uri="{FF2B5EF4-FFF2-40B4-BE49-F238E27FC236}">
                <a16:creationId xmlns:a16="http://schemas.microsoft.com/office/drawing/2014/main" id="{C079DC5B-2760-9745-671E-A2450565C215}"/>
              </a:ext>
            </a:extLst>
          </p:cNvPr>
          <p:cNvSpPr txBox="1"/>
          <p:nvPr/>
        </p:nvSpPr>
        <p:spPr>
          <a:xfrm>
            <a:off x="17852" y="4635515"/>
            <a:ext cx="1785600" cy="276999"/>
          </a:xfrm>
          <a:prstGeom prst="rect">
            <a:avLst/>
          </a:prstGeom>
          <a:solidFill>
            <a:schemeClr val="bg2">
              <a:lumMod val="20000"/>
              <a:lumOff val="80000"/>
            </a:schemeClr>
          </a:solidFill>
        </p:spPr>
        <p:txBody>
          <a:bodyPr wrap="square" rtlCol="0">
            <a:spAutoFit/>
          </a:bodyPr>
          <a:lstStyle/>
          <a:p>
            <a:r>
              <a:rPr lang="en-GB" sz="1200" dirty="0"/>
              <a:t>9) CONCLUSION</a:t>
            </a:r>
          </a:p>
        </p:txBody>
      </p:sp>
      <p:graphicFrame>
        <p:nvGraphicFramePr>
          <p:cNvPr id="14" name="Table 13">
            <a:extLst>
              <a:ext uri="{FF2B5EF4-FFF2-40B4-BE49-F238E27FC236}">
                <a16:creationId xmlns:a16="http://schemas.microsoft.com/office/drawing/2014/main" id="{066B4765-C2C7-B7F2-0273-E3E516064ED5}"/>
              </a:ext>
            </a:extLst>
          </p:cNvPr>
          <p:cNvGraphicFramePr>
            <a:graphicFrameLocks noGrp="1"/>
          </p:cNvGraphicFramePr>
          <p:nvPr>
            <p:extLst>
              <p:ext uri="{D42A27DB-BD31-4B8C-83A1-F6EECF244321}">
                <p14:modId xmlns:p14="http://schemas.microsoft.com/office/powerpoint/2010/main" val="742051174"/>
              </p:ext>
            </p:extLst>
          </p:nvPr>
        </p:nvGraphicFramePr>
        <p:xfrm>
          <a:off x="153405" y="1239157"/>
          <a:ext cx="4056368" cy="1512000"/>
        </p:xfrm>
        <a:graphic>
          <a:graphicData uri="http://schemas.openxmlformats.org/drawingml/2006/table">
            <a:tbl>
              <a:tblPr>
                <a:tableStyleId>{08FB837D-C827-4EFA-A057-4D05807E0F7C}</a:tableStyleId>
              </a:tblPr>
              <a:tblGrid>
                <a:gridCol w="1334198">
                  <a:extLst>
                    <a:ext uri="{9D8B030D-6E8A-4147-A177-3AD203B41FA5}">
                      <a16:colId xmlns:a16="http://schemas.microsoft.com/office/drawing/2014/main" val="2863307435"/>
                    </a:ext>
                  </a:extLst>
                </a:gridCol>
                <a:gridCol w="745703">
                  <a:extLst>
                    <a:ext uri="{9D8B030D-6E8A-4147-A177-3AD203B41FA5}">
                      <a16:colId xmlns:a16="http://schemas.microsoft.com/office/drawing/2014/main" val="1667264042"/>
                    </a:ext>
                  </a:extLst>
                </a:gridCol>
                <a:gridCol w="616400">
                  <a:extLst>
                    <a:ext uri="{9D8B030D-6E8A-4147-A177-3AD203B41FA5}">
                      <a16:colId xmlns:a16="http://schemas.microsoft.com/office/drawing/2014/main" val="154550662"/>
                    </a:ext>
                  </a:extLst>
                </a:gridCol>
                <a:gridCol w="698579">
                  <a:extLst>
                    <a:ext uri="{9D8B030D-6E8A-4147-A177-3AD203B41FA5}">
                      <a16:colId xmlns:a16="http://schemas.microsoft.com/office/drawing/2014/main" val="399659227"/>
                    </a:ext>
                  </a:extLst>
                </a:gridCol>
                <a:gridCol w="661488">
                  <a:extLst>
                    <a:ext uri="{9D8B030D-6E8A-4147-A177-3AD203B41FA5}">
                      <a16:colId xmlns:a16="http://schemas.microsoft.com/office/drawing/2014/main" val="335066689"/>
                    </a:ext>
                  </a:extLst>
                </a:gridCol>
              </a:tblGrid>
              <a:tr h="216000">
                <a:tc gridSpan="5">
                  <a:txBody>
                    <a:bodyPr/>
                    <a:lstStyle/>
                    <a:p>
                      <a:pPr algn="ctr" fontAlgn="b">
                        <a:buNone/>
                      </a:pPr>
                      <a:r>
                        <a:rPr lang="en-IN" sz="1100" b="1" i="0" u="none" strike="noStrike" dirty="0">
                          <a:solidFill>
                            <a:srgbClr val="000000"/>
                          </a:solidFill>
                          <a:effectLst/>
                          <a:latin typeface="+mj-lt"/>
                        </a:rPr>
                        <a:t>F1 - Score</a:t>
                      </a:r>
                    </a:p>
                  </a:txBody>
                  <a:tcPr marL="6350" marR="6350" marT="6350" marB="0" anchor="ctr"/>
                </a:tc>
                <a:tc hMerge="1">
                  <a:txBody>
                    <a:bodyPr/>
                    <a:lstStyle/>
                    <a:p>
                      <a:pPr algn="ctr" fontAlgn="b">
                        <a:buNone/>
                      </a:pPr>
                      <a:endParaRPr lang="en-IN" sz="1100" b="0" i="0" u="none" strike="noStrike" dirty="0">
                        <a:solidFill>
                          <a:srgbClr val="000000"/>
                        </a:solidFill>
                        <a:effectLst/>
                        <a:latin typeface="Calibri" panose="020F0502020204030204" pitchFamily="34" charset="0"/>
                      </a:endParaRPr>
                    </a:p>
                  </a:txBody>
                  <a:tcPr marL="6350" marR="6350" marT="6350" marB="0" anchor="ctr"/>
                </a:tc>
                <a:tc hMerge="1">
                  <a:txBody>
                    <a:bodyPr/>
                    <a:lstStyle/>
                    <a:p>
                      <a:endParaRPr lang="en-IN"/>
                    </a:p>
                  </a:txBody>
                  <a:tcPr/>
                </a:tc>
                <a:tc hMerge="1">
                  <a:txBody>
                    <a:bodyPr/>
                    <a:lstStyle/>
                    <a:p>
                      <a:pPr algn="ctr" fontAlgn="b">
                        <a:buNone/>
                      </a:pPr>
                      <a:endParaRPr lang="en-IN" sz="1100" b="0" i="0" u="none" strike="noStrike" dirty="0">
                        <a:solidFill>
                          <a:srgbClr val="000000"/>
                        </a:solidFill>
                        <a:effectLst/>
                        <a:latin typeface="Calibri" panose="020F0502020204030204" pitchFamily="34" charset="0"/>
                      </a:endParaRPr>
                    </a:p>
                  </a:txBody>
                  <a:tcPr marL="6350" marR="6350" marT="6350" marB="0" anchor="ctr"/>
                </a:tc>
                <a:tc hMerge="1">
                  <a:txBody>
                    <a:bodyPr/>
                    <a:lstStyle/>
                    <a:p>
                      <a:endParaRPr lang="en-IN"/>
                    </a:p>
                  </a:txBody>
                  <a:tcPr/>
                </a:tc>
                <a:extLst>
                  <a:ext uri="{0D108BD9-81ED-4DB2-BD59-A6C34878D82A}">
                    <a16:rowId xmlns:a16="http://schemas.microsoft.com/office/drawing/2014/main" val="363207990"/>
                  </a:ext>
                </a:extLst>
              </a:tr>
              <a:tr h="216000">
                <a:tc>
                  <a:txBody>
                    <a:bodyPr/>
                    <a:lstStyle/>
                    <a:p>
                      <a:pPr algn="l" fontAlgn="b">
                        <a:buNone/>
                      </a:pPr>
                      <a:endParaRPr lang="en-IN" sz="1100" b="0" i="0" u="none" strike="noStrike" dirty="0">
                        <a:solidFill>
                          <a:srgbClr val="000000"/>
                        </a:solidFill>
                        <a:effectLst/>
                        <a:latin typeface="+mj-lt"/>
                      </a:endParaRPr>
                    </a:p>
                  </a:txBody>
                  <a:tcPr marL="6350" marR="6350" marT="6350" marB="0" anchor="ctr"/>
                </a:tc>
                <a:tc gridSpan="2">
                  <a:txBody>
                    <a:bodyPr/>
                    <a:lstStyle/>
                    <a:p>
                      <a:pPr algn="ctr" fontAlgn="b">
                        <a:buNone/>
                      </a:pPr>
                      <a:r>
                        <a:rPr lang="en-IN" sz="1100" b="0" u="none" strike="noStrike" dirty="0">
                          <a:solidFill>
                            <a:srgbClr val="000000"/>
                          </a:solidFill>
                          <a:effectLst/>
                          <a:latin typeface="+mj-lt"/>
                        </a:rPr>
                        <a:t>NLI</a:t>
                      </a:r>
                      <a:endParaRPr lang="en-IN" sz="1100" b="0" i="0" u="none" strike="noStrike" dirty="0">
                        <a:solidFill>
                          <a:srgbClr val="000000"/>
                        </a:solidFill>
                        <a:effectLst/>
                        <a:latin typeface="+mj-lt"/>
                      </a:endParaRPr>
                    </a:p>
                  </a:txBody>
                  <a:tcPr marL="6350" marR="6350" marT="6350" marB="0" anchor="ctr"/>
                </a:tc>
                <a:tc hMerge="1">
                  <a:txBody>
                    <a:bodyPr/>
                    <a:lstStyle/>
                    <a:p>
                      <a:endParaRPr lang="en-IN"/>
                    </a:p>
                  </a:txBody>
                  <a:tcPr/>
                </a:tc>
                <a:tc gridSpan="2">
                  <a:txBody>
                    <a:bodyPr/>
                    <a:lstStyle/>
                    <a:p>
                      <a:pPr algn="ctr" fontAlgn="b">
                        <a:buNone/>
                      </a:pPr>
                      <a:r>
                        <a:rPr lang="en-IN" sz="1100" b="0" u="none" strike="noStrike" dirty="0">
                          <a:solidFill>
                            <a:srgbClr val="000000"/>
                          </a:solidFill>
                          <a:effectLst/>
                          <a:latin typeface="+mj-lt"/>
                        </a:rPr>
                        <a:t>WIC</a:t>
                      </a:r>
                      <a:endParaRPr lang="en-IN" sz="1100" b="0" i="0" u="none" strike="noStrike" dirty="0">
                        <a:solidFill>
                          <a:srgbClr val="000000"/>
                        </a:solidFill>
                        <a:effectLst/>
                        <a:latin typeface="+mj-lt"/>
                      </a:endParaRPr>
                    </a:p>
                  </a:txBody>
                  <a:tcPr marL="6350" marR="6350" marT="6350" marB="0" anchor="ctr"/>
                </a:tc>
                <a:tc hMerge="1">
                  <a:txBody>
                    <a:bodyPr/>
                    <a:lstStyle/>
                    <a:p>
                      <a:endParaRPr lang="en-IN"/>
                    </a:p>
                  </a:txBody>
                  <a:tcPr/>
                </a:tc>
                <a:extLst>
                  <a:ext uri="{0D108BD9-81ED-4DB2-BD59-A6C34878D82A}">
                    <a16:rowId xmlns:a16="http://schemas.microsoft.com/office/drawing/2014/main" val="2469287130"/>
                  </a:ext>
                </a:extLst>
              </a:tr>
              <a:tr h="216000">
                <a:tc>
                  <a:txBody>
                    <a:bodyPr/>
                    <a:lstStyle/>
                    <a:p>
                      <a:pPr algn="l" fontAlgn="b">
                        <a:buNone/>
                      </a:pPr>
                      <a:endParaRPr lang="en-IN" sz="1100" b="0" i="0" u="none" strike="noStrike" dirty="0">
                        <a:solidFill>
                          <a:srgbClr val="000000"/>
                        </a:solidFill>
                        <a:effectLst/>
                        <a:latin typeface="+mj-lt"/>
                      </a:endParaRPr>
                    </a:p>
                  </a:txBody>
                  <a:tcPr marL="6350" marR="6350" marT="6350" marB="0" anchor="ctr"/>
                </a:tc>
                <a:tc>
                  <a:txBody>
                    <a:bodyPr/>
                    <a:lstStyle/>
                    <a:p>
                      <a:pPr algn="ctr" fontAlgn="b">
                        <a:buNone/>
                      </a:pPr>
                      <a:r>
                        <a:rPr lang="en-IN" sz="1100" b="0" u="none" strike="noStrike" dirty="0">
                          <a:solidFill>
                            <a:srgbClr val="000000"/>
                          </a:solidFill>
                          <a:effectLst/>
                          <a:latin typeface="+mj-lt"/>
                        </a:rPr>
                        <a:t>English</a:t>
                      </a:r>
                      <a:endParaRPr lang="en-IN" sz="1100" b="0" i="0" u="none" strike="noStrike" dirty="0">
                        <a:solidFill>
                          <a:srgbClr val="000000"/>
                        </a:solidFill>
                        <a:effectLst/>
                        <a:latin typeface="+mj-lt"/>
                      </a:endParaRPr>
                    </a:p>
                  </a:txBody>
                  <a:tcPr marL="6350" marR="6350" marT="6350" marB="0" anchor="ctr"/>
                </a:tc>
                <a:tc>
                  <a:txBody>
                    <a:bodyPr/>
                    <a:lstStyle/>
                    <a:p>
                      <a:pPr algn="ctr" fontAlgn="b">
                        <a:buNone/>
                      </a:pPr>
                      <a:r>
                        <a:rPr lang="en-IN" sz="1100" b="0" u="none" strike="noStrike" dirty="0">
                          <a:solidFill>
                            <a:srgbClr val="000000"/>
                          </a:solidFill>
                          <a:effectLst/>
                          <a:latin typeface="+mj-lt"/>
                        </a:rPr>
                        <a:t>Swedish</a:t>
                      </a:r>
                      <a:endParaRPr lang="en-IN" sz="1100" b="0" i="0" u="none" strike="noStrike" dirty="0">
                        <a:solidFill>
                          <a:srgbClr val="000000"/>
                        </a:solidFill>
                        <a:effectLst/>
                        <a:latin typeface="+mj-lt"/>
                      </a:endParaRPr>
                    </a:p>
                  </a:txBody>
                  <a:tcPr marL="6350" marR="6350" marT="6350" marB="0" anchor="ctr"/>
                </a:tc>
                <a:tc>
                  <a:txBody>
                    <a:bodyPr/>
                    <a:lstStyle/>
                    <a:p>
                      <a:pPr algn="ctr" fontAlgn="b">
                        <a:buNone/>
                      </a:pPr>
                      <a:r>
                        <a:rPr lang="en-IN" sz="1100" b="0" u="none" strike="noStrike" dirty="0">
                          <a:solidFill>
                            <a:srgbClr val="000000"/>
                          </a:solidFill>
                          <a:effectLst/>
                          <a:latin typeface="+mj-lt"/>
                        </a:rPr>
                        <a:t>English</a:t>
                      </a:r>
                      <a:endParaRPr lang="en-IN" sz="1100" b="0" i="0" u="none" strike="noStrike" dirty="0">
                        <a:solidFill>
                          <a:srgbClr val="000000"/>
                        </a:solidFill>
                        <a:effectLst/>
                        <a:latin typeface="+mj-lt"/>
                      </a:endParaRPr>
                    </a:p>
                  </a:txBody>
                  <a:tcPr marL="6350" marR="6350" marT="6350" marB="0" anchor="ctr"/>
                </a:tc>
                <a:tc>
                  <a:txBody>
                    <a:bodyPr/>
                    <a:lstStyle/>
                    <a:p>
                      <a:pPr algn="ctr" fontAlgn="b">
                        <a:buNone/>
                      </a:pPr>
                      <a:r>
                        <a:rPr lang="en-IN" sz="1100" b="0" u="none" strike="noStrike" dirty="0">
                          <a:solidFill>
                            <a:srgbClr val="000000"/>
                          </a:solidFill>
                          <a:effectLst/>
                          <a:latin typeface="+mj-lt"/>
                        </a:rPr>
                        <a:t>Swedish</a:t>
                      </a:r>
                      <a:endParaRPr lang="en-IN" sz="1100" b="0" i="0" u="none" strike="noStrike" dirty="0">
                        <a:solidFill>
                          <a:srgbClr val="000000"/>
                        </a:solidFill>
                        <a:effectLst/>
                        <a:latin typeface="+mj-lt"/>
                      </a:endParaRPr>
                    </a:p>
                  </a:txBody>
                  <a:tcPr marL="6350" marR="6350" marT="6350" marB="0" anchor="ctr"/>
                </a:tc>
                <a:extLst>
                  <a:ext uri="{0D108BD9-81ED-4DB2-BD59-A6C34878D82A}">
                    <a16:rowId xmlns:a16="http://schemas.microsoft.com/office/drawing/2014/main" val="511500702"/>
                  </a:ext>
                </a:extLst>
              </a:tr>
              <a:tr h="216000">
                <a:tc>
                  <a:txBody>
                    <a:bodyPr/>
                    <a:lstStyle/>
                    <a:p>
                      <a:pPr algn="l" fontAlgn="b">
                        <a:buNone/>
                      </a:pPr>
                      <a:r>
                        <a:rPr lang="en-IN" sz="1100" b="0" u="none" strike="noStrike" dirty="0">
                          <a:solidFill>
                            <a:srgbClr val="000000"/>
                          </a:solidFill>
                          <a:effectLst/>
                          <a:latin typeface="+mj-lt"/>
                        </a:rPr>
                        <a:t> 16-bit representation</a:t>
                      </a:r>
                      <a:endParaRPr lang="en-IN" sz="1100" b="0" i="0" u="none" strike="noStrike" dirty="0">
                        <a:solidFill>
                          <a:srgbClr val="000000"/>
                        </a:solidFill>
                        <a:effectLst/>
                        <a:latin typeface="+mj-lt"/>
                      </a:endParaRPr>
                    </a:p>
                  </a:txBody>
                  <a:tcPr marL="6350" marR="6350" marT="6350" marB="0" anchor="ctr"/>
                </a:tc>
                <a:tc>
                  <a:txBody>
                    <a:bodyPr/>
                    <a:lstStyle/>
                    <a:p>
                      <a:pPr algn="ctr" fontAlgn="b">
                        <a:buNone/>
                      </a:pPr>
                      <a:r>
                        <a:rPr lang="en-IN" sz="1100" b="0" u="none" strike="noStrike" dirty="0">
                          <a:solidFill>
                            <a:srgbClr val="000000"/>
                          </a:solidFill>
                          <a:effectLst/>
                          <a:latin typeface="+mj-lt"/>
                        </a:rPr>
                        <a:t>60.79%</a:t>
                      </a:r>
                      <a:endParaRPr lang="en-IN" sz="1100" b="0" i="0" u="none" strike="noStrike" dirty="0">
                        <a:solidFill>
                          <a:srgbClr val="000000"/>
                        </a:solidFill>
                        <a:effectLst/>
                        <a:latin typeface="+mj-lt"/>
                      </a:endParaRPr>
                    </a:p>
                  </a:txBody>
                  <a:tcPr marL="6350" marR="6350" marT="6350" marB="0" anchor="ctr"/>
                </a:tc>
                <a:tc>
                  <a:txBody>
                    <a:bodyPr/>
                    <a:lstStyle/>
                    <a:p>
                      <a:pPr algn="ctr" fontAlgn="b">
                        <a:buNone/>
                      </a:pPr>
                      <a:r>
                        <a:rPr lang="en-IN" sz="1100" b="0" u="none" strike="noStrike">
                          <a:solidFill>
                            <a:srgbClr val="000000"/>
                          </a:solidFill>
                          <a:effectLst/>
                          <a:latin typeface="+mj-lt"/>
                        </a:rPr>
                        <a:t>62.29%</a:t>
                      </a:r>
                      <a:endParaRPr lang="en-IN" sz="1100" b="0" i="0" u="none" strike="noStrike">
                        <a:solidFill>
                          <a:srgbClr val="000000"/>
                        </a:solidFill>
                        <a:effectLst/>
                        <a:latin typeface="+mj-lt"/>
                      </a:endParaRPr>
                    </a:p>
                  </a:txBody>
                  <a:tcPr marL="6350" marR="6350" marT="6350" marB="0" anchor="ctr"/>
                </a:tc>
                <a:tc>
                  <a:txBody>
                    <a:bodyPr/>
                    <a:lstStyle/>
                    <a:p>
                      <a:pPr algn="ctr" fontAlgn="b">
                        <a:buNone/>
                      </a:pPr>
                      <a:r>
                        <a:rPr lang="en-IN" sz="1100" b="0" u="none" strike="noStrike" dirty="0">
                          <a:solidFill>
                            <a:srgbClr val="000000"/>
                          </a:solidFill>
                          <a:effectLst/>
                          <a:latin typeface="+mj-lt"/>
                        </a:rPr>
                        <a:t>62.88%</a:t>
                      </a:r>
                      <a:endParaRPr lang="en-IN" sz="1100" b="0" i="0" u="none" strike="noStrike" dirty="0">
                        <a:solidFill>
                          <a:srgbClr val="000000"/>
                        </a:solidFill>
                        <a:effectLst/>
                        <a:latin typeface="+mj-lt"/>
                      </a:endParaRPr>
                    </a:p>
                  </a:txBody>
                  <a:tcPr marL="6350" marR="6350" marT="6350" marB="0" anchor="ctr"/>
                </a:tc>
                <a:tc>
                  <a:txBody>
                    <a:bodyPr/>
                    <a:lstStyle/>
                    <a:p>
                      <a:pPr algn="ctr" fontAlgn="b">
                        <a:buNone/>
                      </a:pPr>
                      <a:r>
                        <a:rPr lang="en-IN" sz="1100" b="0" u="none" strike="noStrike" dirty="0">
                          <a:solidFill>
                            <a:srgbClr val="000000"/>
                          </a:solidFill>
                          <a:effectLst/>
                          <a:latin typeface="+mj-lt"/>
                        </a:rPr>
                        <a:t>60.77%</a:t>
                      </a:r>
                      <a:endParaRPr lang="en-IN" sz="1100" b="0" i="0" u="none" strike="noStrike" dirty="0">
                        <a:solidFill>
                          <a:srgbClr val="000000"/>
                        </a:solidFill>
                        <a:effectLst/>
                        <a:latin typeface="+mj-lt"/>
                      </a:endParaRPr>
                    </a:p>
                  </a:txBody>
                  <a:tcPr marL="6350" marR="6350" marT="6350" marB="0" anchor="ctr"/>
                </a:tc>
                <a:extLst>
                  <a:ext uri="{0D108BD9-81ED-4DB2-BD59-A6C34878D82A}">
                    <a16:rowId xmlns:a16="http://schemas.microsoft.com/office/drawing/2014/main" val="1365596377"/>
                  </a:ext>
                </a:extLst>
              </a:tr>
              <a:tr h="216000">
                <a:tc>
                  <a:txBody>
                    <a:bodyPr/>
                    <a:lstStyle/>
                    <a:p>
                      <a:pPr algn="l" fontAlgn="b">
                        <a:buNone/>
                      </a:pPr>
                      <a:r>
                        <a:rPr lang="en-IN" sz="1100" b="0" u="none" strike="noStrike" dirty="0">
                          <a:solidFill>
                            <a:srgbClr val="000000"/>
                          </a:solidFill>
                          <a:effectLst/>
                          <a:latin typeface="+mj-lt"/>
                        </a:rPr>
                        <a:t> 8-bit representation</a:t>
                      </a:r>
                      <a:endParaRPr lang="en-IN" sz="1100" b="0" i="0" u="none" strike="noStrike" dirty="0">
                        <a:solidFill>
                          <a:srgbClr val="000000"/>
                        </a:solidFill>
                        <a:effectLst/>
                        <a:latin typeface="+mj-lt"/>
                      </a:endParaRPr>
                    </a:p>
                  </a:txBody>
                  <a:tcPr marL="6350" marR="6350" marT="6350" marB="0" anchor="ctr"/>
                </a:tc>
                <a:tc>
                  <a:txBody>
                    <a:bodyPr/>
                    <a:lstStyle/>
                    <a:p>
                      <a:pPr algn="ctr" fontAlgn="b">
                        <a:buNone/>
                      </a:pPr>
                      <a:r>
                        <a:rPr lang="en-IN" sz="1100" b="0" u="none" strike="noStrike" dirty="0">
                          <a:solidFill>
                            <a:srgbClr val="000000"/>
                          </a:solidFill>
                          <a:effectLst/>
                          <a:latin typeface="+mj-lt"/>
                        </a:rPr>
                        <a:t>59.02%</a:t>
                      </a:r>
                      <a:endParaRPr lang="en-IN" sz="1100" b="0" i="0" u="none" strike="noStrike" dirty="0">
                        <a:solidFill>
                          <a:srgbClr val="000000"/>
                        </a:solidFill>
                        <a:effectLst/>
                        <a:latin typeface="+mj-lt"/>
                      </a:endParaRPr>
                    </a:p>
                  </a:txBody>
                  <a:tcPr marL="6350" marR="6350" marT="6350" marB="0" anchor="ctr"/>
                </a:tc>
                <a:tc>
                  <a:txBody>
                    <a:bodyPr/>
                    <a:lstStyle/>
                    <a:p>
                      <a:pPr algn="ctr" fontAlgn="b">
                        <a:buNone/>
                      </a:pPr>
                      <a:r>
                        <a:rPr lang="en-IN" sz="1100" b="0" u="none" strike="noStrike">
                          <a:solidFill>
                            <a:srgbClr val="000000"/>
                          </a:solidFill>
                          <a:effectLst/>
                          <a:latin typeface="+mj-lt"/>
                        </a:rPr>
                        <a:t>60.22%</a:t>
                      </a:r>
                      <a:endParaRPr lang="en-IN" sz="1100" b="0" i="0" u="none" strike="noStrike">
                        <a:solidFill>
                          <a:srgbClr val="000000"/>
                        </a:solidFill>
                        <a:effectLst/>
                        <a:latin typeface="+mj-lt"/>
                      </a:endParaRPr>
                    </a:p>
                  </a:txBody>
                  <a:tcPr marL="6350" marR="6350" marT="6350" marB="0" anchor="ctr"/>
                </a:tc>
                <a:tc>
                  <a:txBody>
                    <a:bodyPr/>
                    <a:lstStyle/>
                    <a:p>
                      <a:pPr algn="ctr" fontAlgn="b">
                        <a:buNone/>
                      </a:pPr>
                      <a:r>
                        <a:rPr lang="en-IN" sz="1100" b="0" u="none" strike="noStrike" dirty="0">
                          <a:solidFill>
                            <a:srgbClr val="000000"/>
                          </a:solidFill>
                          <a:effectLst/>
                          <a:latin typeface="+mj-lt"/>
                        </a:rPr>
                        <a:t>63.14%</a:t>
                      </a:r>
                      <a:endParaRPr lang="en-IN" sz="1100" b="0" i="0" u="none" strike="noStrike" dirty="0">
                        <a:solidFill>
                          <a:srgbClr val="000000"/>
                        </a:solidFill>
                        <a:effectLst/>
                        <a:latin typeface="+mj-lt"/>
                      </a:endParaRPr>
                    </a:p>
                  </a:txBody>
                  <a:tcPr marL="6350" marR="6350" marT="6350" marB="0" anchor="ctr"/>
                </a:tc>
                <a:tc>
                  <a:txBody>
                    <a:bodyPr/>
                    <a:lstStyle/>
                    <a:p>
                      <a:pPr algn="ctr" fontAlgn="b">
                        <a:buNone/>
                      </a:pPr>
                      <a:r>
                        <a:rPr lang="en-IN" sz="1100" b="0" u="none" strike="noStrike">
                          <a:solidFill>
                            <a:srgbClr val="000000"/>
                          </a:solidFill>
                          <a:effectLst/>
                          <a:latin typeface="+mj-lt"/>
                        </a:rPr>
                        <a:t>58.29%</a:t>
                      </a:r>
                      <a:endParaRPr lang="en-IN" sz="1100" b="0" i="0" u="none" strike="noStrike">
                        <a:solidFill>
                          <a:srgbClr val="000000"/>
                        </a:solidFill>
                        <a:effectLst/>
                        <a:latin typeface="+mj-lt"/>
                      </a:endParaRPr>
                    </a:p>
                  </a:txBody>
                  <a:tcPr marL="6350" marR="6350" marT="6350" marB="0" anchor="ctr"/>
                </a:tc>
                <a:extLst>
                  <a:ext uri="{0D108BD9-81ED-4DB2-BD59-A6C34878D82A}">
                    <a16:rowId xmlns:a16="http://schemas.microsoft.com/office/drawing/2014/main" val="26882417"/>
                  </a:ext>
                </a:extLst>
              </a:tr>
              <a:tr h="216000">
                <a:tc>
                  <a:txBody>
                    <a:bodyPr/>
                    <a:lstStyle/>
                    <a:p>
                      <a:pPr algn="l" fontAlgn="b">
                        <a:buNone/>
                      </a:pPr>
                      <a:r>
                        <a:rPr lang="en-IN" sz="1100" b="0" u="none" strike="noStrike" dirty="0">
                          <a:solidFill>
                            <a:srgbClr val="000000"/>
                          </a:solidFill>
                          <a:effectLst/>
                          <a:latin typeface="+mj-lt"/>
                        </a:rPr>
                        <a:t> 4-bit representation</a:t>
                      </a:r>
                      <a:endParaRPr lang="en-IN" sz="1100" b="0" i="0" u="none" strike="noStrike" dirty="0">
                        <a:solidFill>
                          <a:srgbClr val="000000"/>
                        </a:solidFill>
                        <a:effectLst/>
                        <a:latin typeface="+mj-lt"/>
                      </a:endParaRPr>
                    </a:p>
                  </a:txBody>
                  <a:tcPr marL="6350" marR="6350" marT="6350" marB="0" anchor="ctr"/>
                </a:tc>
                <a:tc>
                  <a:txBody>
                    <a:bodyPr/>
                    <a:lstStyle/>
                    <a:p>
                      <a:pPr algn="ctr" fontAlgn="b">
                        <a:buNone/>
                      </a:pPr>
                      <a:r>
                        <a:rPr lang="en-IN" sz="1100" b="0" u="none" strike="noStrike" dirty="0">
                          <a:solidFill>
                            <a:srgbClr val="000000"/>
                          </a:solidFill>
                          <a:effectLst/>
                          <a:latin typeface="+mj-lt"/>
                        </a:rPr>
                        <a:t>52.69%</a:t>
                      </a:r>
                      <a:endParaRPr lang="en-IN" sz="1100" b="0" i="0" u="none" strike="noStrike" dirty="0">
                        <a:solidFill>
                          <a:srgbClr val="000000"/>
                        </a:solidFill>
                        <a:effectLst/>
                        <a:latin typeface="+mj-lt"/>
                      </a:endParaRPr>
                    </a:p>
                  </a:txBody>
                  <a:tcPr marL="6350" marR="6350" marT="6350" marB="0" anchor="ctr"/>
                </a:tc>
                <a:tc>
                  <a:txBody>
                    <a:bodyPr/>
                    <a:lstStyle/>
                    <a:p>
                      <a:pPr algn="ctr" fontAlgn="b">
                        <a:buNone/>
                      </a:pPr>
                      <a:r>
                        <a:rPr lang="en-IN" sz="1100" b="0" u="none" strike="noStrike" dirty="0">
                          <a:solidFill>
                            <a:srgbClr val="000000"/>
                          </a:solidFill>
                          <a:effectLst/>
                          <a:latin typeface="+mj-lt"/>
                        </a:rPr>
                        <a:t>54.52%</a:t>
                      </a:r>
                      <a:endParaRPr lang="en-IN" sz="1100" b="0" i="0" u="none" strike="noStrike" dirty="0">
                        <a:solidFill>
                          <a:srgbClr val="000000"/>
                        </a:solidFill>
                        <a:effectLst/>
                        <a:latin typeface="+mj-lt"/>
                      </a:endParaRPr>
                    </a:p>
                  </a:txBody>
                  <a:tcPr marL="6350" marR="6350" marT="6350" marB="0" anchor="ctr"/>
                </a:tc>
                <a:tc>
                  <a:txBody>
                    <a:bodyPr/>
                    <a:lstStyle/>
                    <a:p>
                      <a:pPr algn="ctr" fontAlgn="b">
                        <a:buNone/>
                      </a:pPr>
                      <a:r>
                        <a:rPr lang="en-IN" sz="1100" b="0" u="none" strike="noStrike" dirty="0">
                          <a:solidFill>
                            <a:srgbClr val="000000"/>
                          </a:solidFill>
                          <a:effectLst/>
                          <a:latin typeface="+mj-lt"/>
                        </a:rPr>
                        <a:t>64.58%</a:t>
                      </a:r>
                      <a:endParaRPr lang="en-IN" sz="1100" b="0" i="0" u="none" strike="noStrike" dirty="0">
                        <a:solidFill>
                          <a:srgbClr val="000000"/>
                        </a:solidFill>
                        <a:effectLst/>
                        <a:latin typeface="+mj-lt"/>
                      </a:endParaRPr>
                    </a:p>
                  </a:txBody>
                  <a:tcPr marL="6350" marR="6350" marT="6350" marB="0" anchor="ctr"/>
                </a:tc>
                <a:tc>
                  <a:txBody>
                    <a:bodyPr/>
                    <a:lstStyle/>
                    <a:p>
                      <a:pPr algn="ctr" fontAlgn="b">
                        <a:buNone/>
                      </a:pPr>
                      <a:r>
                        <a:rPr lang="en-IN" sz="1100" b="0" u="none" strike="noStrike" dirty="0">
                          <a:solidFill>
                            <a:srgbClr val="000000"/>
                          </a:solidFill>
                          <a:effectLst/>
                          <a:latin typeface="+mj-lt"/>
                        </a:rPr>
                        <a:t>64.18%</a:t>
                      </a:r>
                      <a:endParaRPr lang="en-IN" sz="1100" b="0" i="0" u="none" strike="noStrike" dirty="0">
                        <a:solidFill>
                          <a:srgbClr val="000000"/>
                        </a:solidFill>
                        <a:effectLst/>
                        <a:latin typeface="+mj-lt"/>
                      </a:endParaRPr>
                    </a:p>
                  </a:txBody>
                  <a:tcPr marL="6350" marR="6350" marT="6350" marB="0" anchor="ctr"/>
                </a:tc>
                <a:extLst>
                  <a:ext uri="{0D108BD9-81ED-4DB2-BD59-A6C34878D82A}">
                    <a16:rowId xmlns:a16="http://schemas.microsoft.com/office/drawing/2014/main" val="3214263335"/>
                  </a:ext>
                </a:extLst>
              </a:tr>
              <a:tr h="216000">
                <a:tc>
                  <a:txBody>
                    <a:bodyPr/>
                    <a:lstStyle/>
                    <a:p>
                      <a:pPr algn="l" fontAlgn="b">
                        <a:buNone/>
                      </a:pPr>
                      <a:r>
                        <a:rPr lang="en-IN" sz="1100" b="0" i="0" u="none" strike="noStrike" dirty="0">
                          <a:solidFill>
                            <a:srgbClr val="000000"/>
                          </a:solidFill>
                          <a:effectLst/>
                          <a:latin typeface="+mj-lt"/>
                        </a:rPr>
                        <a:t> 4-bit </a:t>
                      </a:r>
                      <a:r>
                        <a:rPr lang="en-IN" sz="1100" b="0" i="0" u="none" strike="noStrike" dirty="0" err="1">
                          <a:solidFill>
                            <a:srgbClr val="000000"/>
                          </a:solidFill>
                          <a:effectLst/>
                          <a:latin typeface="+mj-lt"/>
                        </a:rPr>
                        <a:t>QLoRA</a:t>
                      </a:r>
                      <a:endParaRPr lang="en-IN" sz="1100" b="0" i="0" u="none" strike="noStrike" dirty="0">
                        <a:solidFill>
                          <a:srgbClr val="000000"/>
                        </a:solidFill>
                        <a:effectLst/>
                        <a:latin typeface="+mj-lt"/>
                      </a:endParaRPr>
                    </a:p>
                  </a:txBody>
                  <a:tcPr marL="6350" marR="6350" marT="6350" marB="0" anchor="ctr"/>
                </a:tc>
                <a:tc>
                  <a:txBody>
                    <a:bodyPr/>
                    <a:lstStyle/>
                    <a:p>
                      <a:pPr algn="ctr" fontAlgn="b">
                        <a:buNone/>
                      </a:pPr>
                      <a:r>
                        <a:rPr lang="en-IN" sz="1100" b="0" i="0" u="none" strike="noStrike" dirty="0">
                          <a:solidFill>
                            <a:srgbClr val="000000"/>
                          </a:solidFill>
                          <a:effectLst/>
                          <a:latin typeface="+mj-lt"/>
                        </a:rPr>
                        <a:t>54.46%</a:t>
                      </a:r>
                    </a:p>
                  </a:txBody>
                  <a:tcPr marL="6350" marR="6350" marT="6350" marB="0" anchor="ctr"/>
                </a:tc>
                <a:tc>
                  <a:txBody>
                    <a:bodyPr/>
                    <a:lstStyle/>
                    <a:p>
                      <a:pPr algn="ctr" fontAlgn="b">
                        <a:buNone/>
                      </a:pPr>
                      <a:r>
                        <a:rPr lang="en-IN" sz="1100" b="0" i="0" u="none" strike="noStrike" dirty="0">
                          <a:solidFill>
                            <a:srgbClr val="000000"/>
                          </a:solidFill>
                          <a:effectLst/>
                          <a:latin typeface="+mj-lt"/>
                        </a:rPr>
                        <a:t>63.13%</a:t>
                      </a:r>
                    </a:p>
                  </a:txBody>
                  <a:tcPr marL="6350" marR="6350" marT="6350" marB="0" anchor="ctr"/>
                </a:tc>
                <a:tc>
                  <a:txBody>
                    <a:bodyPr/>
                    <a:lstStyle/>
                    <a:p>
                      <a:pPr algn="ctr" fontAlgn="b">
                        <a:buNone/>
                      </a:pPr>
                      <a:r>
                        <a:rPr lang="en-IN" sz="1100" b="0" i="0" u="none" strike="noStrike" dirty="0">
                          <a:solidFill>
                            <a:srgbClr val="000000"/>
                          </a:solidFill>
                          <a:effectLst/>
                          <a:latin typeface="+mj-lt"/>
                        </a:rPr>
                        <a:t>53.09%</a:t>
                      </a:r>
                    </a:p>
                  </a:txBody>
                  <a:tcPr marL="6350" marR="6350" marT="6350" marB="0" anchor="ctr"/>
                </a:tc>
                <a:tc>
                  <a:txBody>
                    <a:bodyPr/>
                    <a:lstStyle/>
                    <a:p>
                      <a:pPr algn="ctr" fontAlgn="b">
                        <a:buNone/>
                      </a:pPr>
                      <a:r>
                        <a:rPr lang="en-IN" sz="1100" b="0" i="0" u="none" strike="noStrike" dirty="0">
                          <a:solidFill>
                            <a:srgbClr val="000000"/>
                          </a:solidFill>
                          <a:effectLst/>
                          <a:latin typeface="+mj-lt"/>
                        </a:rPr>
                        <a:t>63.22%</a:t>
                      </a:r>
                    </a:p>
                  </a:txBody>
                  <a:tcPr marL="6350" marR="6350" marT="6350" marB="0" anchor="ctr"/>
                </a:tc>
                <a:extLst>
                  <a:ext uri="{0D108BD9-81ED-4DB2-BD59-A6C34878D82A}">
                    <a16:rowId xmlns:a16="http://schemas.microsoft.com/office/drawing/2014/main" val="1504141365"/>
                  </a:ext>
                </a:extLst>
              </a:tr>
            </a:tbl>
          </a:graphicData>
        </a:graphic>
      </p:graphicFrame>
      <p:graphicFrame>
        <p:nvGraphicFramePr>
          <p:cNvPr id="15" name="Table 14">
            <a:extLst>
              <a:ext uri="{FF2B5EF4-FFF2-40B4-BE49-F238E27FC236}">
                <a16:creationId xmlns:a16="http://schemas.microsoft.com/office/drawing/2014/main" id="{74110368-B705-0548-87BD-6BAB8FFE663F}"/>
              </a:ext>
            </a:extLst>
          </p:cNvPr>
          <p:cNvGraphicFramePr>
            <a:graphicFrameLocks noGrp="1"/>
          </p:cNvGraphicFramePr>
          <p:nvPr>
            <p:extLst>
              <p:ext uri="{D42A27DB-BD31-4B8C-83A1-F6EECF244321}">
                <p14:modId xmlns:p14="http://schemas.microsoft.com/office/powerpoint/2010/main" val="1647246339"/>
              </p:ext>
            </p:extLst>
          </p:nvPr>
        </p:nvGraphicFramePr>
        <p:xfrm>
          <a:off x="4934227" y="1239157"/>
          <a:ext cx="4056368" cy="1512000"/>
        </p:xfrm>
        <a:graphic>
          <a:graphicData uri="http://schemas.openxmlformats.org/drawingml/2006/table">
            <a:tbl>
              <a:tblPr>
                <a:tableStyleId>{08FB837D-C827-4EFA-A057-4D05807E0F7C}</a:tableStyleId>
              </a:tblPr>
              <a:tblGrid>
                <a:gridCol w="1334198">
                  <a:extLst>
                    <a:ext uri="{9D8B030D-6E8A-4147-A177-3AD203B41FA5}">
                      <a16:colId xmlns:a16="http://schemas.microsoft.com/office/drawing/2014/main" val="2863307435"/>
                    </a:ext>
                  </a:extLst>
                </a:gridCol>
                <a:gridCol w="745703">
                  <a:extLst>
                    <a:ext uri="{9D8B030D-6E8A-4147-A177-3AD203B41FA5}">
                      <a16:colId xmlns:a16="http://schemas.microsoft.com/office/drawing/2014/main" val="1667264042"/>
                    </a:ext>
                  </a:extLst>
                </a:gridCol>
                <a:gridCol w="616400">
                  <a:extLst>
                    <a:ext uri="{9D8B030D-6E8A-4147-A177-3AD203B41FA5}">
                      <a16:colId xmlns:a16="http://schemas.microsoft.com/office/drawing/2014/main" val="154550662"/>
                    </a:ext>
                  </a:extLst>
                </a:gridCol>
                <a:gridCol w="698579">
                  <a:extLst>
                    <a:ext uri="{9D8B030D-6E8A-4147-A177-3AD203B41FA5}">
                      <a16:colId xmlns:a16="http://schemas.microsoft.com/office/drawing/2014/main" val="399659227"/>
                    </a:ext>
                  </a:extLst>
                </a:gridCol>
                <a:gridCol w="661488">
                  <a:extLst>
                    <a:ext uri="{9D8B030D-6E8A-4147-A177-3AD203B41FA5}">
                      <a16:colId xmlns:a16="http://schemas.microsoft.com/office/drawing/2014/main" val="335066689"/>
                    </a:ext>
                  </a:extLst>
                </a:gridCol>
              </a:tblGrid>
              <a:tr h="216000">
                <a:tc gridSpan="5">
                  <a:txBody>
                    <a:bodyPr/>
                    <a:lstStyle/>
                    <a:p>
                      <a:pPr algn="ctr" fontAlgn="b">
                        <a:buNone/>
                      </a:pPr>
                      <a:r>
                        <a:rPr lang="en-IN" sz="1100" b="1" i="0" u="none" strike="noStrike" dirty="0">
                          <a:solidFill>
                            <a:srgbClr val="000000"/>
                          </a:solidFill>
                          <a:effectLst/>
                          <a:latin typeface="+mj-lt"/>
                        </a:rPr>
                        <a:t>Accuracy:</a:t>
                      </a:r>
                    </a:p>
                  </a:txBody>
                  <a:tcPr marL="6350" marR="6350" marT="6350" marB="0" anchor="ctr"/>
                </a:tc>
                <a:tc hMerge="1">
                  <a:txBody>
                    <a:bodyPr/>
                    <a:lstStyle/>
                    <a:p>
                      <a:pPr algn="ctr" fontAlgn="b">
                        <a:buNone/>
                      </a:pPr>
                      <a:endParaRPr lang="en-IN" sz="1100" b="0" i="0" u="none" strike="noStrike" dirty="0">
                        <a:solidFill>
                          <a:srgbClr val="000000"/>
                        </a:solidFill>
                        <a:effectLst/>
                        <a:latin typeface="Calibri" panose="020F0502020204030204" pitchFamily="34" charset="0"/>
                      </a:endParaRPr>
                    </a:p>
                  </a:txBody>
                  <a:tcPr marL="6350" marR="6350" marT="6350" marB="0" anchor="ctr"/>
                </a:tc>
                <a:tc hMerge="1">
                  <a:txBody>
                    <a:bodyPr/>
                    <a:lstStyle/>
                    <a:p>
                      <a:endParaRPr lang="en-IN"/>
                    </a:p>
                  </a:txBody>
                  <a:tcPr/>
                </a:tc>
                <a:tc hMerge="1">
                  <a:txBody>
                    <a:bodyPr/>
                    <a:lstStyle/>
                    <a:p>
                      <a:pPr algn="ctr" fontAlgn="b">
                        <a:buNone/>
                      </a:pPr>
                      <a:endParaRPr lang="en-IN" sz="1100" b="0" i="0" u="none" strike="noStrike" dirty="0">
                        <a:solidFill>
                          <a:srgbClr val="000000"/>
                        </a:solidFill>
                        <a:effectLst/>
                        <a:latin typeface="Calibri" panose="020F0502020204030204" pitchFamily="34" charset="0"/>
                      </a:endParaRPr>
                    </a:p>
                  </a:txBody>
                  <a:tcPr marL="6350" marR="6350" marT="6350" marB="0" anchor="ctr"/>
                </a:tc>
                <a:tc hMerge="1">
                  <a:txBody>
                    <a:bodyPr/>
                    <a:lstStyle/>
                    <a:p>
                      <a:endParaRPr lang="en-IN"/>
                    </a:p>
                  </a:txBody>
                  <a:tcPr/>
                </a:tc>
                <a:extLst>
                  <a:ext uri="{0D108BD9-81ED-4DB2-BD59-A6C34878D82A}">
                    <a16:rowId xmlns:a16="http://schemas.microsoft.com/office/drawing/2014/main" val="1169377330"/>
                  </a:ext>
                </a:extLst>
              </a:tr>
              <a:tr h="216000">
                <a:tc>
                  <a:txBody>
                    <a:bodyPr/>
                    <a:lstStyle/>
                    <a:p>
                      <a:pPr algn="l" fontAlgn="b">
                        <a:buNone/>
                      </a:pPr>
                      <a:endParaRPr lang="en-IN" sz="1100" b="0" i="0" u="none" strike="noStrike" dirty="0">
                        <a:solidFill>
                          <a:srgbClr val="000000"/>
                        </a:solidFill>
                        <a:effectLst/>
                        <a:latin typeface="+mj-lt"/>
                      </a:endParaRPr>
                    </a:p>
                  </a:txBody>
                  <a:tcPr marL="6350" marR="6350" marT="6350" marB="0" anchor="ctr"/>
                </a:tc>
                <a:tc gridSpan="2">
                  <a:txBody>
                    <a:bodyPr/>
                    <a:lstStyle/>
                    <a:p>
                      <a:pPr algn="ctr" fontAlgn="b">
                        <a:buNone/>
                      </a:pPr>
                      <a:r>
                        <a:rPr lang="en-IN" sz="1100" b="0" u="none" strike="noStrike" dirty="0">
                          <a:solidFill>
                            <a:srgbClr val="000000"/>
                          </a:solidFill>
                          <a:effectLst/>
                          <a:latin typeface="+mj-lt"/>
                        </a:rPr>
                        <a:t>NLI</a:t>
                      </a:r>
                      <a:endParaRPr lang="en-IN" sz="1100" b="0" i="0" u="none" strike="noStrike" dirty="0">
                        <a:solidFill>
                          <a:srgbClr val="000000"/>
                        </a:solidFill>
                        <a:effectLst/>
                        <a:latin typeface="+mj-lt"/>
                      </a:endParaRPr>
                    </a:p>
                  </a:txBody>
                  <a:tcPr marL="6350" marR="6350" marT="6350" marB="0" anchor="ctr"/>
                </a:tc>
                <a:tc hMerge="1">
                  <a:txBody>
                    <a:bodyPr/>
                    <a:lstStyle/>
                    <a:p>
                      <a:endParaRPr lang="en-IN"/>
                    </a:p>
                  </a:txBody>
                  <a:tcPr/>
                </a:tc>
                <a:tc gridSpan="2">
                  <a:txBody>
                    <a:bodyPr/>
                    <a:lstStyle/>
                    <a:p>
                      <a:pPr algn="ctr" fontAlgn="b">
                        <a:buNone/>
                      </a:pPr>
                      <a:r>
                        <a:rPr lang="en-IN" sz="1100" b="0" u="none" strike="noStrike" dirty="0">
                          <a:solidFill>
                            <a:srgbClr val="000000"/>
                          </a:solidFill>
                          <a:effectLst/>
                          <a:latin typeface="+mj-lt"/>
                        </a:rPr>
                        <a:t>WIC</a:t>
                      </a:r>
                      <a:endParaRPr lang="en-IN" sz="1100" b="0" i="0" u="none" strike="noStrike" dirty="0">
                        <a:solidFill>
                          <a:srgbClr val="000000"/>
                        </a:solidFill>
                        <a:effectLst/>
                        <a:latin typeface="+mj-lt"/>
                      </a:endParaRPr>
                    </a:p>
                  </a:txBody>
                  <a:tcPr marL="6350" marR="6350" marT="6350" marB="0" anchor="ctr"/>
                </a:tc>
                <a:tc hMerge="1">
                  <a:txBody>
                    <a:bodyPr/>
                    <a:lstStyle/>
                    <a:p>
                      <a:endParaRPr lang="en-IN"/>
                    </a:p>
                  </a:txBody>
                  <a:tcPr/>
                </a:tc>
                <a:extLst>
                  <a:ext uri="{0D108BD9-81ED-4DB2-BD59-A6C34878D82A}">
                    <a16:rowId xmlns:a16="http://schemas.microsoft.com/office/drawing/2014/main" val="2469287130"/>
                  </a:ext>
                </a:extLst>
              </a:tr>
              <a:tr h="216000">
                <a:tc>
                  <a:txBody>
                    <a:bodyPr/>
                    <a:lstStyle/>
                    <a:p>
                      <a:pPr algn="l" fontAlgn="b">
                        <a:buNone/>
                      </a:pPr>
                      <a:endParaRPr lang="en-IN" sz="1100" b="0" i="0" u="none" strike="noStrike" dirty="0">
                        <a:solidFill>
                          <a:srgbClr val="000000"/>
                        </a:solidFill>
                        <a:effectLst/>
                        <a:latin typeface="+mj-lt"/>
                      </a:endParaRPr>
                    </a:p>
                  </a:txBody>
                  <a:tcPr marL="6350" marR="6350" marT="6350" marB="0" anchor="ctr"/>
                </a:tc>
                <a:tc>
                  <a:txBody>
                    <a:bodyPr/>
                    <a:lstStyle/>
                    <a:p>
                      <a:pPr algn="ctr" fontAlgn="b">
                        <a:buNone/>
                      </a:pPr>
                      <a:r>
                        <a:rPr lang="en-IN" sz="1100" b="0" u="none" strike="noStrike" dirty="0">
                          <a:solidFill>
                            <a:srgbClr val="000000"/>
                          </a:solidFill>
                          <a:effectLst/>
                          <a:latin typeface="+mj-lt"/>
                        </a:rPr>
                        <a:t>English</a:t>
                      </a:r>
                      <a:endParaRPr lang="en-IN" sz="1100" b="0" i="0" u="none" strike="noStrike" dirty="0">
                        <a:solidFill>
                          <a:srgbClr val="000000"/>
                        </a:solidFill>
                        <a:effectLst/>
                        <a:latin typeface="+mj-lt"/>
                      </a:endParaRPr>
                    </a:p>
                  </a:txBody>
                  <a:tcPr marL="6350" marR="6350" marT="6350" marB="0" anchor="ctr"/>
                </a:tc>
                <a:tc>
                  <a:txBody>
                    <a:bodyPr/>
                    <a:lstStyle/>
                    <a:p>
                      <a:pPr algn="ctr" fontAlgn="b">
                        <a:buNone/>
                      </a:pPr>
                      <a:r>
                        <a:rPr lang="en-IN" sz="1100" b="0" u="none" strike="noStrike" dirty="0">
                          <a:solidFill>
                            <a:srgbClr val="000000"/>
                          </a:solidFill>
                          <a:effectLst/>
                          <a:latin typeface="+mj-lt"/>
                        </a:rPr>
                        <a:t>Swedish</a:t>
                      </a:r>
                      <a:endParaRPr lang="en-IN" sz="1100" b="0" i="0" u="none" strike="noStrike" dirty="0">
                        <a:solidFill>
                          <a:srgbClr val="000000"/>
                        </a:solidFill>
                        <a:effectLst/>
                        <a:latin typeface="+mj-lt"/>
                      </a:endParaRPr>
                    </a:p>
                  </a:txBody>
                  <a:tcPr marL="6350" marR="6350" marT="6350" marB="0" anchor="ctr"/>
                </a:tc>
                <a:tc>
                  <a:txBody>
                    <a:bodyPr/>
                    <a:lstStyle/>
                    <a:p>
                      <a:pPr algn="ctr" fontAlgn="b">
                        <a:buNone/>
                      </a:pPr>
                      <a:r>
                        <a:rPr lang="en-IN" sz="1100" b="0" u="none" strike="noStrike" dirty="0">
                          <a:solidFill>
                            <a:srgbClr val="000000"/>
                          </a:solidFill>
                          <a:effectLst/>
                          <a:latin typeface="+mj-lt"/>
                        </a:rPr>
                        <a:t>English</a:t>
                      </a:r>
                      <a:endParaRPr lang="en-IN" sz="1100" b="0" i="0" u="none" strike="noStrike" dirty="0">
                        <a:solidFill>
                          <a:srgbClr val="000000"/>
                        </a:solidFill>
                        <a:effectLst/>
                        <a:latin typeface="+mj-lt"/>
                      </a:endParaRPr>
                    </a:p>
                  </a:txBody>
                  <a:tcPr marL="6350" marR="6350" marT="6350" marB="0" anchor="ctr"/>
                </a:tc>
                <a:tc>
                  <a:txBody>
                    <a:bodyPr/>
                    <a:lstStyle/>
                    <a:p>
                      <a:pPr algn="ctr" fontAlgn="b">
                        <a:buNone/>
                      </a:pPr>
                      <a:r>
                        <a:rPr lang="en-IN" sz="1100" b="0" u="none" strike="noStrike" dirty="0">
                          <a:solidFill>
                            <a:srgbClr val="000000"/>
                          </a:solidFill>
                          <a:effectLst/>
                          <a:latin typeface="+mj-lt"/>
                        </a:rPr>
                        <a:t>Swedish</a:t>
                      </a:r>
                      <a:endParaRPr lang="en-IN" sz="1100" b="0" i="0" u="none" strike="noStrike" dirty="0">
                        <a:solidFill>
                          <a:srgbClr val="000000"/>
                        </a:solidFill>
                        <a:effectLst/>
                        <a:latin typeface="+mj-lt"/>
                      </a:endParaRPr>
                    </a:p>
                  </a:txBody>
                  <a:tcPr marL="6350" marR="6350" marT="6350" marB="0" anchor="ctr"/>
                </a:tc>
                <a:extLst>
                  <a:ext uri="{0D108BD9-81ED-4DB2-BD59-A6C34878D82A}">
                    <a16:rowId xmlns:a16="http://schemas.microsoft.com/office/drawing/2014/main" val="511500702"/>
                  </a:ext>
                </a:extLst>
              </a:tr>
              <a:tr h="216000">
                <a:tc>
                  <a:txBody>
                    <a:bodyPr/>
                    <a:lstStyle/>
                    <a:p>
                      <a:pPr algn="l" fontAlgn="b">
                        <a:buNone/>
                      </a:pPr>
                      <a:r>
                        <a:rPr lang="en-IN" sz="1100" b="0" u="none" strike="noStrike" dirty="0">
                          <a:solidFill>
                            <a:srgbClr val="000000"/>
                          </a:solidFill>
                          <a:effectLst/>
                          <a:latin typeface="+mj-lt"/>
                        </a:rPr>
                        <a:t> 16-bit representation</a:t>
                      </a:r>
                      <a:endParaRPr lang="en-IN" sz="1100" b="0" i="0" u="none" strike="noStrike" dirty="0">
                        <a:solidFill>
                          <a:srgbClr val="000000"/>
                        </a:solidFill>
                        <a:effectLst/>
                        <a:latin typeface="+mj-lt"/>
                      </a:endParaRPr>
                    </a:p>
                  </a:txBody>
                  <a:tcPr marL="6350" marR="6350" marT="6350" marB="0" anchor="ctr"/>
                </a:tc>
                <a:tc>
                  <a:txBody>
                    <a:bodyPr/>
                    <a:lstStyle/>
                    <a:p>
                      <a:pPr algn="ctr" fontAlgn="b">
                        <a:buNone/>
                      </a:pPr>
                      <a:r>
                        <a:rPr lang="en-IN" sz="1100" b="0" u="none" strike="noStrike" dirty="0">
                          <a:solidFill>
                            <a:srgbClr val="000000"/>
                          </a:solidFill>
                          <a:effectLst/>
                          <a:latin typeface="+mj-lt"/>
                        </a:rPr>
                        <a:t>69.80%</a:t>
                      </a:r>
                      <a:endParaRPr lang="en-IN" sz="1100" b="0" i="0" u="none" strike="noStrike" dirty="0">
                        <a:solidFill>
                          <a:srgbClr val="000000"/>
                        </a:solidFill>
                        <a:effectLst/>
                        <a:latin typeface="+mj-lt"/>
                      </a:endParaRPr>
                    </a:p>
                  </a:txBody>
                  <a:tcPr marL="6350" marR="6350" marT="6350" marB="0" anchor="ctr"/>
                </a:tc>
                <a:tc>
                  <a:txBody>
                    <a:bodyPr/>
                    <a:lstStyle/>
                    <a:p>
                      <a:pPr algn="ctr" fontAlgn="b">
                        <a:buNone/>
                      </a:pPr>
                      <a:r>
                        <a:rPr lang="en-IN" sz="1100" b="0" u="none" strike="noStrike" dirty="0">
                          <a:solidFill>
                            <a:srgbClr val="000000"/>
                          </a:solidFill>
                          <a:effectLst/>
                          <a:latin typeface="+mj-lt"/>
                        </a:rPr>
                        <a:t>69.20%</a:t>
                      </a:r>
                      <a:endParaRPr lang="en-IN" sz="1100" b="0" i="0" u="none" strike="noStrike" dirty="0">
                        <a:solidFill>
                          <a:srgbClr val="000000"/>
                        </a:solidFill>
                        <a:effectLst/>
                        <a:latin typeface="+mj-lt"/>
                      </a:endParaRPr>
                    </a:p>
                  </a:txBody>
                  <a:tcPr marL="6350" marR="6350" marT="6350" marB="0" anchor="ctr"/>
                </a:tc>
                <a:tc>
                  <a:txBody>
                    <a:bodyPr/>
                    <a:lstStyle/>
                    <a:p>
                      <a:pPr algn="ctr" fontAlgn="b">
                        <a:buNone/>
                      </a:pPr>
                      <a:r>
                        <a:rPr lang="en-IN" sz="1100" b="0" u="none" strike="noStrike" dirty="0">
                          <a:solidFill>
                            <a:srgbClr val="000000"/>
                          </a:solidFill>
                          <a:effectLst/>
                          <a:latin typeface="+mj-lt"/>
                        </a:rPr>
                        <a:t>63.40%</a:t>
                      </a:r>
                      <a:endParaRPr lang="en-IN" sz="1100" b="0" i="0" u="none" strike="noStrike" dirty="0">
                        <a:solidFill>
                          <a:srgbClr val="000000"/>
                        </a:solidFill>
                        <a:effectLst/>
                        <a:latin typeface="+mj-lt"/>
                      </a:endParaRPr>
                    </a:p>
                  </a:txBody>
                  <a:tcPr marL="6350" marR="6350" marT="6350" marB="0" anchor="ctr"/>
                </a:tc>
                <a:tc>
                  <a:txBody>
                    <a:bodyPr/>
                    <a:lstStyle/>
                    <a:p>
                      <a:pPr algn="ctr" fontAlgn="b">
                        <a:buNone/>
                      </a:pPr>
                      <a:r>
                        <a:rPr lang="en-IN" sz="1100" b="0" u="none" strike="noStrike" dirty="0">
                          <a:solidFill>
                            <a:srgbClr val="000000"/>
                          </a:solidFill>
                          <a:effectLst/>
                          <a:latin typeface="+mj-lt"/>
                        </a:rPr>
                        <a:t>61.80%</a:t>
                      </a:r>
                      <a:endParaRPr lang="en-IN" sz="1100" b="0" i="0" u="none" strike="noStrike" dirty="0">
                        <a:solidFill>
                          <a:srgbClr val="000000"/>
                        </a:solidFill>
                        <a:effectLst/>
                        <a:latin typeface="+mj-lt"/>
                      </a:endParaRPr>
                    </a:p>
                  </a:txBody>
                  <a:tcPr marL="6350" marR="6350" marT="6350" marB="0" anchor="ctr"/>
                </a:tc>
                <a:extLst>
                  <a:ext uri="{0D108BD9-81ED-4DB2-BD59-A6C34878D82A}">
                    <a16:rowId xmlns:a16="http://schemas.microsoft.com/office/drawing/2014/main" val="1365596377"/>
                  </a:ext>
                </a:extLst>
              </a:tr>
              <a:tr h="216000">
                <a:tc>
                  <a:txBody>
                    <a:bodyPr/>
                    <a:lstStyle/>
                    <a:p>
                      <a:pPr algn="l" fontAlgn="b">
                        <a:buNone/>
                      </a:pPr>
                      <a:r>
                        <a:rPr lang="en-IN" sz="1100" b="0" u="none" strike="noStrike" dirty="0">
                          <a:solidFill>
                            <a:srgbClr val="000000"/>
                          </a:solidFill>
                          <a:effectLst/>
                          <a:latin typeface="+mj-lt"/>
                        </a:rPr>
                        <a:t> 8-bit representation</a:t>
                      </a:r>
                      <a:endParaRPr lang="en-IN" sz="1100" b="0" i="0" u="none" strike="noStrike" dirty="0">
                        <a:solidFill>
                          <a:srgbClr val="000000"/>
                        </a:solidFill>
                        <a:effectLst/>
                        <a:latin typeface="+mj-lt"/>
                      </a:endParaRPr>
                    </a:p>
                  </a:txBody>
                  <a:tcPr marL="6350" marR="6350" marT="6350" marB="0" anchor="ctr"/>
                </a:tc>
                <a:tc>
                  <a:txBody>
                    <a:bodyPr/>
                    <a:lstStyle/>
                    <a:p>
                      <a:pPr algn="ctr" fontAlgn="b">
                        <a:buNone/>
                      </a:pPr>
                      <a:r>
                        <a:rPr lang="en-IN" sz="1100" b="0" u="none" strike="noStrike" dirty="0">
                          <a:solidFill>
                            <a:srgbClr val="000000"/>
                          </a:solidFill>
                          <a:effectLst/>
                          <a:latin typeface="+mj-lt"/>
                        </a:rPr>
                        <a:t>69.20%</a:t>
                      </a:r>
                      <a:endParaRPr lang="en-IN" sz="1100" b="0" i="0" u="none" strike="noStrike" dirty="0">
                        <a:solidFill>
                          <a:srgbClr val="000000"/>
                        </a:solidFill>
                        <a:effectLst/>
                        <a:latin typeface="+mj-lt"/>
                      </a:endParaRPr>
                    </a:p>
                  </a:txBody>
                  <a:tcPr marL="6350" marR="6350" marT="6350" marB="0" anchor="ctr"/>
                </a:tc>
                <a:tc>
                  <a:txBody>
                    <a:bodyPr/>
                    <a:lstStyle/>
                    <a:p>
                      <a:pPr algn="ctr" fontAlgn="b">
                        <a:buNone/>
                      </a:pPr>
                      <a:r>
                        <a:rPr lang="en-IN" sz="1100" b="0" u="none" strike="noStrike" dirty="0">
                          <a:solidFill>
                            <a:srgbClr val="000000"/>
                          </a:solidFill>
                          <a:effectLst/>
                          <a:latin typeface="+mj-lt"/>
                        </a:rPr>
                        <a:t>68.20%</a:t>
                      </a:r>
                      <a:endParaRPr lang="en-IN" sz="1100" b="0" i="0" u="none" strike="noStrike" dirty="0">
                        <a:solidFill>
                          <a:srgbClr val="000000"/>
                        </a:solidFill>
                        <a:effectLst/>
                        <a:latin typeface="+mj-lt"/>
                      </a:endParaRPr>
                    </a:p>
                  </a:txBody>
                  <a:tcPr marL="6350" marR="6350" marT="6350" marB="0" anchor="ctr"/>
                </a:tc>
                <a:tc>
                  <a:txBody>
                    <a:bodyPr/>
                    <a:lstStyle/>
                    <a:p>
                      <a:pPr algn="ctr" fontAlgn="b">
                        <a:buNone/>
                      </a:pPr>
                      <a:r>
                        <a:rPr lang="en-IN" sz="1100" b="0" u="none" strike="noStrike" dirty="0">
                          <a:solidFill>
                            <a:srgbClr val="000000"/>
                          </a:solidFill>
                          <a:effectLst/>
                          <a:latin typeface="+mj-lt"/>
                        </a:rPr>
                        <a:t>63.80%</a:t>
                      </a:r>
                      <a:endParaRPr lang="en-IN" sz="1100" b="0" i="0" u="none" strike="noStrike" dirty="0">
                        <a:solidFill>
                          <a:srgbClr val="000000"/>
                        </a:solidFill>
                        <a:effectLst/>
                        <a:latin typeface="+mj-lt"/>
                      </a:endParaRPr>
                    </a:p>
                  </a:txBody>
                  <a:tcPr marL="6350" marR="6350" marT="6350" marB="0" anchor="ctr"/>
                </a:tc>
                <a:tc>
                  <a:txBody>
                    <a:bodyPr/>
                    <a:lstStyle/>
                    <a:p>
                      <a:pPr algn="ctr" fontAlgn="b">
                        <a:buNone/>
                      </a:pPr>
                      <a:r>
                        <a:rPr lang="en-IN" sz="1100" b="0" u="none" strike="noStrike" dirty="0">
                          <a:solidFill>
                            <a:srgbClr val="000000"/>
                          </a:solidFill>
                          <a:effectLst/>
                          <a:latin typeface="+mj-lt"/>
                        </a:rPr>
                        <a:t>59.80%</a:t>
                      </a:r>
                      <a:endParaRPr lang="en-IN" sz="1100" b="0" i="0" u="none" strike="noStrike" dirty="0">
                        <a:solidFill>
                          <a:srgbClr val="000000"/>
                        </a:solidFill>
                        <a:effectLst/>
                        <a:latin typeface="+mj-lt"/>
                      </a:endParaRPr>
                    </a:p>
                  </a:txBody>
                  <a:tcPr marL="6350" marR="6350" marT="6350" marB="0" anchor="ctr"/>
                </a:tc>
                <a:extLst>
                  <a:ext uri="{0D108BD9-81ED-4DB2-BD59-A6C34878D82A}">
                    <a16:rowId xmlns:a16="http://schemas.microsoft.com/office/drawing/2014/main" val="26882417"/>
                  </a:ext>
                </a:extLst>
              </a:tr>
              <a:tr h="216000">
                <a:tc>
                  <a:txBody>
                    <a:bodyPr/>
                    <a:lstStyle/>
                    <a:p>
                      <a:pPr algn="l" fontAlgn="b">
                        <a:buNone/>
                      </a:pPr>
                      <a:r>
                        <a:rPr lang="en-IN" sz="1100" b="0" u="none" strike="noStrike" dirty="0">
                          <a:solidFill>
                            <a:srgbClr val="000000"/>
                          </a:solidFill>
                          <a:effectLst/>
                          <a:latin typeface="+mj-lt"/>
                        </a:rPr>
                        <a:t> 4-bit representation</a:t>
                      </a:r>
                      <a:endParaRPr lang="en-IN" sz="1100" b="0" i="0" u="none" strike="noStrike" dirty="0">
                        <a:solidFill>
                          <a:srgbClr val="000000"/>
                        </a:solidFill>
                        <a:effectLst/>
                        <a:latin typeface="+mj-lt"/>
                      </a:endParaRPr>
                    </a:p>
                  </a:txBody>
                  <a:tcPr marL="6350" marR="6350" marT="6350" marB="0" anchor="ctr"/>
                </a:tc>
                <a:tc>
                  <a:txBody>
                    <a:bodyPr/>
                    <a:lstStyle/>
                    <a:p>
                      <a:pPr algn="ctr" fontAlgn="b">
                        <a:buNone/>
                      </a:pPr>
                      <a:r>
                        <a:rPr lang="en-IN" sz="1100" b="0" u="none" strike="noStrike" dirty="0">
                          <a:solidFill>
                            <a:srgbClr val="000000"/>
                          </a:solidFill>
                          <a:effectLst/>
                          <a:latin typeface="+mj-lt"/>
                        </a:rPr>
                        <a:t>66.00%</a:t>
                      </a:r>
                      <a:endParaRPr lang="en-IN" sz="1100" b="0" i="0" u="none" strike="noStrike" dirty="0">
                        <a:solidFill>
                          <a:srgbClr val="000000"/>
                        </a:solidFill>
                        <a:effectLst/>
                        <a:latin typeface="+mj-lt"/>
                      </a:endParaRPr>
                    </a:p>
                  </a:txBody>
                  <a:tcPr marL="6350" marR="6350" marT="6350" marB="0" anchor="ctr"/>
                </a:tc>
                <a:tc>
                  <a:txBody>
                    <a:bodyPr/>
                    <a:lstStyle/>
                    <a:p>
                      <a:pPr algn="ctr" fontAlgn="b">
                        <a:buNone/>
                      </a:pPr>
                      <a:r>
                        <a:rPr lang="en-IN" sz="1100" b="0" u="none" strike="noStrike" dirty="0">
                          <a:solidFill>
                            <a:srgbClr val="000000"/>
                          </a:solidFill>
                          <a:effectLst/>
                          <a:latin typeface="+mj-lt"/>
                        </a:rPr>
                        <a:t>65.20%</a:t>
                      </a:r>
                      <a:endParaRPr lang="en-IN" sz="1100" b="0" i="0" u="none" strike="noStrike" dirty="0">
                        <a:solidFill>
                          <a:srgbClr val="000000"/>
                        </a:solidFill>
                        <a:effectLst/>
                        <a:latin typeface="+mj-lt"/>
                      </a:endParaRPr>
                    </a:p>
                  </a:txBody>
                  <a:tcPr marL="6350" marR="6350" marT="6350" marB="0" anchor="ctr"/>
                </a:tc>
                <a:tc>
                  <a:txBody>
                    <a:bodyPr/>
                    <a:lstStyle/>
                    <a:p>
                      <a:pPr algn="ctr" fontAlgn="b">
                        <a:buNone/>
                      </a:pPr>
                      <a:r>
                        <a:rPr lang="en-IN" sz="1100" b="0" u="none" strike="noStrike" dirty="0">
                          <a:solidFill>
                            <a:srgbClr val="000000"/>
                          </a:solidFill>
                          <a:effectLst/>
                          <a:latin typeface="+mj-lt"/>
                        </a:rPr>
                        <a:t>64.60%</a:t>
                      </a:r>
                      <a:endParaRPr lang="en-IN" sz="1100" b="0" i="0" u="none" strike="noStrike" dirty="0">
                        <a:solidFill>
                          <a:srgbClr val="000000"/>
                        </a:solidFill>
                        <a:effectLst/>
                        <a:latin typeface="+mj-lt"/>
                      </a:endParaRPr>
                    </a:p>
                  </a:txBody>
                  <a:tcPr marL="6350" marR="6350" marT="6350" marB="0" anchor="ctr"/>
                </a:tc>
                <a:tc>
                  <a:txBody>
                    <a:bodyPr/>
                    <a:lstStyle/>
                    <a:p>
                      <a:pPr algn="ctr" fontAlgn="b">
                        <a:buNone/>
                      </a:pPr>
                      <a:r>
                        <a:rPr lang="en-IN" sz="1100" b="0" u="none" strike="noStrike" dirty="0">
                          <a:solidFill>
                            <a:srgbClr val="000000"/>
                          </a:solidFill>
                          <a:effectLst/>
                          <a:latin typeface="+mj-lt"/>
                        </a:rPr>
                        <a:t>64.20%</a:t>
                      </a:r>
                      <a:endParaRPr lang="en-IN" sz="1100" b="0" i="0" u="none" strike="noStrike" dirty="0">
                        <a:solidFill>
                          <a:srgbClr val="000000"/>
                        </a:solidFill>
                        <a:effectLst/>
                        <a:latin typeface="+mj-lt"/>
                      </a:endParaRPr>
                    </a:p>
                  </a:txBody>
                  <a:tcPr marL="6350" marR="6350" marT="6350" marB="0" anchor="ctr"/>
                </a:tc>
                <a:extLst>
                  <a:ext uri="{0D108BD9-81ED-4DB2-BD59-A6C34878D82A}">
                    <a16:rowId xmlns:a16="http://schemas.microsoft.com/office/drawing/2014/main" val="3214263335"/>
                  </a:ext>
                </a:extLst>
              </a:tr>
              <a:tr h="216000">
                <a:tc>
                  <a:txBody>
                    <a:bodyPr/>
                    <a:lstStyle/>
                    <a:p>
                      <a:pPr algn="l" fontAlgn="b">
                        <a:buNone/>
                      </a:pPr>
                      <a:r>
                        <a:rPr lang="en-IN" sz="1100" b="0" i="0" u="none" strike="noStrike" dirty="0">
                          <a:solidFill>
                            <a:srgbClr val="000000"/>
                          </a:solidFill>
                          <a:effectLst/>
                          <a:latin typeface="+mj-lt"/>
                        </a:rPr>
                        <a:t> 4-bit </a:t>
                      </a:r>
                      <a:r>
                        <a:rPr lang="en-IN" sz="1100" b="0" i="0" u="none" strike="noStrike" dirty="0" err="1">
                          <a:solidFill>
                            <a:srgbClr val="000000"/>
                          </a:solidFill>
                          <a:effectLst/>
                          <a:latin typeface="+mj-lt"/>
                        </a:rPr>
                        <a:t>QLoRA</a:t>
                      </a:r>
                      <a:endParaRPr lang="en-IN" sz="1100" b="0" i="0" u="none" strike="noStrike" dirty="0">
                        <a:solidFill>
                          <a:srgbClr val="000000"/>
                        </a:solidFill>
                        <a:effectLst/>
                        <a:latin typeface="+mj-lt"/>
                      </a:endParaRPr>
                    </a:p>
                  </a:txBody>
                  <a:tcPr marL="6350" marR="6350" marT="6350" marB="0" anchor="ctr"/>
                </a:tc>
                <a:tc>
                  <a:txBody>
                    <a:bodyPr/>
                    <a:lstStyle/>
                    <a:p>
                      <a:pPr algn="ctr" fontAlgn="b">
                        <a:buNone/>
                      </a:pPr>
                      <a:r>
                        <a:rPr lang="en-IN" sz="1100" b="0" i="0" u="none" strike="noStrike" dirty="0">
                          <a:solidFill>
                            <a:srgbClr val="000000"/>
                          </a:solidFill>
                          <a:effectLst/>
                          <a:latin typeface="+mj-lt"/>
                        </a:rPr>
                        <a:t>58.00%</a:t>
                      </a:r>
                    </a:p>
                  </a:txBody>
                  <a:tcPr marL="6350" marR="6350" marT="6350" marB="0" anchor="ctr"/>
                </a:tc>
                <a:tc>
                  <a:txBody>
                    <a:bodyPr/>
                    <a:lstStyle/>
                    <a:p>
                      <a:pPr algn="ctr" fontAlgn="b">
                        <a:buNone/>
                      </a:pPr>
                      <a:r>
                        <a:rPr lang="en-IN" sz="1100" b="0" i="0" u="none" strike="noStrike" dirty="0">
                          <a:solidFill>
                            <a:srgbClr val="000000"/>
                          </a:solidFill>
                          <a:effectLst/>
                          <a:latin typeface="+mj-lt"/>
                        </a:rPr>
                        <a:t>66.20%</a:t>
                      </a:r>
                    </a:p>
                  </a:txBody>
                  <a:tcPr marL="6350" marR="6350" marT="6350" marB="0" anchor="ctr"/>
                </a:tc>
                <a:tc>
                  <a:txBody>
                    <a:bodyPr/>
                    <a:lstStyle/>
                    <a:p>
                      <a:pPr algn="ctr" fontAlgn="b">
                        <a:buNone/>
                      </a:pPr>
                      <a:r>
                        <a:rPr lang="en-IN" sz="1100" b="0" i="0" u="none" strike="noStrike" dirty="0">
                          <a:solidFill>
                            <a:srgbClr val="000000"/>
                          </a:solidFill>
                          <a:effectLst/>
                          <a:latin typeface="+mj-lt"/>
                        </a:rPr>
                        <a:t>58.20%</a:t>
                      </a:r>
                    </a:p>
                  </a:txBody>
                  <a:tcPr marL="6350" marR="6350" marT="6350" marB="0" anchor="ctr"/>
                </a:tc>
                <a:tc>
                  <a:txBody>
                    <a:bodyPr/>
                    <a:lstStyle/>
                    <a:p>
                      <a:pPr algn="ctr" fontAlgn="b">
                        <a:buNone/>
                      </a:pPr>
                      <a:r>
                        <a:rPr lang="en-IN" sz="1100" b="0" i="0" u="none" strike="noStrike" dirty="0">
                          <a:solidFill>
                            <a:srgbClr val="000000"/>
                          </a:solidFill>
                          <a:effectLst/>
                          <a:latin typeface="+mj-lt"/>
                        </a:rPr>
                        <a:t>63.40%</a:t>
                      </a:r>
                    </a:p>
                  </a:txBody>
                  <a:tcPr marL="6350" marR="6350" marT="6350" marB="0" anchor="ctr"/>
                </a:tc>
                <a:extLst>
                  <a:ext uri="{0D108BD9-81ED-4DB2-BD59-A6C34878D82A}">
                    <a16:rowId xmlns:a16="http://schemas.microsoft.com/office/drawing/2014/main" val="2807705282"/>
                  </a:ext>
                </a:extLst>
              </a:tr>
            </a:tbl>
          </a:graphicData>
        </a:graphic>
      </p:graphicFrame>
      <p:sp>
        <p:nvSpPr>
          <p:cNvPr id="17" name="TextBox 16">
            <a:extLst>
              <a:ext uri="{FF2B5EF4-FFF2-40B4-BE49-F238E27FC236}">
                <a16:creationId xmlns:a16="http://schemas.microsoft.com/office/drawing/2014/main" id="{CFDB83CF-DF27-561A-19C8-9CB6F39ED250}"/>
              </a:ext>
            </a:extLst>
          </p:cNvPr>
          <p:cNvSpPr txBox="1"/>
          <p:nvPr/>
        </p:nvSpPr>
        <p:spPr>
          <a:xfrm>
            <a:off x="598141" y="3060704"/>
            <a:ext cx="7775838" cy="523220"/>
          </a:xfrm>
          <a:prstGeom prst="rect">
            <a:avLst/>
          </a:prstGeom>
          <a:noFill/>
        </p:spPr>
        <p:txBody>
          <a:bodyPr wrap="square">
            <a:spAutoFit/>
          </a:bodyPr>
          <a:lstStyle/>
          <a:p>
            <a:pPr algn="ctr"/>
            <a:r>
              <a:rPr lang="en-US" b="0" i="0" dirty="0">
                <a:solidFill>
                  <a:schemeClr val="tx1"/>
                </a:solidFill>
                <a:effectLst/>
                <a:latin typeface="+mj-lt"/>
              </a:rPr>
              <a:t>As we can see, the fine-tuned </a:t>
            </a:r>
            <a:r>
              <a:rPr lang="en-US" b="0" i="0" dirty="0" err="1">
                <a:solidFill>
                  <a:schemeClr val="tx1"/>
                </a:solidFill>
                <a:effectLst/>
                <a:latin typeface="+mj-lt"/>
              </a:rPr>
              <a:t>QLoRA</a:t>
            </a:r>
            <a:r>
              <a:rPr lang="en-US" b="0" i="0" dirty="0">
                <a:solidFill>
                  <a:schemeClr val="tx1"/>
                </a:solidFill>
                <a:effectLst/>
                <a:latin typeface="+mj-lt"/>
              </a:rPr>
              <a:t> 4-bit model </a:t>
            </a:r>
            <a:r>
              <a:rPr lang="en-US" i="0" dirty="0">
                <a:solidFill>
                  <a:schemeClr val="tx1"/>
                </a:solidFill>
                <a:effectLst/>
                <a:latin typeface="+mj-lt"/>
              </a:rPr>
              <a:t>actually performed equally or better than the original 16-bit baseline on Swedish tasks.</a:t>
            </a:r>
            <a:endParaRPr lang="en-IN" dirty="0">
              <a:solidFill>
                <a:schemeClr val="tx1"/>
              </a:solidFill>
              <a:latin typeface="+mj-lt"/>
            </a:endParaRPr>
          </a:p>
        </p:txBody>
      </p:sp>
      <p:sp>
        <p:nvSpPr>
          <p:cNvPr id="19" name="TextBox 18">
            <a:extLst>
              <a:ext uri="{FF2B5EF4-FFF2-40B4-BE49-F238E27FC236}">
                <a16:creationId xmlns:a16="http://schemas.microsoft.com/office/drawing/2014/main" id="{BE484FB5-B2CE-3A01-1D5C-DF9AA946459E}"/>
              </a:ext>
            </a:extLst>
          </p:cNvPr>
          <p:cNvSpPr txBox="1"/>
          <p:nvPr/>
        </p:nvSpPr>
        <p:spPr>
          <a:xfrm>
            <a:off x="598141" y="3722608"/>
            <a:ext cx="7775838" cy="738664"/>
          </a:xfrm>
          <a:prstGeom prst="rect">
            <a:avLst/>
          </a:prstGeom>
          <a:noFill/>
        </p:spPr>
        <p:txBody>
          <a:bodyPr wrap="square">
            <a:spAutoFit/>
          </a:bodyPr>
          <a:lstStyle/>
          <a:p>
            <a:pPr algn="ctr"/>
            <a:r>
              <a:rPr lang="en-US" dirty="0">
                <a:solidFill>
                  <a:schemeClr val="tx1"/>
                </a:solidFill>
                <a:latin typeface="+mj-lt"/>
              </a:rPr>
              <a:t>But a</a:t>
            </a:r>
            <a:r>
              <a:rPr lang="en-US" b="0" i="0" dirty="0">
                <a:solidFill>
                  <a:schemeClr val="tx1"/>
                </a:solidFill>
                <a:effectLst/>
                <a:latin typeface="+mj-lt"/>
              </a:rPr>
              <a:t>s the model specialized in Swedish, it overwrote some English capabilities as the F1 score and the accuracy of the </a:t>
            </a:r>
            <a:r>
              <a:rPr lang="en-US" b="0" i="0" dirty="0" err="1">
                <a:solidFill>
                  <a:schemeClr val="tx1"/>
                </a:solidFill>
                <a:effectLst/>
                <a:latin typeface="+mj-lt"/>
              </a:rPr>
              <a:t>QLoRA</a:t>
            </a:r>
            <a:r>
              <a:rPr lang="en-US" b="0" i="0" dirty="0">
                <a:solidFill>
                  <a:schemeClr val="tx1"/>
                </a:solidFill>
                <a:effectLst/>
                <a:latin typeface="+mj-lt"/>
              </a:rPr>
              <a:t> model is worse compared to the NF4 4-bit quantized model for the English tasks.</a:t>
            </a:r>
            <a:endParaRPr lang="en-IN" dirty="0">
              <a:solidFill>
                <a:schemeClr val="tx1"/>
              </a:solidFill>
              <a:latin typeface="+mj-lt"/>
            </a:endParaRPr>
          </a:p>
        </p:txBody>
      </p:sp>
    </p:spTree>
    <p:extLst>
      <p:ext uri="{BB962C8B-B14F-4D97-AF65-F5344CB8AC3E}">
        <p14:creationId xmlns:p14="http://schemas.microsoft.com/office/powerpoint/2010/main" val="8485885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0-#ppt_w/2"/>
                                          </p:val>
                                        </p:tav>
                                        <p:tav tm="100000">
                                          <p:val>
                                            <p:strVal val="#ppt_x"/>
                                          </p:val>
                                        </p:tav>
                                      </p:tavLst>
                                    </p:anim>
                                    <p:anim calcmode="lin" valueType="num">
                                      <p:cBhvr additive="base">
                                        <p:cTn id="8" dur="500" fill="hold"/>
                                        <p:tgtEl>
                                          <p:spTgt spid="6"/>
                                        </p:tgtEl>
                                        <p:attrNameLst>
                                          <p:attrName>ppt_y</p:attrName>
                                        </p:attrNameLst>
                                      </p:cBhvr>
                                      <p:tavLst>
                                        <p:tav tm="0">
                                          <p:val>
                                            <p:strVal val="#ppt_y"/>
                                          </p:val>
                                        </p:tav>
                                        <p:tav tm="100000">
                                          <p:val>
                                            <p:strVal val="#ppt_y"/>
                                          </p:val>
                                        </p:tav>
                                      </p:tavLst>
                                    </p:anim>
                                  </p:childTnLst>
                                </p:cTn>
                              </p:par>
                              <p:par>
                                <p:cTn id="9" presetID="2" presetClass="entr" presetSubtype="8" fill="hold" grpId="0" nodeType="withEffect">
                                  <p:stCondLst>
                                    <p:cond delay="0"/>
                                  </p:stCondLst>
                                  <p:childTnLst>
                                    <p:set>
                                      <p:cBhvr>
                                        <p:cTn id="10" dur="1" fill="hold">
                                          <p:stCondLst>
                                            <p:cond delay="0"/>
                                          </p:stCondLst>
                                        </p:cTn>
                                        <p:tgtEl>
                                          <p:spTgt spid="7"/>
                                        </p:tgtEl>
                                        <p:attrNameLst>
                                          <p:attrName>style.visibility</p:attrName>
                                        </p:attrNameLst>
                                      </p:cBhvr>
                                      <p:to>
                                        <p:strVal val="visible"/>
                                      </p:to>
                                    </p:set>
                                    <p:anim calcmode="lin" valueType="num">
                                      <p:cBhvr additive="base">
                                        <p:cTn id="11" dur="500" fill="hold"/>
                                        <p:tgtEl>
                                          <p:spTgt spid="7"/>
                                        </p:tgtEl>
                                        <p:attrNameLst>
                                          <p:attrName>ppt_x</p:attrName>
                                        </p:attrNameLst>
                                      </p:cBhvr>
                                      <p:tavLst>
                                        <p:tav tm="0">
                                          <p:val>
                                            <p:strVal val="0-#ppt_w/2"/>
                                          </p:val>
                                        </p:tav>
                                        <p:tav tm="100000">
                                          <p:val>
                                            <p:strVal val="#ppt_x"/>
                                          </p:val>
                                        </p:tav>
                                      </p:tavLst>
                                    </p:anim>
                                    <p:anim calcmode="lin" valueType="num">
                                      <p:cBhvr additive="base">
                                        <p:cTn id="12" dur="500" fill="hold"/>
                                        <p:tgtEl>
                                          <p:spTgt spid="7"/>
                                        </p:tgtEl>
                                        <p:attrNameLst>
                                          <p:attrName>ppt_y</p:attrName>
                                        </p:attrNameLst>
                                      </p:cBhvr>
                                      <p:tavLst>
                                        <p:tav tm="0">
                                          <p:val>
                                            <p:strVal val="#ppt_y"/>
                                          </p:val>
                                        </p:tav>
                                        <p:tav tm="100000">
                                          <p:val>
                                            <p:strVal val="#ppt_y"/>
                                          </p:val>
                                        </p:tav>
                                      </p:tavLst>
                                    </p:anim>
                                  </p:childTnLst>
                                </p:cTn>
                              </p:par>
                              <p:par>
                                <p:cTn id="13" presetID="2" presetClass="entr" presetSubtype="8" fill="hold" grpId="0" nodeType="withEffect">
                                  <p:stCondLst>
                                    <p:cond delay="0"/>
                                  </p:stCondLst>
                                  <p:childTnLst>
                                    <p:set>
                                      <p:cBhvr>
                                        <p:cTn id="14" dur="1" fill="hold">
                                          <p:stCondLst>
                                            <p:cond delay="0"/>
                                          </p:stCondLst>
                                        </p:cTn>
                                        <p:tgtEl>
                                          <p:spTgt spid="8"/>
                                        </p:tgtEl>
                                        <p:attrNameLst>
                                          <p:attrName>style.visibility</p:attrName>
                                        </p:attrNameLst>
                                      </p:cBhvr>
                                      <p:to>
                                        <p:strVal val="visible"/>
                                      </p:to>
                                    </p:set>
                                    <p:anim calcmode="lin" valueType="num">
                                      <p:cBhvr additive="base">
                                        <p:cTn id="15" dur="500" fill="hold"/>
                                        <p:tgtEl>
                                          <p:spTgt spid="8"/>
                                        </p:tgtEl>
                                        <p:attrNameLst>
                                          <p:attrName>ppt_x</p:attrName>
                                        </p:attrNameLst>
                                      </p:cBhvr>
                                      <p:tavLst>
                                        <p:tav tm="0">
                                          <p:val>
                                            <p:strVal val="0-#ppt_w/2"/>
                                          </p:val>
                                        </p:tav>
                                        <p:tav tm="100000">
                                          <p:val>
                                            <p:strVal val="#ppt_x"/>
                                          </p:val>
                                        </p:tav>
                                      </p:tavLst>
                                    </p:anim>
                                    <p:anim calcmode="lin" valueType="num">
                                      <p:cBhvr additive="base">
                                        <p:cTn id="16" dur="500" fill="hold"/>
                                        <p:tgtEl>
                                          <p:spTgt spid="8"/>
                                        </p:tgtEl>
                                        <p:attrNameLst>
                                          <p:attrName>ppt_y</p:attrName>
                                        </p:attrNameLst>
                                      </p:cBhvr>
                                      <p:tavLst>
                                        <p:tav tm="0">
                                          <p:val>
                                            <p:strVal val="#ppt_y"/>
                                          </p:val>
                                        </p:tav>
                                        <p:tav tm="100000">
                                          <p:val>
                                            <p:strVal val="#ppt_y"/>
                                          </p:val>
                                        </p:tav>
                                      </p:tavLst>
                                    </p:anim>
                                  </p:childTnLst>
                                </p:cTn>
                              </p:par>
                              <p:par>
                                <p:cTn id="17" presetID="2" presetClass="entr" presetSubtype="8" fill="hold" grpId="0" nodeType="withEffect">
                                  <p:stCondLst>
                                    <p:cond delay="0"/>
                                  </p:stCondLst>
                                  <p:childTnLst>
                                    <p:set>
                                      <p:cBhvr>
                                        <p:cTn id="18" dur="1" fill="hold">
                                          <p:stCondLst>
                                            <p:cond delay="0"/>
                                          </p:stCondLst>
                                        </p:cTn>
                                        <p:tgtEl>
                                          <p:spTgt spid="9"/>
                                        </p:tgtEl>
                                        <p:attrNameLst>
                                          <p:attrName>style.visibility</p:attrName>
                                        </p:attrNameLst>
                                      </p:cBhvr>
                                      <p:to>
                                        <p:strVal val="visible"/>
                                      </p:to>
                                    </p:set>
                                    <p:anim calcmode="lin" valueType="num">
                                      <p:cBhvr additive="base">
                                        <p:cTn id="19" dur="500" fill="hold"/>
                                        <p:tgtEl>
                                          <p:spTgt spid="9"/>
                                        </p:tgtEl>
                                        <p:attrNameLst>
                                          <p:attrName>ppt_x</p:attrName>
                                        </p:attrNameLst>
                                      </p:cBhvr>
                                      <p:tavLst>
                                        <p:tav tm="0">
                                          <p:val>
                                            <p:strVal val="0-#ppt_w/2"/>
                                          </p:val>
                                        </p:tav>
                                        <p:tav tm="100000">
                                          <p:val>
                                            <p:strVal val="#ppt_x"/>
                                          </p:val>
                                        </p:tav>
                                      </p:tavLst>
                                    </p:anim>
                                    <p:anim calcmode="lin" valueType="num">
                                      <p:cBhvr additive="base">
                                        <p:cTn id="20" dur="500" fill="hold"/>
                                        <p:tgtEl>
                                          <p:spTgt spid="9"/>
                                        </p:tgtEl>
                                        <p:attrNameLst>
                                          <p:attrName>ppt_y</p:attrName>
                                        </p:attrNameLst>
                                      </p:cBhvr>
                                      <p:tavLst>
                                        <p:tav tm="0">
                                          <p:val>
                                            <p:strVal val="#ppt_y"/>
                                          </p:val>
                                        </p:tav>
                                        <p:tav tm="100000">
                                          <p:val>
                                            <p:strVal val="#ppt_y"/>
                                          </p:val>
                                        </p:tav>
                                      </p:tavLst>
                                    </p:anim>
                                  </p:childTnLst>
                                </p:cTn>
                              </p:par>
                              <p:par>
                                <p:cTn id="21" presetID="2" presetClass="entr" presetSubtype="8" fill="hold" grpId="0" nodeType="withEffect">
                                  <p:stCondLst>
                                    <p:cond delay="0"/>
                                  </p:stCondLst>
                                  <p:childTnLst>
                                    <p:set>
                                      <p:cBhvr>
                                        <p:cTn id="22" dur="1" fill="hold">
                                          <p:stCondLst>
                                            <p:cond delay="0"/>
                                          </p:stCondLst>
                                        </p:cTn>
                                        <p:tgtEl>
                                          <p:spTgt spid="13"/>
                                        </p:tgtEl>
                                        <p:attrNameLst>
                                          <p:attrName>style.visibility</p:attrName>
                                        </p:attrNameLst>
                                      </p:cBhvr>
                                      <p:to>
                                        <p:strVal val="visible"/>
                                      </p:to>
                                    </p:set>
                                    <p:anim calcmode="lin" valueType="num">
                                      <p:cBhvr additive="base">
                                        <p:cTn id="23" dur="500" fill="hold"/>
                                        <p:tgtEl>
                                          <p:spTgt spid="13"/>
                                        </p:tgtEl>
                                        <p:attrNameLst>
                                          <p:attrName>ppt_x</p:attrName>
                                        </p:attrNameLst>
                                      </p:cBhvr>
                                      <p:tavLst>
                                        <p:tav tm="0">
                                          <p:val>
                                            <p:strVal val="0-#ppt_w/2"/>
                                          </p:val>
                                        </p:tav>
                                        <p:tav tm="100000">
                                          <p:val>
                                            <p:strVal val="#ppt_x"/>
                                          </p:val>
                                        </p:tav>
                                      </p:tavLst>
                                    </p:anim>
                                    <p:anim calcmode="lin" valueType="num">
                                      <p:cBhvr additive="base">
                                        <p:cTn id="24" dur="500" fill="hold"/>
                                        <p:tgtEl>
                                          <p:spTgt spid="13"/>
                                        </p:tgtEl>
                                        <p:attrNameLst>
                                          <p:attrName>ppt_y</p:attrName>
                                        </p:attrNameLst>
                                      </p:cBhvr>
                                      <p:tavLst>
                                        <p:tav tm="0">
                                          <p:val>
                                            <p:strVal val="#ppt_y"/>
                                          </p:val>
                                        </p:tav>
                                        <p:tav tm="100000">
                                          <p:val>
                                            <p:strVal val="#ppt_y"/>
                                          </p:val>
                                        </p:tav>
                                      </p:tavLst>
                                    </p:anim>
                                  </p:childTnLst>
                                </p:cTn>
                              </p:par>
                              <p:par>
                                <p:cTn id="25" presetID="2" presetClass="entr" presetSubtype="8" fill="hold" grpId="0" nodeType="withEffect">
                                  <p:stCondLst>
                                    <p:cond delay="0"/>
                                  </p:stCondLst>
                                  <p:childTnLst>
                                    <p:set>
                                      <p:cBhvr>
                                        <p:cTn id="26" dur="1" fill="hold">
                                          <p:stCondLst>
                                            <p:cond delay="0"/>
                                          </p:stCondLst>
                                        </p:cTn>
                                        <p:tgtEl>
                                          <p:spTgt spid="10"/>
                                        </p:tgtEl>
                                        <p:attrNameLst>
                                          <p:attrName>style.visibility</p:attrName>
                                        </p:attrNameLst>
                                      </p:cBhvr>
                                      <p:to>
                                        <p:strVal val="visible"/>
                                      </p:to>
                                    </p:set>
                                    <p:anim calcmode="lin" valueType="num">
                                      <p:cBhvr additive="base">
                                        <p:cTn id="27" dur="500" fill="hold"/>
                                        <p:tgtEl>
                                          <p:spTgt spid="10"/>
                                        </p:tgtEl>
                                        <p:attrNameLst>
                                          <p:attrName>ppt_x</p:attrName>
                                        </p:attrNameLst>
                                      </p:cBhvr>
                                      <p:tavLst>
                                        <p:tav tm="0">
                                          <p:val>
                                            <p:strVal val="0-#ppt_w/2"/>
                                          </p:val>
                                        </p:tav>
                                        <p:tav tm="100000">
                                          <p:val>
                                            <p:strVal val="#ppt_x"/>
                                          </p:val>
                                        </p:tav>
                                      </p:tavLst>
                                    </p:anim>
                                    <p:anim calcmode="lin" valueType="num">
                                      <p:cBhvr additive="base">
                                        <p:cTn id="28" dur="500" fill="hold"/>
                                        <p:tgtEl>
                                          <p:spTgt spid="10"/>
                                        </p:tgtEl>
                                        <p:attrNameLst>
                                          <p:attrName>ppt_y</p:attrName>
                                        </p:attrNameLst>
                                      </p:cBhvr>
                                      <p:tavLst>
                                        <p:tav tm="0">
                                          <p:val>
                                            <p:strVal val="#ppt_y"/>
                                          </p:val>
                                        </p:tav>
                                        <p:tav tm="100000">
                                          <p:val>
                                            <p:strVal val="#ppt_y"/>
                                          </p:val>
                                        </p:tav>
                                      </p:tavLst>
                                    </p:anim>
                                  </p:childTnLst>
                                </p:cTn>
                              </p:par>
                              <p:par>
                                <p:cTn id="29" presetID="2" presetClass="entr" presetSubtype="8" fill="hold" grpId="0" nodeType="withEffect">
                                  <p:stCondLst>
                                    <p:cond delay="0"/>
                                  </p:stCondLst>
                                  <p:childTnLst>
                                    <p:set>
                                      <p:cBhvr>
                                        <p:cTn id="30" dur="1" fill="hold">
                                          <p:stCondLst>
                                            <p:cond delay="0"/>
                                          </p:stCondLst>
                                        </p:cTn>
                                        <p:tgtEl>
                                          <p:spTgt spid="11"/>
                                        </p:tgtEl>
                                        <p:attrNameLst>
                                          <p:attrName>style.visibility</p:attrName>
                                        </p:attrNameLst>
                                      </p:cBhvr>
                                      <p:to>
                                        <p:strVal val="visible"/>
                                      </p:to>
                                    </p:set>
                                    <p:anim calcmode="lin" valueType="num">
                                      <p:cBhvr additive="base">
                                        <p:cTn id="31" dur="500" fill="hold"/>
                                        <p:tgtEl>
                                          <p:spTgt spid="11"/>
                                        </p:tgtEl>
                                        <p:attrNameLst>
                                          <p:attrName>ppt_x</p:attrName>
                                        </p:attrNameLst>
                                      </p:cBhvr>
                                      <p:tavLst>
                                        <p:tav tm="0">
                                          <p:val>
                                            <p:strVal val="0-#ppt_w/2"/>
                                          </p:val>
                                        </p:tav>
                                        <p:tav tm="100000">
                                          <p:val>
                                            <p:strVal val="#ppt_x"/>
                                          </p:val>
                                        </p:tav>
                                      </p:tavLst>
                                    </p:anim>
                                    <p:anim calcmode="lin" valueType="num">
                                      <p:cBhvr additive="base">
                                        <p:cTn id="32" dur="500" fill="hold"/>
                                        <p:tgtEl>
                                          <p:spTgt spid="11"/>
                                        </p:tgtEl>
                                        <p:attrNameLst>
                                          <p:attrName>ppt_y</p:attrName>
                                        </p:attrNameLst>
                                      </p:cBhvr>
                                      <p:tavLst>
                                        <p:tav tm="0">
                                          <p:val>
                                            <p:strVal val="#ppt_y"/>
                                          </p:val>
                                        </p:tav>
                                        <p:tav tm="100000">
                                          <p:val>
                                            <p:strVal val="#ppt_y"/>
                                          </p:val>
                                        </p:tav>
                                      </p:tavLst>
                                    </p:anim>
                                  </p:childTnLst>
                                </p:cTn>
                              </p:par>
                              <p:par>
                                <p:cTn id="33" presetID="2" presetClass="entr" presetSubtype="8" fill="hold" grpId="0" nodeType="withEffect">
                                  <p:stCondLst>
                                    <p:cond delay="0"/>
                                  </p:stCondLst>
                                  <p:childTnLst>
                                    <p:set>
                                      <p:cBhvr>
                                        <p:cTn id="34" dur="1" fill="hold">
                                          <p:stCondLst>
                                            <p:cond delay="0"/>
                                          </p:stCondLst>
                                        </p:cTn>
                                        <p:tgtEl>
                                          <p:spTgt spid="3"/>
                                        </p:tgtEl>
                                        <p:attrNameLst>
                                          <p:attrName>style.visibility</p:attrName>
                                        </p:attrNameLst>
                                      </p:cBhvr>
                                      <p:to>
                                        <p:strVal val="visible"/>
                                      </p:to>
                                    </p:set>
                                    <p:anim calcmode="lin" valueType="num">
                                      <p:cBhvr additive="base">
                                        <p:cTn id="35" dur="500" fill="hold"/>
                                        <p:tgtEl>
                                          <p:spTgt spid="3"/>
                                        </p:tgtEl>
                                        <p:attrNameLst>
                                          <p:attrName>ppt_x</p:attrName>
                                        </p:attrNameLst>
                                      </p:cBhvr>
                                      <p:tavLst>
                                        <p:tav tm="0">
                                          <p:val>
                                            <p:strVal val="0-#ppt_w/2"/>
                                          </p:val>
                                        </p:tav>
                                        <p:tav tm="100000">
                                          <p:val>
                                            <p:strVal val="#ppt_x"/>
                                          </p:val>
                                        </p:tav>
                                      </p:tavLst>
                                    </p:anim>
                                    <p:anim calcmode="lin" valueType="num">
                                      <p:cBhvr additive="base">
                                        <p:cTn id="36" dur="500" fill="hold"/>
                                        <p:tgtEl>
                                          <p:spTgt spid="3"/>
                                        </p:tgtEl>
                                        <p:attrNameLst>
                                          <p:attrName>ppt_y</p:attrName>
                                        </p:attrNameLst>
                                      </p:cBhvr>
                                      <p:tavLst>
                                        <p:tav tm="0">
                                          <p:val>
                                            <p:strVal val="#ppt_y"/>
                                          </p:val>
                                        </p:tav>
                                        <p:tav tm="100000">
                                          <p:val>
                                            <p:strVal val="#ppt_y"/>
                                          </p:val>
                                        </p:tav>
                                      </p:tavLst>
                                    </p:anim>
                                  </p:childTnLst>
                                </p:cTn>
                              </p:par>
                              <p:par>
                                <p:cTn id="37" presetID="2" presetClass="entr" presetSubtype="8" fill="hold" grpId="0" nodeType="withEffect">
                                  <p:stCondLst>
                                    <p:cond delay="0"/>
                                  </p:stCondLst>
                                  <p:childTnLst>
                                    <p:set>
                                      <p:cBhvr>
                                        <p:cTn id="38" dur="1" fill="hold">
                                          <p:stCondLst>
                                            <p:cond delay="0"/>
                                          </p:stCondLst>
                                        </p:cTn>
                                        <p:tgtEl>
                                          <p:spTgt spid="4"/>
                                        </p:tgtEl>
                                        <p:attrNameLst>
                                          <p:attrName>style.visibility</p:attrName>
                                        </p:attrNameLst>
                                      </p:cBhvr>
                                      <p:to>
                                        <p:strVal val="visible"/>
                                      </p:to>
                                    </p:set>
                                    <p:anim calcmode="lin" valueType="num">
                                      <p:cBhvr additive="base">
                                        <p:cTn id="39" dur="500" fill="hold"/>
                                        <p:tgtEl>
                                          <p:spTgt spid="4"/>
                                        </p:tgtEl>
                                        <p:attrNameLst>
                                          <p:attrName>ppt_x</p:attrName>
                                        </p:attrNameLst>
                                      </p:cBhvr>
                                      <p:tavLst>
                                        <p:tav tm="0">
                                          <p:val>
                                            <p:strVal val="0-#ppt_w/2"/>
                                          </p:val>
                                        </p:tav>
                                        <p:tav tm="100000">
                                          <p:val>
                                            <p:strVal val="#ppt_x"/>
                                          </p:val>
                                        </p:tav>
                                      </p:tavLst>
                                    </p:anim>
                                    <p:anim calcmode="lin" valueType="num">
                                      <p:cBhvr additive="base">
                                        <p:cTn id="40" dur="500" fill="hold"/>
                                        <p:tgtEl>
                                          <p:spTgt spid="4"/>
                                        </p:tgtEl>
                                        <p:attrNameLst>
                                          <p:attrName>ppt_y</p:attrName>
                                        </p:attrNameLst>
                                      </p:cBhvr>
                                      <p:tavLst>
                                        <p:tav tm="0">
                                          <p:val>
                                            <p:strVal val="#ppt_y"/>
                                          </p:val>
                                        </p:tav>
                                        <p:tav tm="100000">
                                          <p:val>
                                            <p:strVal val="#ppt_y"/>
                                          </p:val>
                                        </p:tav>
                                      </p:tavLst>
                                    </p:anim>
                                  </p:childTnLst>
                                </p:cTn>
                              </p:par>
                              <p:par>
                                <p:cTn id="41" presetID="2" presetClass="entr" presetSubtype="8" fill="hold" grpId="0" nodeType="withEffect">
                                  <p:stCondLst>
                                    <p:cond delay="0"/>
                                  </p:stCondLst>
                                  <p:childTnLst>
                                    <p:set>
                                      <p:cBhvr>
                                        <p:cTn id="42" dur="1" fill="hold">
                                          <p:stCondLst>
                                            <p:cond delay="0"/>
                                          </p:stCondLst>
                                        </p:cTn>
                                        <p:tgtEl>
                                          <p:spTgt spid="12"/>
                                        </p:tgtEl>
                                        <p:attrNameLst>
                                          <p:attrName>style.visibility</p:attrName>
                                        </p:attrNameLst>
                                      </p:cBhvr>
                                      <p:to>
                                        <p:strVal val="visible"/>
                                      </p:to>
                                    </p:set>
                                    <p:anim calcmode="lin" valueType="num">
                                      <p:cBhvr additive="base">
                                        <p:cTn id="43" dur="500" fill="hold"/>
                                        <p:tgtEl>
                                          <p:spTgt spid="12"/>
                                        </p:tgtEl>
                                        <p:attrNameLst>
                                          <p:attrName>ppt_x</p:attrName>
                                        </p:attrNameLst>
                                      </p:cBhvr>
                                      <p:tavLst>
                                        <p:tav tm="0">
                                          <p:val>
                                            <p:strVal val="0-#ppt_w/2"/>
                                          </p:val>
                                        </p:tav>
                                        <p:tav tm="100000">
                                          <p:val>
                                            <p:strVal val="#ppt_x"/>
                                          </p:val>
                                        </p:tav>
                                      </p:tavLst>
                                    </p:anim>
                                    <p:anim calcmode="lin" valueType="num">
                                      <p:cBhvr additive="base">
                                        <p:cTn id="44" dur="500" fill="hold"/>
                                        <p:tgtEl>
                                          <p:spTgt spid="12"/>
                                        </p:tgtEl>
                                        <p:attrNameLst>
                                          <p:attrName>ppt_y</p:attrName>
                                        </p:attrNameLst>
                                      </p:cBhvr>
                                      <p:tavLst>
                                        <p:tav tm="0">
                                          <p:val>
                                            <p:strVal val="#ppt_y"/>
                                          </p:val>
                                        </p:tav>
                                        <p:tav tm="100000">
                                          <p:val>
                                            <p:strVal val="#ppt_y"/>
                                          </p:val>
                                        </p:tav>
                                      </p:tavLst>
                                    </p:anim>
                                  </p:childTnLst>
                                </p:cTn>
                              </p:par>
                              <p:par>
                                <p:cTn id="45" presetID="2" presetClass="entr" presetSubtype="8" fill="hold" grpId="0" nodeType="withEffect">
                                  <p:stCondLst>
                                    <p:cond delay="0"/>
                                  </p:stCondLst>
                                  <p:childTnLst>
                                    <p:set>
                                      <p:cBhvr>
                                        <p:cTn id="46" dur="1" fill="hold">
                                          <p:stCondLst>
                                            <p:cond delay="0"/>
                                          </p:stCondLst>
                                        </p:cTn>
                                        <p:tgtEl>
                                          <p:spTgt spid="35"/>
                                        </p:tgtEl>
                                        <p:attrNameLst>
                                          <p:attrName>style.visibility</p:attrName>
                                        </p:attrNameLst>
                                      </p:cBhvr>
                                      <p:to>
                                        <p:strVal val="visible"/>
                                      </p:to>
                                    </p:set>
                                    <p:anim calcmode="lin" valueType="num">
                                      <p:cBhvr additive="base">
                                        <p:cTn id="47" dur="500" fill="hold"/>
                                        <p:tgtEl>
                                          <p:spTgt spid="35"/>
                                        </p:tgtEl>
                                        <p:attrNameLst>
                                          <p:attrName>ppt_x</p:attrName>
                                        </p:attrNameLst>
                                      </p:cBhvr>
                                      <p:tavLst>
                                        <p:tav tm="0">
                                          <p:val>
                                            <p:strVal val="0-#ppt_w/2"/>
                                          </p:val>
                                        </p:tav>
                                        <p:tav tm="100000">
                                          <p:val>
                                            <p:strVal val="#ppt_x"/>
                                          </p:val>
                                        </p:tav>
                                      </p:tavLst>
                                    </p:anim>
                                    <p:anim calcmode="lin" valueType="num">
                                      <p:cBhvr additive="base">
                                        <p:cTn id="48" dur="500" fill="hold"/>
                                        <p:tgtEl>
                                          <p:spTgt spid="35"/>
                                        </p:tgtEl>
                                        <p:attrNameLst>
                                          <p:attrName>ppt_y</p:attrName>
                                        </p:attrNameLst>
                                      </p:cBhvr>
                                      <p:tavLst>
                                        <p:tav tm="0">
                                          <p:val>
                                            <p:strVal val="#ppt_y"/>
                                          </p:val>
                                        </p:tav>
                                        <p:tav tm="100000">
                                          <p:val>
                                            <p:strVal val="#ppt_y"/>
                                          </p:val>
                                        </p:tav>
                                      </p:tavLst>
                                    </p:anim>
                                  </p:childTnLst>
                                </p:cTn>
                              </p:par>
                            </p:childTnLst>
                          </p:cTn>
                        </p:par>
                      </p:childTnLst>
                    </p:cTn>
                  </p:par>
                  <p:par>
                    <p:cTn id="49" fill="hold">
                      <p:stCondLst>
                        <p:cond delay="indefinite"/>
                      </p:stCondLst>
                      <p:childTnLst>
                        <p:par>
                          <p:cTn id="50" fill="hold">
                            <p:stCondLst>
                              <p:cond delay="0"/>
                            </p:stCondLst>
                            <p:childTnLst>
                              <p:par>
                                <p:cTn id="51" presetID="42" presetClass="path" presetSubtype="0" accel="50000" decel="50000" fill="hold" grpId="2" nodeType="clickEffect">
                                  <p:stCondLst>
                                    <p:cond delay="0"/>
                                  </p:stCondLst>
                                  <p:childTnLst>
                                    <p:animMotion origin="layout" path="M 8.33333E-7 1.23457E-7 L 0.40052 -0.73086 " pathEditMode="relative" rAng="0" ptsTypes="AA">
                                      <p:cBhvr>
                                        <p:cTn id="52" dur="2000" fill="hold"/>
                                        <p:tgtEl>
                                          <p:spTgt spid="4"/>
                                        </p:tgtEl>
                                        <p:attrNameLst>
                                          <p:attrName>ppt_x</p:attrName>
                                          <p:attrName>ppt_y</p:attrName>
                                        </p:attrNameLst>
                                      </p:cBhvr>
                                      <p:rCtr x="20017" y="-36543"/>
                                    </p:animMotion>
                                  </p:childTnLst>
                                </p:cTn>
                              </p:par>
                            </p:childTnLst>
                          </p:cTn>
                        </p:par>
                      </p:childTnLst>
                    </p:cTn>
                  </p:par>
                  <p:par>
                    <p:cTn id="53" fill="hold">
                      <p:stCondLst>
                        <p:cond delay="indefinite"/>
                      </p:stCondLst>
                      <p:childTnLst>
                        <p:par>
                          <p:cTn id="54" fill="hold">
                            <p:stCondLst>
                              <p:cond delay="0"/>
                            </p:stCondLst>
                            <p:childTnLst>
                              <p:par>
                                <p:cTn id="55" presetID="10" presetClass="exit" presetSubtype="0" fill="hold" grpId="3" nodeType="clickEffect">
                                  <p:stCondLst>
                                    <p:cond delay="0"/>
                                  </p:stCondLst>
                                  <p:childTnLst>
                                    <p:animEffect transition="out" filter="fade">
                                      <p:cBhvr>
                                        <p:cTn id="56" dur="500"/>
                                        <p:tgtEl>
                                          <p:spTgt spid="4"/>
                                        </p:tgtEl>
                                      </p:cBhvr>
                                    </p:animEffect>
                                    <p:set>
                                      <p:cBhvr>
                                        <p:cTn id="57" dur="1" fill="hold">
                                          <p:stCondLst>
                                            <p:cond delay="499"/>
                                          </p:stCondLst>
                                        </p:cTn>
                                        <p:tgtEl>
                                          <p:spTgt spid="4"/>
                                        </p:tgtEl>
                                        <p:attrNameLst>
                                          <p:attrName>style.visibility</p:attrName>
                                        </p:attrNameLst>
                                      </p:cBhvr>
                                      <p:to>
                                        <p:strVal val="hidden"/>
                                      </p:to>
                                    </p:set>
                                  </p:childTnLst>
                                </p:cTn>
                              </p:par>
                              <p:par>
                                <p:cTn id="58" presetID="10" presetClass="entr" presetSubtype="0" fill="hold" grpId="0" nodeType="withEffect">
                                  <p:stCondLst>
                                    <p:cond delay="0"/>
                                  </p:stCondLst>
                                  <p:childTnLst>
                                    <p:set>
                                      <p:cBhvr>
                                        <p:cTn id="59" dur="1" fill="hold">
                                          <p:stCondLst>
                                            <p:cond delay="0"/>
                                          </p:stCondLst>
                                        </p:cTn>
                                        <p:tgtEl>
                                          <p:spTgt spid="33"/>
                                        </p:tgtEl>
                                        <p:attrNameLst>
                                          <p:attrName>style.visibility</p:attrName>
                                        </p:attrNameLst>
                                      </p:cBhvr>
                                      <p:to>
                                        <p:strVal val="visible"/>
                                      </p:to>
                                    </p:set>
                                    <p:animEffect transition="in" filter="fade">
                                      <p:cBhvr>
                                        <p:cTn id="60" dur="500"/>
                                        <p:tgtEl>
                                          <p:spTgt spid="33"/>
                                        </p:tgtEl>
                                      </p:cBhvr>
                                    </p:animEffect>
                                  </p:childTnLst>
                                </p:cTn>
                              </p:par>
                            </p:childTnLst>
                          </p:cTn>
                        </p:par>
                      </p:childTnLst>
                    </p:cTn>
                  </p:par>
                  <p:par>
                    <p:cTn id="61" fill="hold">
                      <p:stCondLst>
                        <p:cond delay="indefinite"/>
                      </p:stCondLst>
                      <p:childTnLst>
                        <p:par>
                          <p:cTn id="62" fill="hold">
                            <p:stCondLst>
                              <p:cond delay="0"/>
                            </p:stCondLst>
                            <p:childTnLst>
                              <p:par>
                                <p:cTn id="63" presetID="2" presetClass="exit" presetSubtype="8" fill="hold" grpId="1" nodeType="clickEffect">
                                  <p:stCondLst>
                                    <p:cond delay="0"/>
                                  </p:stCondLst>
                                  <p:childTnLst>
                                    <p:anim calcmode="lin" valueType="num">
                                      <p:cBhvr additive="base">
                                        <p:cTn id="64" dur="500"/>
                                        <p:tgtEl>
                                          <p:spTgt spid="6"/>
                                        </p:tgtEl>
                                        <p:attrNameLst>
                                          <p:attrName>ppt_x</p:attrName>
                                        </p:attrNameLst>
                                      </p:cBhvr>
                                      <p:tavLst>
                                        <p:tav tm="0">
                                          <p:val>
                                            <p:strVal val="ppt_x"/>
                                          </p:val>
                                        </p:tav>
                                        <p:tav tm="100000">
                                          <p:val>
                                            <p:strVal val="0-ppt_w/2"/>
                                          </p:val>
                                        </p:tav>
                                      </p:tavLst>
                                    </p:anim>
                                    <p:anim calcmode="lin" valueType="num">
                                      <p:cBhvr additive="base">
                                        <p:cTn id="65" dur="500"/>
                                        <p:tgtEl>
                                          <p:spTgt spid="6"/>
                                        </p:tgtEl>
                                        <p:attrNameLst>
                                          <p:attrName>ppt_y</p:attrName>
                                        </p:attrNameLst>
                                      </p:cBhvr>
                                      <p:tavLst>
                                        <p:tav tm="0">
                                          <p:val>
                                            <p:strVal val="ppt_y"/>
                                          </p:val>
                                        </p:tav>
                                        <p:tav tm="100000">
                                          <p:val>
                                            <p:strVal val="ppt_y"/>
                                          </p:val>
                                        </p:tav>
                                      </p:tavLst>
                                    </p:anim>
                                    <p:set>
                                      <p:cBhvr>
                                        <p:cTn id="66" dur="1" fill="hold">
                                          <p:stCondLst>
                                            <p:cond delay="499"/>
                                          </p:stCondLst>
                                        </p:cTn>
                                        <p:tgtEl>
                                          <p:spTgt spid="6"/>
                                        </p:tgtEl>
                                        <p:attrNameLst>
                                          <p:attrName>style.visibility</p:attrName>
                                        </p:attrNameLst>
                                      </p:cBhvr>
                                      <p:to>
                                        <p:strVal val="hidden"/>
                                      </p:to>
                                    </p:set>
                                  </p:childTnLst>
                                </p:cTn>
                              </p:par>
                              <p:par>
                                <p:cTn id="67" presetID="2" presetClass="exit" presetSubtype="8" fill="hold" grpId="1" nodeType="withEffect">
                                  <p:stCondLst>
                                    <p:cond delay="0"/>
                                  </p:stCondLst>
                                  <p:childTnLst>
                                    <p:anim calcmode="lin" valueType="num">
                                      <p:cBhvr additive="base">
                                        <p:cTn id="68" dur="500"/>
                                        <p:tgtEl>
                                          <p:spTgt spid="7"/>
                                        </p:tgtEl>
                                        <p:attrNameLst>
                                          <p:attrName>ppt_x</p:attrName>
                                        </p:attrNameLst>
                                      </p:cBhvr>
                                      <p:tavLst>
                                        <p:tav tm="0">
                                          <p:val>
                                            <p:strVal val="ppt_x"/>
                                          </p:val>
                                        </p:tav>
                                        <p:tav tm="100000">
                                          <p:val>
                                            <p:strVal val="0-ppt_w/2"/>
                                          </p:val>
                                        </p:tav>
                                      </p:tavLst>
                                    </p:anim>
                                    <p:anim calcmode="lin" valueType="num">
                                      <p:cBhvr additive="base">
                                        <p:cTn id="69" dur="500"/>
                                        <p:tgtEl>
                                          <p:spTgt spid="7"/>
                                        </p:tgtEl>
                                        <p:attrNameLst>
                                          <p:attrName>ppt_y</p:attrName>
                                        </p:attrNameLst>
                                      </p:cBhvr>
                                      <p:tavLst>
                                        <p:tav tm="0">
                                          <p:val>
                                            <p:strVal val="ppt_y"/>
                                          </p:val>
                                        </p:tav>
                                        <p:tav tm="100000">
                                          <p:val>
                                            <p:strVal val="ppt_y"/>
                                          </p:val>
                                        </p:tav>
                                      </p:tavLst>
                                    </p:anim>
                                    <p:set>
                                      <p:cBhvr>
                                        <p:cTn id="70" dur="1" fill="hold">
                                          <p:stCondLst>
                                            <p:cond delay="499"/>
                                          </p:stCondLst>
                                        </p:cTn>
                                        <p:tgtEl>
                                          <p:spTgt spid="7"/>
                                        </p:tgtEl>
                                        <p:attrNameLst>
                                          <p:attrName>style.visibility</p:attrName>
                                        </p:attrNameLst>
                                      </p:cBhvr>
                                      <p:to>
                                        <p:strVal val="hidden"/>
                                      </p:to>
                                    </p:set>
                                  </p:childTnLst>
                                </p:cTn>
                              </p:par>
                              <p:par>
                                <p:cTn id="71" presetID="2" presetClass="exit" presetSubtype="8" fill="hold" grpId="1" nodeType="withEffect">
                                  <p:stCondLst>
                                    <p:cond delay="0"/>
                                  </p:stCondLst>
                                  <p:childTnLst>
                                    <p:anim calcmode="lin" valueType="num">
                                      <p:cBhvr additive="base">
                                        <p:cTn id="72" dur="500"/>
                                        <p:tgtEl>
                                          <p:spTgt spid="8"/>
                                        </p:tgtEl>
                                        <p:attrNameLst>
                                          <p:attrName>ppt_x</p:attrName>
                                        </p:attrNameLst>
                                      </p:cBhvr>
                                      <p:tavLst>
                                        <p:tav tm="0">
                                          <p:val>
                                            <p:strVal val="ppt_x"/>
                                          </p:val>
                                        </p:tav>
                                        <p:tav tm="100000">
                                          <p:val>
                                            <p:strVal val="0-ppt_w/2"/>
                                          </p:val>
                                        </p:tav>
                                      </p:tavLst>
                                    </p:anim>
                                    <p:anim calcmode="lin" valueType="num">
                                      <p:cBhvr additive="base">
                                        <p:cTn id="73" dur="500"/>
                                        <p:tgtEl>
                                          <p:spTgt spid="8"/>
                                        </p:tgtEl>
                                        <p:attrNameLst>
                                          <p:attrName>ppt_y</p:attrName>
                                        </p:attrNameLst>
                                      </p:cBhvr>
                                      <p:tavLst>
                                        <p:tav tm="0">
                                          <p:val>
                                            <p:strVal val="ppt_y"/>
                                          </p:val>
                                        </p:tav>
                                        <p:tav tm="100000">
                                          <p:val>
                                            <p:strVal val="ppt_y"/>
                                          </p:val>
                                        </p:tav>
                                      </p:tavLst>
                                    </p:anim>
                                    <p:set>
                                      <p:cBhvr>
                                        <p:cTn id="74" dur="1" fill="hold">
                                          <p:stCondLst>
                                            <p:cond delay="499"/>
                                          </p:stCondLst>
                                        </p:cTn>
                                        <p:tgtEl>
                                          <p:spTgt spid="8"/>
                                        </p:tgtEl>
                                        <p:attrNameLst>
                                          <p:attrName>style.visibility</p:attrName>
                                        </p:attrNameLst>
                                      </p:cBhvr>
                                      <p:to>
                                        <p:strVal val="hidden"/>
                                      </p:to>
                                    </p:set>
                                  </p:childTnLst>
                                </p:cTn>
                              </p:par>
                              <p:par>
                                <p:cTn id="75" presetID="2" presetClass="exit" presetSubtype="8" fill="hold" grpId="1" nodeType="withEffect">
                                  <p:stCondLst>
                                    <p:cond delay="0"/>
                                  </p:stCondLst>
                                  <p:childTnLst>
                                    <p:anim calcmode="lin" valueType="num">
                                      <p:cBhvr additive="base">
                                        <p:cTn id="76" dur="500"/>
                                        <p:tgtEl>
                                          <p:spTgt spid="9"/>
                                        </p:tgtEl>
                                        <p:attrNameLst>
                                          <p:attrName>ppt_x</p:attrName>
                                        </p:attrNameLst>
                                      </p:cBhvr>
                                      <p:tavLst>
                                        <p:tav tm="0">
                                          <p:val>
                                            <p:strVal val="ppt_x"/>
                                          </p:val>
                                        </p:tav>
                                        <p:tav tm="100000">
                                          <p:val>
                                            <p:strVal val="0-ppt_w/2"/>
                                          </p:val>
                                        </p:tav>
                                      </p:tavLst>
                                    </p:anim>
                                    <p:anim calcmode="lin" valueType="num">
                                      <p:cBhvr additive="base">
                                        <p:cTn id="77" dur="500"/>
                                        <p:tgtEl>
                                          <p:spTgt spid="9"/>
                                        </p:tgtEl>
                                        <p:attrNameLst>
                                          <p:attrName>ppt_y</p:attrName>
                                        </p:attrNameLst>
                                      </p:cBhvr>
                                      <p:tavLst>
                                        <p:tav tm="0">
                                          <p:val>
                                            <p:strVal val="ppt_y"/>
                                          </p:val>
                                        </p:tav>
                                        <p:tav tm="100000">
                                          <p:val>
                                            <p:strVal val="ppt_y"/>
                                          </p:val>
                                        </p:tav>
                                      </p:tavLst>
                                    </p:anim>
                                    <p:set>
                                      <p:cBhvr>
                                        <p:cTn id="78" dur="1" fill="hold">
                                          <p:stCondLst>
                                            <p:cond delay="499"/>
                                          </p:stCondLst>
                                        </p:cTn>
                                        <p:tgtEl>
                                          <p:spTgt spid="9"/>
                                        </p:tgtEl>
                                        <p:attrNameLst>
                                          <p:attrName>style.visibility</p:attrName>
                                        </p:attrNameLst>
                                      </p:cBhvr>
                                      <p:to>
                                        <p:strVal val="hidden"/>
                                      </p:to>
                                    </p:set>
                                  </p:childTnLst>
                                </p:cTn>
                              </p:par>
                              <p:par>
                                <p:cTn id="79" presetID="2" presetClass="exit" presetSubtype="8" fill="hold" grpId="1" nodeType="withEffect">
                                  <p:stCondLst>
                                    <p:cond delay="0"/>
                                  </p:stCondLst>
                                  <p:childTnLst>
                                    <p:anim calcmode="lin" valueType="num">
                                      <p:cBhvr additive="base">
                                        <p:cTn id="80" dur="500"/>
                                        <p:tgtEl>
                                          <p:spTgt spid="10"/>
                                        </p:tgtEl>
                                        <p:attrNameLst>
                                          <p:attrName>ppt_x</p:attrName>
                                        </p:attrNameLst>
                                      </p:cBhvr>
                                      <p:tavLst>
                                        <p:tav tm="0">
                                          <p:val>
                                            <p:strVal val="ppt_x"/>
                                          </p:val>
                                        </p:tav>
                                        <p:tav tm="100000">
                                          <p:val>
                                            <p:strVal val="0-ppt_w/2"/>
                                          </p:val>
                                        </p:tav>
                                      </p:tavLst>
                                    </p:anim>
                                    <p:anim calcmode="lin" valueType="num">
                                      <p:cBhvr additive="base">
                                        <p:cTn id="81" dur="500"/>
                                        <p:tgtEl>
                                          <p:spTgt spid="10"/>
                                        </p:tgtEl>
                                        <p:attrNameLst>
                                          <p:attrName>ppt_y</p:attrName>
                                        </p:attrNameLst>
                                      </p:cBhvr>
                                      <p:tavLst>
                                        <p:tav tm="0">
                                          <p:val>
                                            <p:strVal val="ppt_y"/>
                                          </p:val>
                                        </p:tav>
                                        <p:tav tm="100000">
                                          <p:val>
                                            <p:strVal val="ppt_y"/>
                                          </p:val>
                                        </p:tav>
                                      </p:tavLst>
                                    </p:anim>
                                    <p:set>
                                      <p:cBhvr>
                                        <p:cTn id="82" dur="1" fill="hold">
                                          <p:stCondLst>
                                            <p:cond delay="499"/>
                                          </p:stCondLst>
                                        </p:cTn>
                                        <p:tgtEl>
                                          <p:spTgt spid="10"/>
                                        </p:tgtEl>
                                        <p:attrNameLst>
                                          <p:attrName>style.visibility</p:attrName>
                                        </p:attrNameLst>
                                      </p:cBhvr>
                                      <p:to>
                                        <p:strVal val="hidden"/>
                                      </p:to>
                                    </p:set>
                                  </p:childTnLst>
                                </p:cTn>
                              </p:par>
                              <p:par>
                                <p:cTn id="83" presetID="2" presetClass="exit" presetSubtype="8" fill="hold" grpId="1" nodeType="withEffect">
                                  <p:stCondLst>
                                    <p:cond delay="0"/>
                                  </p:stCondLst>
                                  <p:childTnLst>
                                    <p:anim calcmode="lin" valueType="num">
                                      <p:cBhvr additive="base">
                                        <p:cTn id="84" dur="500"/>
                                        <p:tgtEl>
                                          <p:spTgt spid="11"/>
                                        </p:tgtEl>
                                        <p:attrNameLst>
                                          <p:attrName>ppt_x</p:attrName>
                                        </p:attrNameLst>
                                      </p:cBhvr>
                                      <p:tavLst>
                                        <p:tav tm="0">
                                          <p:val>
                                            <p:strVal val="ppt_x"/>
                                          </p:val>
                                        </p:tav>
                                        <p:tav tm="100000">
                                          <p:val>
                                            <p:strVal val="0-ppt_w/2"/>
                                          </p:val>
                                        </p:tav>
                                      </p:tavLst>
                                    </p:anim>
                                    <p:anim calcmode="lin" valueType="num">
                                      <p:cBhvr additive="base">
                                        <p:cTn id="85" dur="500"/>
                                        <p:tgtEl>
                                          <p:spTgt spid="11"/>
                                        </p:tgtEl>
                                        <p:attrNameLst>
                                          <p:attrName>ppt_y</p:attrName>
                                        </p:attrNameLst>
                                      </p:cBhvr>
                                      <p:tavLst>
                                        <p:tav tm="0">
                                          <p:val>
                                            <p:strVal val="ppt_y"/>
                                          </p:val>
                                        </p:tav>
                                        <p:tav tm="100000">
                                          <p:val>
                                            <p:strVal val="ppt_y"/>
                                          </p:val>
                                        </p:tav>
                                      </p:tavLst>
                                    </p:anim>
                                    <p:set>
                                      <p:cBhvr>
                                        <p:cTn id="86" dur="1" fill="hold">
                                          <p:stCondLst>
                                            <p:cond delay="499"/>
                                          </p:stCondLst>
                                        </p:cTn>
                                        <p:tgtEl>
                                          <p:spTgt spid="11"/>
                                        </p:tgtEl>
                                        <p:attrNameLst>
                                          <p:attrName>style.visibility</p:attrName>
                                        </p:attrNameLst>
                                      </p:cBhvr>
                                      <p:to>
                                        <p:strVal val="hidden"/>
                                      </p:to>
                                    </p:set>
                                  </p:childTnLst>
                                </p:cTn>
                              </p:par>
                              <p:par>
                                <p:cTn id="87" presetID="2" presetClass="exit" presetSubtype="8" fill="hold" grpId="1" nodeType="withEffect">
                                  <p:stCondLst>
                                    <p:cond delay="0"/>
                                  </p:stCondLst>
                                  <p:childTnLst>
                                    <p:anim calcmode="lin" valueType="num">
                                      <p:cBhvr additive="base">
                                        <p:cTn id="88" dur="500"/>
                                        <p:tgtEl>
                                          <p:spTgt spid="35"/>
                                        </p:tgtEl>
                                        <p:attrNameLst>
                                          <p:attrName>ppt_x</p:attrName>
                                        </p:attrNameLst>
                                      </p:cBhvr>
                                      <p:tavLst>
                                        <p:tav tm="0">
                                          <p:val>
                                            <p:strVal val="ppt_x"/>
                                          </p:val>
                                        </p:tav>
                                        <p:tav tm="100000">
                                          <p:val>
                                            <p:strVal val="0-ppt_w/2"/>
                                          </p:val>
                                        </p:tav>
                                      </p:tavLst>
                                    </p:anim>
                                    <p:anim calcmode="lin" valueType="num">
                                      <p:cBhvr additive="base">
                                        <p:cTn id="89" dur="500"/>
                                        <p:tgtEl>
                                          <p:spTgt spid="35"/>
                                        </p:tgtEl>
                                        <p:attrNameLst>
                                          <p:attrName>ppt_y</p:attrName>
                                        </p:attrNameLst>
                                      </p:cBhvr>
                                      <p:tavLst>
                                        <p:tav tm="0">
                                          <p:val>
                                            <p:strVal val="ppt_y"/>
                                          </p:val>
                                        </p:tav>
                                        <p:tav tm="100000">
                                          <p:val>
                                            <p:strVal val="ppt_y"/>
                                          </p:val>
                                        </p:tav>
                                      </p:tavLst>
                                    </p:anim>
                                    <p:set>
                                      <p:cBhvr>
                                        <p:cTn id="90" dur="1" fill="hold">
                                          <p:stCondLst>
                                            <p:cond delay="499"/>
                                          </p:stCondLst>
                                        </p:cTn>
                                        <p:tgtEl>
                                          <p:spTgt spid="35"/>
                                        </p:tgtEl>
                                        <p:attrNameLst>
                                          <p:attrName>style.visibility</p:attrName>
                                        </p:attrNameLst>
                                      </p:cBhvr>
                                      <p:to>
                                        <p:strVal val="hidden"/>
                                      </p:to>
                                    </p:set>
                                  </p:childTnLst>
                                </p:cTn>
                              </p:par>
                              <p:par>
                                <p:cTn id="91" presetID="2" presetClass="exit" presetSubtype="8" fill="hold" grpId="1" nodeType="withEffect">
                                  <p:stCondLst>
                                    <p:cond delay="0"/>
                                  </p:stCondLst>
                                  <p:childTnLst>
                                    <p:anim calcmode="lin" valueType="num">
                                      <p:cBhvr additive="base">
                                        <p:cTn id="92" dur="500"/>
                                        <p:tgtEl>
                                          <p:spTgt spid="13"/>
                                        </p:tgtEl>
                                        <p:attrNameLst>
                                          <p:attrName>ppt_x</p:attrName>
                                        </p:attrNameLst>
                                      </p:cBhvr>
                                      <p:tavLst>
                                        <p:tav tm="0">
                                          <p:val>
                                            <p:strVal val="ppt_x"/>
                                          </p:val>
                                        </p:tav>
                                        <p:tav tm="100000">
                                          <p:val>
                                            <p:strVal val="0-ppt_w/2"/>
                                          </p:val>
                                        </p:tav>
                                      </p:tavLst>
                                    </p:anim>
                                    <p:anim calcmode="lin" valueType="num">
                                      <p:cBhvr additive="base">
                                        <p:cTn id="93" dur="500"/>
                                        <p:tgtEl>
                                          <p:spTgt spid="13"/>
                                        </p:tgtEl>
                                        <p:attrNameLst>
                                          <p:attrName>ppt_y</p:attrName>
                                        </p:attrNameLst>
                                      </p:cBhvr>
                                      <p:tavLst>
                                        <p:tav tm="0">
                                          <p:val>
                                            <p:strVal val="ppt_y"/>
                                          </p:val>
                                        </p:tav>
                                        <p:tav tm="100000">
                                          <p:val>
                                            <p:strVal val="ppt_y"/>
                                          </p:val>
                                        </p:tav>
                                      </p:tavLst>
                                    </p:anim>
                                    <p:set>
                                      <p:cBhvr>
                                        <p:cTn id="94" dur="1" fill="hold">
                                          <p:stCondLst>
                                            <p:cond delay="499"/>
                                          </p:stCondLst>
                                        </p:cTn>
                                        <p:tgtEl>
                                          <p:spTgt spid="13"/>
                                        </p:tgtEl>
                                        <p:attrNameLst>
                                          <p:attrName>style.visibility</p:attrName>
                                        </p:attrNameLst>
                                      </p:cBhvr>
                                      <p:to>
                                        <p:strVal val="hidden"/>
                                      </p:to>
                                    </p:set>
                                  </p:childTnLst>
                                </p:cTn>
                              </p:par>
                              <p:par>
                                <p:cTn id="95" presetID="2" presetClass="exit" presetSubtype="8" fill="hold" grpId="1" nodeType="withEffect">
                                  <p:stCondLst>
                                    <p:cond delay="0"/>
                                  </p:stCondLst>
                                  <p:childTnLst>
                                    <p:anim calcmode="lin" valueType="num">
                                      <p:cBhvr additive="base">
                                        <p:cTn id="96" dur="500"/>
                                        <p:tgtEl>
                                          <p:spTgt spid="3"/>
                                        </p:tgtEl>
                                        <p:attrNameLst>
                                          <p:attrName>ppt_x</p:attrName>
                                        </p:attrNameLst>
                                      </p:cBhvr>
                                      <p:tavLst>
                                        <p:tav tm="0">
                                          <p:val>
                                            <p:strVal val="ppt_x"/>
                                          </p:val>
                                        </p:tav>
                                        <p:tav tm="100000">
                                          <p:val>
                                            <p:strVal val="0-ppt_w/2"/>
                                          </p:val>
                                        </p:tav>
                                      </p:tavLst>
                                    </p:anim>
                                    <p:anim calcmode="lin" valueType="num">
                                      <p:cBhvr additive="base">
                                        <p:cTn id="97" dur="500"/>
                                        <p:tgtEl>
                                          <p:spTgt spid="3"/>
                                        </p:tgtEl>
                                        <p:attrNameLst>
                                          <p:attrName>ppt_y</p:attrName>
                                        </p:attrNameLst>
                                      </p:cBhvr>
                                      <p:tavLst>
                                        <p:tav tm="0">
                                          <p:val>
                                            <p:strVal val="ppt_y"/>
                                          </p:val>
                                        </p:tav>
                                        <p:tav tm="100000">
                                          <p:val>
                                            <p:strVal val="ppt_y"/>
                                          </p:val>
                                        </p:tav>
                                      </p:tavLst>
                                    </p:anim>
                                    <p:set>
                                      <p:cBhvr>
                                        <p:cTn id="98" dur="1" fill="hold">
                                          <p:stCondLst>
                                            <p:cond delay="499"/>
                                          </p:stCondLst>
                                        </p:cTn>
                                        <p:tgtEl>
                                          <p:spTgt spid="3"/>
                                        </p:tgtEl>
                                        <p:attrNameLst>
                                          <p:attrName>style.visibility</p:attrName>
                                        </p:attrNameLst>
                                      </p:cBhvr>
                                      <p:to>
                                        <p:strVal val="hidden"/>
                                      </p:to>
                                    </p:set>
                                  </p:childTnLst>
                                </p:cTn>
                              </p:par>
                              <p:par>
                                <p:cTn id="99" presetID="2" presetClass="exit" presetSubtype="8" fill="hold" grpId="1" nodeType="withEffect">
                                  <p:stCondLst>
                                    <p:cond delay="0"/>
                                  </p:stCondLst>
                                  <p:childTnLst>
                                    <p:anim calcmode="lin" valueType="num">
                                      <p:cBhvr additive="base">
                                        <p:cTn id="100" dur="500"/>
                                        <p:tgtEl>
                                          <p:spTgt spid="4"/>
                                        </p:tgtEl>
                                        <p:attrNameLst>
                                          <p:attrName>ppt_x</p:attrName>
                                        </p:attrNameLst>
                                      </p:cBhvr>
                                      <p:tavLst>
                                        <p:tav tm="0">
                                          <p:val>
                                            <p:strVal val="ppt_x"/>
                                          </p:val>
                                        </p:tav>
                                        <p:tav tm="100000">
                                          <p:val>
                                            <p:strVal val="0-ppt_w/2"/>
                                          </p:val>
                                        </p:tav>
                                      </p:tavLst>
                                    </p:anim>
                                    <p:anim calcmode="lin" valueType="num">
                                      <p:cBhvr additive="base">
                                        <p:cTn id="101" dur="500"/>
                                        <p:tgtEl>
                                          <p:spTgt spid="4"/>
                                        </p:tgtEl>
                                        <p:attrNameLst>
                                          <p:attrName>ppt_y</p:attrName>
                                        </p:attrNameLst>
                                      </p:cBhvr>
                                      <p:tavLst>
                                        <p:tav tm="0">
                                          <p:val>
                                            <p:strVal val="ppt_y"/>
                                          </p:val>
                                        </p:tav>
                                        <p:tav tm="100000">
                                          <p:val>
                                            <p:strVal val="ppt_y"/>
                                          </p:val>
                                        </p:tav>
                                      </p:tavLst>
                                    </p:anim>
                                    <p:set>
                                      <p:cBhvr>
                                        <p:cTn id="102" dur="1" fill="hold">
                                          <p:stCondLst>
                                            <p:cond delay="499"/>
                                          </p:stCondLst>
                                        </p:cTn>
                                        <p:tgtEl>
                                          <p:spTgt spid="4"/>
                                        </p:tgtEl>
                                        <p:attrNameLst>
                                          <p:attrName>style.visibility</p:attrName>
                                        </p:attrNameLst>
                                      </p:cBhvr>
                                      <p:to>
                                        <p:strVal val="hidden"/>
                                      </p:to>
                                    </p:set>
                                  </p:childTnLst>
                                </p:cTn>
                              </p:par>
                              <p:par>
                                <p:cTn id="103" presetID="2" presetClass="exit" presetSubtype="8" fill="hold" grpId="1" nodeType="withEffect">
                                  <p:stCondLst>
                                    <p:cond delay="0"/>
                                  </p:stCondLst>
                                  <p:childTnLst>
                                    <p:anim calcmode="lin" valueType="num">
                                      <p:cBhvr additive="base">
                                        <p:cTn id="104" dur="500"/>
                                        <p:tgtEl>
                                          <p:spTgt spid="12"/>
                                        </p:tgtEl>
                                        <p:attrNameLst>
                                          <p:attrName>ppt_x</p:attrName>
                                        </p:attrNameLst>
                                      </p:cBhvr>
                                      <p:tavLst>
                                        <p:tav tm="0">
                                          <p:val>
                                            <p:strVal val="ppt_x"/>
                                          </p:val>
                                        </p:tav>
                                        <p:tav tm="100000">
                                          <p:val>
                                            <p:strVal val="0-ppt_w/2"/>
                                          </p:val>
                                        </p:tav>
                                      </p:tavLst>
                                    </p:anim>
                                    <p:anim calcmode="lin" valueType="num">
                                      <p:cBhvr additive="base">
                                        <p:cTn id="105" dur="500"/>
                                        <p:tgtEl>
                                          <p:spTgt spid="12"/>
                                        </p:tgtEl>
                                        <p:attrNameLst>
                                          <p:attrName>ppt_y</p:attrName>
                                        </p:attrNameLst>
                                      </p:cBhvr>
                                      <p:tavLst>
                                        <p:tav tm="0">
                                          <p:val>
                                            <p:strVal val="ppt_y"/>
                                          </p:val>
                                        </p:tav>
                                        <p:tav tm="100000">
                                          <p:val>
                                            <p:strVal val="ppt_y"/>
                                          </p:val>
                                        </p:tav>
                                      </p:tavLst>
                                    </p:anim>
                                    <p:set>
                                      <p:cBhvr>
                                        <p:cTn id="106" dur="1" fill="hold">
                                          <p:stCondLst>
                                            <p:cond delay="499"/>
                                          </p:stCondLst>
                                        </p:cTn>
                                        <p:tgtEl>
                                          <p:spTgt spid="12"/>
                                        </p:tgtEl>
                                        <p:attrNameLst>
                                          <p:attrName>style.visibility</p:attrName>
                                        </p:attrNameLst>
                                      </p:cBhvr>
                                      <p:to>
                                        <p:strVal val="hidden"/>
                                      </p:to>
                                    </p:set>
                                  </p:childTnLst>
                                </p:cTn>
                              </p:par>
                            </p:childTnLst>
                          </p:cTn>
                        </p:par>
                      </p:childTnLst>
                    </p:cTn>
                  </p:par>
                  <p:par>
                    <p:cTn id="107" fill="hold">
                      <p:stCondLst>
                        <p:cond delay="indefinite"/>
                      </p:stCondLst>
                      <p:childTnLst>
                        <p:par>
                          <p:cTn id="108" fill="hold">
                            <p:stCondLst>
                              <p:cond delay="0"/>
                            </p:stCondLst>
                            <p:childTnLst>
                              <p:par>
                                <p:cTn id="109" presetID="42" presetClass="entr" presetSubtype="0" fill="hold" nodeType="clickEffect">
                                  <p:stCondLst>
                                    <p:cond delay="0"/>
                                  </p:stCondLst>
                                  <p:childTnLst>
                                    <p:set>
                                      <p:cBhvr>
                                        <p:cTn id="110" dur="1" fill="hold">
                                          <p:stCondLst>
                                            <p:cond delay="0"/>
                                          </p:stCondLst>
                                        </p:cTn>
                                        <p:tgtEl>
                                          <p:spTgt spid="14"/>
                                        </p:tgtEl>
                                        <p:attrNameLst>
                                          <p:attrName>style.visibility</p:attrName>
                                        </p:attrNameLst>
                                      </p:cBhvr>
                                      <p:to>
                                        <p:strVal val="visible"/>
                                      </p:to>
                                    </p:set>
                                    <p:animEffect transition="in" filter="fade">
                                      <p:cBhvr>
                                        <p:cTn id="111" dur="1000"/>
                                        <p:tgtEl>
                                          <p:spTgt spid="14"/>
                                        </p:tgtEl>
                                      </p:cBhvr>
                                    </p:animEffect>
                                    <p:anim calcmode="lin" valueType="num">
                                      <p:cBhvr>
                                        <p:cTn id="112" dur="1000" fill="hold"/>
                                        <p:tgtEl>
                                          <p:spTgt spid="14"/>
                                        </p:tgtEl>
                                        <p:attrNameLst>
                                          <p:attrName>ppt_x</p:attrName>
                                        </p:attrNameLst>
                                      </p:cBhvr>
                                      <p:tavLst>
                                        <p:tav tm="0">
                                          <p:val>
                                            <p:strVal val="#ppt_x"/>
                                          </p:val>
                                        </p:tav>
                                        <p:tav tm="100000">
                                          <p:val>
                                            <p:strVal val="#ppt_x"/>
                                          </p:val>
                                        </p:tav>
                                      </p:tavLst>
                                    </p:anim>
                                    <p:anim calcmode="lin" valueType="num">
                                      <p:cBhvr>
                                        <p:cTn id="113" dur="1000" fill="hold"/>
                                        <p:tgtEl>
                                          <p:spTgt spid="14"/>
                                        </p:tgtEl>
                                        <p:attrNameLst>
                                          <p:attrName>ppt_y</p:attrName>
                                        </p:attrNameLst>
                                      </p:cBhvr>
                                      <p:tavLst>
                                        <p:tav tm="0">
                                          <p:val>
                                            <p:strVal val="#ppt_y+.1"/>
                                          </p:val>
                                        </p:tav>
                                        <p:tav tm="100000">
                                          <p:val>
                                            <p:strVal val="#ppt_y"/>
                                          </p:val>
                                        </p:tav>
                                      </p:tavLst>
                                    </p:anim>
                                  </p:childTnLst>
                                </p:cTn>
                              </p:par>
                            </p:childTnLst>
                          </p:cTn>
                        </p:par>
                      </p:childTnLst>
                    </p:cTn>
                  </p:par>
                  <p:par>
                    <p:cTn id="114" fill="hold">
                      <p:stCondLst>
                        <p:cond delay="indefinite"/>
                      </p:stCondLst>
                      <p:childTnLst>
                        <p:par>
                          <p:cTn id="115" fill="hold">
                            <p:stCondLst>
                              <p:cond delay="0"/>
                            </p:stCondLst>
                            <p:childTnLst>
                              <p:par>
                                <p:cTn id="116" presetID="42" presetClass="entr" presetSubtype="0" fill="hold" nodeType="clickEffect">
                                  <p:stCondLst>
                                    <p:cond delay="0"/>
                                  </p:stCondLst>
                                  <p:childTnLst>
                                    <p:set>
                                      <p:cBhvr>
                                        <p:cTn id="117" dur="1" fill="hold">
                                          <p:stCondLst>
                                            <p:cond delay="0"/>
                                          </p:stCondLst>
                                        </p:cTn>
                                        <p:tgtEl>
                                          <p:spTgt spid="15"/>
                                        </p:tgtEl>
                                        <p:attrNameLst>
                                          <p:attrName>style.visibility</p:attrName>
                                        </p:attrNameLst>
                                      </p:cBhvr>
                                      <p:to>
                                        <p:strVal val="visible"/>
                                      </p:to>
                                    </p:set>
                                    <p:animEffect transition="in" filter="fade">
                                      <p:cBhvr>
                                        <p:cTn id="118" dur="1000"/>
                                        <p:tgtEl>
                                          <p:spTgt spid="15"/>
                                        </p:tgtEl>
                                      </p:cBhvr>
                                    </p:animEffect>
                                    <p:anim calcmode="lin" valueType="num">
                                      <p:cBhvr>
                                        <p:cTn id="119" dur="1000" fill="hold"/>
                                        <p:tgtEl>
                                          <p:spTgt spid="15"/>
                                        </p:tgtEl>
                                        <p:attrNameLst>
                                          <p:attrName>ppt_x</p:attrName>
                                        </p:attrNameLst>
                                      </p:cBhvr>
                                      <p:tavLst>
                                        <p:tav tm="0">
                                          <p:val>
                                            <p:strVal val="#ppt_x"/>
                                          </p:val>
                                        </p:tav>
                                        <p:tav tm="100000">
                                          <p:val>
                                            <p:strVal val="#ppt_x"/>
                                          </p:val>
                                        </p:tav>
                                      </p:tavLst>
                                    </p:anim>
                                    <p:anim calcmode="lin" valueType="num">
                                      <p:cBhvr>
                                        <p:cTn id="120" dur="1000" fill="hold"/>
                                        <p:tgtEl>
                                          <p:spTgt spid="15"/>
                                        </p:tgtEl>
                                        <p:attrNameLst>
                                          <p:attrName>ppt_y</p:attrName>
                                        </p:attrNameLst>
                                      </p:cBhvr>
                                      <p:tavLst>
                                        <p:tav tm="0">
                                          <p:val>
                                            <p:strVal val="#ppt_y+.1"/>
                                          </p:val>
                                        </p:tav>
                                        <p:tav tm="100000">
                                          <p:val>
                                            <p:strVal val="#ppt_y"/>
                                          </p:val>
                                        </p:tav>
                                      </p:tavLst>
                                    </p:anim>
                                  </p:childTnLst>
                                </p:cTn>
                              </p:par>
                            </p:childTnLst>
                          </p:cTn>
                        </p:par>
                      </p:childTnLst>
                    </p:cTn>
                  </p:par>
                  <p:par>
                    <p:cTn id="121" fill="hold">
                      <p:stCondLst>
                        <p:cond delay="indefinite"/>
                      </p:stCondLst>
                      <p:childTnLst>
                        <p:par>
                          <p:cTn id="122" fill="hold">
                            <p:stCondLst>
                              <p:cond delay="0"/>
                            </p:stCondLst>
                            <p:childTnLst>
                              <p:par>
                                <p:cTn id="123" presetID="42" presetClass="entr" presetSubtype="0" fill="hold" grpId="0" nodeType="clickEffect">
                                  <p:stCondLst>
                                    <p:cond delay="0"/>
                                  </p:stCondLst>
                                  <p:childTnLst>
                                    <p:set>
                                      <p:cBhvr>
                                        <p:cTn id="124" dur="1" fill="hold">
                                          <p:stCondLst>
                                            <p:cond delay="0"/>
                                          </p:stCondLst>
                                        </p:cTn>
                                        <p:tgtEl>
                                          <p:spTgt spid="17"/>
                                        </p:tgtEl>
                                        <p:attrNameLst>
                                          <p:attrName>style.visibility</p:attrName>
                                        </p:attrNameLst>
                                      </p:cBhvr>
                                      <p:to>
                                        <p:strVal val="visible"/>
                                      </p:to>
                                    </p:set>
                                    <p:animEffect transition="in" filter="fade">
                                      <p:cBhvr>
                                        <p:cTn id="125" dur="1000"/>
                                        <p:tgtEl>
                                          <p:spTgt spid="17"/>
                                        </p:tgtEl>
                                      </p:cBhvr>
                                    </p:animEffect>
                                    <p:anim calcmode="lin" valueType="num">
                                      <p:cBhvr>
                                        <p:cTn id="126" dur="1000" fill="hold"/>
                                        <p:tgtEl>
                                          <p:spTgt spid="17"/>
                                        </p:tgtEl>
                                        <p:attrNameLst>
                                          <p:attrName>ppt_x</p:attrName>
                                        </p:attrNameLst>
                                      </p:cBhvr>
                                      <p:tavLst>
                                        <p:tav tm="0">
                                          <p:val>
                                            <p:strVal val="#ppt_x"/>
                                          </p:val>
                                        </p:tav>
                                        <p:tav tm="100000">
                                          <p:val>
                                            <p:strVal val="#ppt_x"/>
                                          </p:val>
                                        </p:tav>
                                      </p:tavLst>
                                    </p:anim>
                                    <p:anim calcmode="lin" valueType="num">
                                      <p:cBhvr>
                                        <p:cTn id="127" dur="1000" fill="hold"/>
                                        <p:tgtEl>
                                          <p:spTgt spid="17"/>
                                        </p:tgtEl>
                                        <p:attrNameLst>
                                          <p:attrName>ppt_y</p:attrName>
                                        </p:attrNameLst>
                                      </p:cBhvr>
                                      <p:tavLst>
                                        <p:tav tm="0">
                                          <p:val>
                                            <p:strVal val="#ppt_y+.1"/>
                                          </p:val>
                                        </p:tav>
                                        <p:tav tm="100000">
                                          <p:val>
                                            <p:strVal val="#ppt_y"/>
                                          </p:val>
                                        </p:tav>
                                      </p:tavLst>
                                    </p:anim>
                                  </p:childTnLst>
                                </p:cTn>
                              </p:par>
                            </p:childTnLst>
                          </p:cTn>
                        </p:par>
                      </p:childTnLst>
                    </p:cTn>
                  </p:par>
                  <p:par>
                    <p:cTn id="128" fill="hold">
                      <p:stCondLst>
                        <p:cond delay="indefinite"/>
                      </p:stCondLst>
                      <p:childTnLst>
                        <p:par>
                          <p:cTn id="129" fill="hold">
                            <p:stCondLst>
                              <p:cond delay="0"/>
                            </p:stCondLst>
                            <p:childTnLst>
                              <p:par>
                                <p:cTn id="130" presetID="42" presetClass="entr" presetSubtype="0" fill="hold" grpId="0" nodeType="clickEffect">
                                  <p:stCondLst>
                                    <p:cond delay="0"/>
                                  </p:stCondLst>
                                  <p:childTnLst>
                                    <p:set>
                                      <p:cBhvr>
                                        <p:cTn id="131" dur="1" fill="hold">
                                          <p:stCondLst>
                                            <p:cond delay="0"/>
                                          </p:stCondLst>
                                        </p:cTn>
                                        <p:tgtEl>
                                          <p:spTgt spid="19"/>
                                        </p:tgtEl>
                                        <p:attrNameLst>
                                          <p:attrName>style.visibility</p:attrName>
                                        </p:attrNameLst>
                                      </p:cBhvr>
                                      <p:to>
                                        <p:strVal val="visible"/>
                                      </p:to>
                                    </p:set>
                                    <p:animEffect transition="in" filter="fade">
                                      <p:cBhvr>
                                        <p:cTn id="132" dur="1000"/>
                                        <p:tgtEl>
                                          <p:spTgt spid="19"/>
                                        </p:tgtEl>
                                      </p:cBhvr>
                                    </p:animEffect>
                                    <p:anim calcmode="lin" valueType="num">
                                      <p:cBhvr>
                                        <p:cTn id="133" dur="1000" fill="hold"/>
                                        <p:tgtEl>
                                          <p:spTgt spid="19"/>
                                        </p:tgtEl>
                                        <p:attrNameLst>
                                          <p:attrName>ppt_x</p:attrName>
                                        </p:attrNameLst>
                                      </p:cBhvr>
                                      <p:tavLst>
                                        <p:tav tm="0">
                                          <p:val>
                                            <p:strVal val="#ppt_x"/>
                                          </p:val>
                                        </p:tav>
                                        <p:tav tm="100000">
                                          <p:val>
                                            <p:strVal val="#ppt_x"/>
                                          </p:val>
                                        </p:tav>
                                      </p:tavLst>
                                    </p:anim>
                                    <p:anim calcmode="lin" valueType="num">
                                      <p:cBhvr>
                                        <p:cTn id="134" dur="1000" fill="hold"/>
                                        <p:tgtEl>
                                          <p:spTgt spid="19"/>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6" grpId="1" animBg="1"/>
      <p:bldP spid="7" grpId="0" animBg="1"/>
      <p:bldP spid="7" grpId="1" animBg="1"/>
      <p:bldP spid="8" grpId="0" animBg="1"/>
      <p:bldP spid="8" grpId="1" animBg="1"/>
      <p:bldP spid="9" grpId="0" animBg="1"/>
      <p:bldP spid="9" grpId="1" animBg="1"/>
      <p:bldP spid="10" grpId="0" animBg="1"/>
      <p:bldP spid="10" grpId="1" animBg="1"/>
      <p:bldP spid="11" grpId="0" animBg="1"/>
      <p:bldP spid="11" grpId="1" animBg="1"/>
      <p:bldP spid="33" grpId="0"/>
      <p:bldP spid="35" grpId="0" animBg="1"/>
      <p:bldP spid="35" grpId="1" animBg="1"/>
      <p:bldP spid="13" grpId="0" animBg="1"/>
      <p:bldP spid="13" grpId="1" animBg="1"/>
      <p:bldP spid="3" grpId="0" animBg="1"/>
      <p:bldP spid="3" grpId="1" animBg="1"/>
      <p:bldP spid="4" grpId="0" animBg="1"/>
      <p:bldP spid="4" grpId="1" animBg="1"/>
      <p:bldP spid="4" grpId="2" animBg="1"/>
      <p:bldP spid="4" grpId="3" animBg="1"/>
      <p:bldP spid="12" grpId="0" animBg="1"/>
      <p:bldP spid="12" grpId="1" animBg="1"/>
      <p:bldP spid="17" grpId="0"/>
      <p:bldP spid="19"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4B1A19-1698-83F8-7459-CFC408AC14A8}"/>
            </a:ext>
          </a:extLst>
        </p:cNvPr>
        <p:cNvGrpSpPr/>
        <p:nvPr/>
      </p:nvGrpSpPr>
      <p:grpSpPr>
        <a:xfrm>
          <a:off x="0" y="0"/>
          <a:ext cx="0" cy="0"/>
          <a:chOff x="0" y="0"/>
          <a:chExt cx="0" cy="0"/>
        </a:xfrm>
      </p:grpSpPr>
      <p:sp>
        <p:nvSpPr>
          <p:cNvPr id="6" name="Rectangle 5">
            <a:extLst>
              <a:ext uri="{FF2B5EF4-FFF2-40B4-BE49-F238E27FC236}">
                <a16:creationId xmlns:a16="http://schemas.microsoft.com/office/drawing/2014/main" id="{FF576F47-39FF-1FCC-DFC3-FDD3AE332DA7}"/>
              </a:ext>
            </a:extLst>
          </p:cNvPr>
          <p:cNvSpPr/>
          <p:nvPr/>
        </p:nvSpPr>
        <p:spPr>
          <a:xfrm>
            <a:off x="-3" y="0"/>
            <a:ext cx="1814286" cy="5143500"/>
          </a:xfrm>
          <a:prstGeom prst="rect">
            <a:avLst/>
          </a:prstGeom>
          <a:ln>
            <a:solidFill>
              <a:schemeClr val="bg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 name="TextBox 6">
            <a:extLst>
              <a:ext uri="{FF2B5EF4-FFF2-40B4-BE49-F238E27FC236}">
                <a16:creationId xmlns:a16="http://schemas.microsoft.com/office/drawing/2014/main" id="{B2630D69-0124-1686-C444-38FA92F43CB0}"/>
              </a:ext>
            </a:extLst>
          </p:cNvPr>
          <p:cNvSpPr txBox="1"/>
          <p:nvPr/>
        </p:nvSpPr>
        <p:spPr>
          <a:xfrm>
            <a:off x="-1" y="140901"/>
            <a:ext cx="1814285" cy="276999"/>
          </a:xfrm>
          <a:prstGeom prst="rect">
            <a:avLst/>
          </a:prstGeom>
          <a:solidFill>
            <a:schemeClr val="bg2">
              <a:lumMod val="60000"/>
              <a:lumOff val="40000"/>
            </a:schemeClr>
          </a:solidFill>
        </p:spPr>
        <p:txBody>
          <a:bodyPr wrap="square" rtlCol="0">
            <a:spAutoFit/>
          </a:bodyPr>
          <a:lstStyle/>
          <a:p>
            <a:r>
              <a:rPr lang="en-GB" sz="1200" dirty="0"/>
              <a:t>INDEX:</a:t>
            </a:r>
          </a:p>
        </p:txBody>
      </p:sp>
      <p:sp>
        <p:nvSpPr>
          <p:cNvPr id="8" name="TextBox 7">
            <a:extLst>
              <a:ext uri="{FF2B5EF4-FFF2-40B4-BE49-F238E27FC236}">
                <a16:creationId xmlns:a16="http://schemas.microsoft.com/office/drawing/2014/main" id="{90903499-491A-40D8-A62C-78D3962AF0E7}"/>
              </a:ext>
            </a:extLst>
          </p:cNvPr>
          <p:cNvSpPr txBox="1"/>
          <p:nvPr/>
        </p:nvSpPr>
        <p:spPr>
          <a:xfrm>
            <a:off x="12697" y="3140863"/>
            <a:ext cx="1785600" cy="461665"/>
          </a:xfrm>
          <a:prstGeom prst="rect">
            <a:avLst/>
          </a:prstGeom>
          <a:solidFill>
            <a:schemeClr val="bg2">
              <a:lumMod val="20000"/>
              <a:lumOff val="80000"/>
            </a:schemeClr>
          </a:solidFill>
        </p:spPr>
        <p:txBody>
          <a:bodyPr wrap="square" rtlCol="0">
            <a:spAutoFit/>
          </a:bodyPr>
          <a:lstStyle/>
          <a:p>
            <a:r>
              <a:rPr lang="en-GB" sz="1200" dirty="0"/>
              <a:t>6) MITIGATION - </a:t>
            </a:r>
            <a:r>
              <a:rPr lang="en-GB" sz="1200" dirty="0" err="1"/>
              <a:t>QLoRA</a:t>
            </a:r>
            <a:endParaRPr lang="en-GB" sz="1200" dirty="0"/>
          </a:p>
        </p:txBody>
      </p:sp>
      <p:sp>
        <p:nvSpPr>
          <p:cNvPr id="9" name="TextBox 8">
            <a:extLst>
              <a:ext uri="{FF2B5EF4-FFF2-40B4-BE49-F238E27FC236}">
                <a16:creationId xmlns:a16="http://schemas.microsoft.com/office/drawing/2014/main" id="{0D829ACE-02CF-0E66-8FF2-A28C8A319B84}"/>
              </a:ext>
            </a:extLst>
          </p:cNvPr>
          <p:cNvSpPr txBox="1"/>
          <p:nvPr/>
        </p:nvSpPr>
        <p:spPr>
          <a:xfrm>
            <a:off x="19624" y="583449"/>
            <a:ext cx="1778400" cy="276999"/>
          </a:xfrm>
          <a:prstGeom prst="rect">
            <a:avLst/>
          </a:prstGeom>
          <a:solidFill>
            <a:schemeClr val="bg2">
              <a:lumMod val="20000"/>
              <a:lumOff val="80000"/>
            </a:schemeClr>
          </a:solidFill>
        </p:spPr>
        <p:txBody>
          <a:bodyPr wrap="square" rtlCol="0">
            <a:spAutoFit/>
          </a:bodyPr>
          <a:lstStyle/>
          <a:p>
            <a:r>
              <a:rPr lang="en-GB" sz="1200" dirty="0"/>
              <a:t>1) MOTIVATION</a:t>
            </a:r>
          </a:p>
        </p:txBody>
      </p:sp>
      <p:sp>
        <p:nvSpPr>
          <p:cNvPr id="10" name="TextBox 9">
            <a:extLst>
              <a:ext uri="{FF2B5EF4-FFF2-40B4-BE49-F238E27FC236}">
                <a16:creationId xmlns:a16="http://schemas.microsoft.com/office/drawing/2014/main" id="{EDCB4F8B-5309-61B9-63BE-EA866B14567A}"/>
              </a:ext>
            </a:extLst>
          </p:cNvPr>
          <p:cNvSpPr txBox="1"/>
          <p:nvPr/>
        </p:nvSpPr>
        <p:spPr>
          <a:xfrm>
            <a:off x="15806" y="1646211"/>
            <a:ext cx="1785600" cy="276999"/>
          </a:xfrm>
          <a:prstGeom prst="rect">
            <a:avLst/>
          </a:prstGeom>
          <a:solidFill>
            <a:schemeClr val="bg2">
              <a:lumMod val="20000"/>
              <a:lumOff val="80000"/>
            </a:schemeClr>
          </a:solidFill>
        </p:spPr>
        <p:txBody>
          <a:bodyPr wrap="square" rtlCol="0">
            <a:spAutoFit/>
          </a:bodyPr>
          <a:lstStyle/>
          <a:p>
            <a:r>
              <a:rPr lang="en-GB" sz="1200" dirty="0"/>
              <a:t>3) HYPOTHESIS</a:t>
            </a:r>
          </a:p>
        </p:txBody>
      </p:sp>
      <p:sp>
        <p:nvSpPr>
          <p:cNvPr id="11" name="TextBox 10">
            <a:extLst>
              <a:ext uri="{FF2B5EF4-FFF2-40B4-BE49-F238E27FC236}">
                <a16:creationId xmlns:a16="http://schemas.microsoft.com/office/drawing/2014/main" id="{66B88951-E57B-13E1-256E-1492B8389E1B}"/>
              </a:ext>
            </a:extLst>
          </p:cNvPr>
          <p:cNvSpPr txBox="1"/>
          <p:nvPr/>
        </p:nvSpPr>
        <p:spPr>
          <a:xfrm>
            <a:off x="21452" y="2082873"/>
            <a:ext cx="1778400" cy="276999"/>
          </a:xfrm>
          <a:prstGeom prst="rect">
            <a:avLst/>
          </a:prstGeom>
          <a:solidFill>
            <a:schemeClr val="bg2">
              <a:lumMod val="20000"/>
              <a:lumOff val="80000"/>
            </a:schemeClr>
          </a:solidFill>
        </p:spPr>
        <p:txBody>
          <a:bodyPr wrap="square" rtlCol="0">
            <a:spAutoFit/>
          </a:bodyPr>
          <a:lstStyle/>
          <a:p>
            <a:r>
              <a:rPr lang="en-GB" sz="1200" dirty="0"/>
              <a:t>4) EVALUATION</a:t>
            </a:r>
          </a:p>
        </p:txBody>
      </p:sp>
      <p:sp>
        <p:nvSpPr>
          <p:cNvPr id="33" name="Google Shape;159;p34">
            <a:extLst>
              <a:ext uri="{FF2B5EF4-FFF2-40B4-BE49-F238E27FC236}">
                <a16:creationId xmlns:a16="http://schemas.microsoft.com/office/drawing/2014/main" id="{98AB7042-FA63-D4E0-56A1-2AE566599EEA}"/>
              </a:ext>
            </a:extLst>
          </p:cNvPr>
          <p:cNvSpPr txBox="1">
            <a:spLocks noGrp="1"/>
          </p:cNvSpPr>
          <p:nvPr>
            <p:ph type="ctrTitle"/>
          </p:nvPr>
        </p:nvSpPr>
        <p:spPr>
          <a:xfrm>
            <a:off x="2548894" y="252606"/>
            <a:ext cx="4046211" cy="51075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IN" u="sng" dirty="0"/>
              <a:t>Conclusion</a:t>
            </a:r>
            <a:endParaRPr u="sng" dirty="0"/>
          </a:p>
        </p:txBody>
      </p:sp>
      <p:sp>
        <p:nvSpPr>
          <p:cNvPr id="35" name="TextBox 34">
            <a:extLst>
              <a:ext uri="{FF2B5EF4-FFF2-40B4-BE49-F238E27FC236}">
                <a16:creationId xmlns:a16="http://schemas.microsoft.com/office/drawing/2014/main" id="{173E78DD-724A-5C03-A603-976AD7303BF5}"/>
              </a:ext>
            </a:extLst>
          </p:cNvPr>
          <p:cNvSpPr txBox="1"/>
          <p:nvPr/>
        </p:nvSpPr>
        <p:spPr>
          <a:xfrm>
            <a:off x="10618" y="1024883"/>
            <a:ext cx="1784302" cy="461665"/>
          </a:xfrm>
          <a:prstGeom prst="rect">
            <a:avLst/>
          </a:prstGeom>
          <a:solidFill>
            <a:schemeClr val="bg2">
              <a:lumMod val="20000"/>
              <a:lumOff val="80000"/>
            </a:schemeClr>
          </a:solidFill>
        </p:spPr>
        <p:txBody>
          <a:bodyPr wrap="square" rtlCol="0">
            <a:spAutoFit/>
          </a:bodyPr>
          <a:lstStyle/>
          <a:p>
            <a:r>
              <a:rPr lang="en-GB" sz="1200" dirty="0"/>
              <a:t>2) SOLUTION - QUANTIZATION</a:t>
            </a:r>
          </a:p>
        </p:txBody>
      </p:sp>
      <p:sp>
        <p:nvSpPr>
          <p:cNvPr id="13" name="TextBox 12">
            <a:extLst>
              <a:ext uri="{FF2B5EF4-FFF2-40B4-BE49-F238E27FC236}">
                <a16:creationId xmlns:a16="http://schemas.microsoft.com/office/drawing/2014/main" id="{C5C15844-072E-8953-337C-3AB4545F98A6}"/>
              </a:ext>
            </a:extLst>
          </p:cNvPr>
          <p:cNvSpPr txBox="1"/>
          <p:nvPr/>
        </p:nvSpPr>
        <p:spPr>
          <a:xfrm>
            <a:off x="13750" y="2519535"/>
            <a:ext cx="1785600" cy="461665"/>
          </a:xfrm>
          <a:prstGeom prst="rect">
            <a:avLst/>
          </a:prstGeom>
          <a:solidFill>
            <a:schemeClr val="bg2">
              <a:lumMod val="20000"/>
              <a:lumOff val="80000"/>
            </a:schemeClr>
          </a:solidFill>
        </p:spPr>
        <p:txBody>
          <a:bodyPr wrap="square" rtlCol="0">
            <a:spAutoFit/>
          </a:bodyPr>
          <a:lstStyle/>
          <a:p>
            <a:r>
              <a:rPr lang="en-GB" sz="1200" dirty="0"/>
              <a:t>5) IMPACT OF QUANTIZATION</a:t>
            </a:r>
          </a:p>
        </p:txBody>
      </p:sp>
      <p:sp>
        <p:nvSpPr>
          <p:cNvPr id="3" name="TextBox 2">
            <a:extLst>
              <a:ext uri="{FF2B5EF4-FFF2-40B4-BE49-F238E27FC236}">
                <a16:creationId xmlns:a16="http://schemas.microsoft.com/office/drawing/2014/main" id="{3E578B3F-6616-E02A-BD16-CCA1952EAFB3}"/>
              </a:ext>
            </a:extLst>
          </p:cNvPr>
          <p:cNvSpPr txBox="1"/>
          <p:nvPr/>
        </p:nvSpPr>
        <p:spPr>
          <a:xfrm>
            <a:off x="13750" y="3762191"/>
            <a:ext cx="1785600" cy="276999"/>
          </a:xfrm>
          <a:prstGeom prst="rect">
            <a:avLst/>
          </a:prstGeom>
          <a:solidFill>
            <a:schemeClr val="bg2">
              <a:lumMod val="20000"/>
              <a:lumOff val="80000"/>
            </a:schemeClr>
          </a:solidFill>
        </p:spPr>
        <p:txBody>
          <a:bodyPr wrap="square" rtlCol="0">
            <a:spAutoFit/>
          </a:bodyPr>
          <a:lstStyle/>
          <a:p>
            <a:r>
              <a:rPr lang="en-GB" sz="1200" dirty="0"/>
              <a:t>7) FINE - TUNING</a:t>
            </a:r>
          </a:p>
        </p:txBody>
      </p:sp>
      <p:sp>
        <p:nvSpPr>
          <p:cNvPr id="4" name="TextBox 3">
            <a:extLst>
              <a:ext uri="{FF2B5EF4-FFF2-40B4-BE49-F238E27FC236}">
                <a16:creationId xmlns:a16="http://schemas.microsoft.com/office/drawing/2014/main" id="{78C26953-F822-DE35-8724-329F21478BA9}"/>
              </a:ext>
            </a:extLst>
          </p:cNvPr>
          <p:cNvSpPr txBox="1"/>
          <p:nvPr/>
        </p:nvSpPr>
        <p:spPr>
          <a:xfrm>
            <a:off x="17852" y="4198853"/>
            <a:ext cx="1785600" cy="276999"/>
          </a:xfrm>
          <a:prstGeom prst="rect">
            <a:avLst/>
          </a:prstGeom>
          <a:solidFill>
            <a:schemeClr val="bg2">
              <a:lumMod val="20000"/>
              <a:lumOff val="80000"/>
            </a:schemeClr>
          </a:solidFill>
        </p:spPr>
        <p:txBody>
          <a:bodyPr wrap="square" rtlCol="0">
            <a:spAutoFit/>
          </a:bodyPr>
          <a:lstStyle/>
          <a:p>
            <a:r>
              <a:rPr lang="en-GB" sz="1200" dirty="0"/>
              <a:t>8) RESULTS</a:t>
            </a:r>
          </a:p>
        </p:txBody>
      </p:sp>
      <p:sp>
        <p:nvSpPr>
          <p:cNvPr id="12" name="TextBox 11">
            <a:extLst>
              <a:ext uri="{FF2B5EF4-FFF2-40B4-BE49-F238E27FC236}">
                <a16:creationId xmlns:a16="http://schemas.microsoft.com/office/drawing/2014/main" id="{A703A2C3-80E6-F731-B653-D5F124DDA770}"/>
              </a:ext>
            </a:extLst>
          </p:cNvPr>
          <p:cNvSpPr txBox="1"/>
          <p:nvPr/>
        </p:nvSpPr>
        <p:spPr>
          <a:xfrm>
            <a:off x="17852" y="4635515"/>
            <a:ext cx="1785600" cy="276999"/>
          </a:xfrm>
          <a:prstGeom prst="rect">
            <a:avLst/>
          </a:prstGeom>
          <a:solidFill>
            <a:schemeClr val="bg2">
              <a:lumMod val="20000"/>
              <a:lumOff val="80000"/>
            </a:schemeClr>
          </a:solidFill>
        </p:spPr>
        <p:txBody>
          <a:bodyPr wrap="square" rtlCol="0">
            <a:spAutoFit/>
          </a:bodyPr>
          <a:lstStyle/>
          <a:p>
            <a:r>
              <a:rPr lang="en-GB" sz="1200" dirty="0"/>
              <a:t>9) CONCLUSION</a:t>
            </a:r>
          </a:p>
        </p:txBody>
      </p:sp>
      <p:sp>
        <p:nvSpPr>
          <p:cNvPr id="15" name="TextBox 14">
            <a:extLst>
              <a:ext uri="{FF2B5EF4-FFF2-40B4-BE49-F238E27FC236}">
                <a16:creationId xmlns:a16="http://schemas.microsoft.com/office/drawing/2014/main" id="{0B0EAE08-AA83-37D9-E22B-9ADD0888A779}"/>
              </a:ext>
            </a:extLst>
          </p:cNvPr>
          <p:cNvSpPr txBox="1"/>
          <p:nvPr/>
        </p:nvSpPr>
        <p:spPr>
          <a:xfrm>
            <a:off x="955964" y="1155299"/>
            <a:ext cx="7114310" cy="2462213"/>
          </a:xfrm>
          <a:prstGeom prst="rect">
            <a:avLst/>
          </a:prstGeom>
          <a:noFill/>
        </p:spPr>
        <p:txBody>
          <a:bodyPr wrap="square">
            <a:spAutoFit/>
          </a:bodyPr>
          <a:lstStyle/>
          <a:p>
            <a:pPr marL="285750" indent="-285750" algn="just">
              <a:buFont typeface="Arial" panose="020B0604020202020204" pitchFamily="34" charset="0"/>
              <a:buChar char="•"/>
            </a:pPr>
            <a:r>
              <a:rPr lang="en-IN" b="1" i="0" dirty="0">
                <a:solidFill>
                  <a:schemeClr val="tx1"/>
                </a:solidFill>
                <a:effectLst/>
                <a:latin typeface="+mj-lt"/>
              </a:rPr>
              <a:t>Quantization</a:t>
            </a:r>
            <a:r>
              <a:rPr lang="en-IN" b="0" i="0" dirty="0">
                <a:solidFill>
                  <a:schemeClr val="tx1"/>
                </a:solidFill>
                <a:effectLst/>
                <a:latin typeface="+mj-lt"/>
              </a:rPr>
              <a:t> is viable but degrades reasoning capabilities (NLI) but does not impact contextual awareness (WIC) as much </a:t>
            </a:r>
            <a:r>
              <a:rPr lang="en-IN" dirty="0">
                <a:solidFill>
                  <a:schemeClr val="tx1"/>
                </a:solidFill>
              </a:rPr>
              <a:t>in all languages</a:t>
            </a:r>
            <a:r>
              <a:rPr lang="en-IN" b="0" i="0" dirty="0">
                <a:solidFill>
                  <a:schemeClr val="tx1"/>
                </a:solidFill>
                <a:effectLst/>
                <a:latin typeface="+mj-lt"/>
              </a:rPr>
              <a:t>.</a:t>
            </a:r>
          </a:p>
          <a:p>
            <a:pPr marL="285750" indent="-285750" algn="just">
              <a:buFont typeface="Arial" panose="020B0604020202020204" pitchFamily="34" charset="0"/>
              <a:buChar char="•"/>
            </a:pPr>
            <a:endParaRPr lang="en-IN" b="0" i="0" dirty="0">
              <a:solidFill>
                <a:schemeClr val="tx1"/>
              </a:solidFill>
              <a:effectLst/>
              <a:latin typeface="+mj-lt"/>
            </a:endParaRPr>
          </a:p>
          <a:p>
            <a:pPr marL="285750" indent="-285750" algn="just">
              <a:buFont typeface="Arial" panose="020B0604020202020204" pitchFamily="34" charset="0"/>
              <a:buChar char="•"/>
            </a:pPr>
            <a:endParaRPr lang="en-IN" b="0" i="0" dirty="0">
              <a:solidFill>
                <a:schemeClr val="tx1"/>
              </a:solidFill>
              <a:effectLst/>
              <a:latin typeface="+mj-lt"/>
            </a:endParaRPr>
          </a:p>
          <a:p>
            <a:pPr marL="285750" indent="-285750" algn="just">
              <a:buFont typeface="Arial" panose="020B0604020202020204" pitchFamily="34" charset="0"/>
              <a:buChar char="•"/>
            </a:pPr>
            <a:r>
              <a:rPr lang="en-IN" dirty="0">
                <a:solidFill>
                  <a:schemeClr val="tx1"/>
                </a:solidFill>
                <a:latin typeface="+mj-lt"/>
              </a:rPr>
              <a:t>The </a:t>
            </a:r>
            <a:r>
              <a:rPr lang="en-IN" b="1" dirty="0">
                <a:solidFill>
                  <a:schemeClr val="tx1"/>
                </a:solidFill>
                <a:latin typeface="+mj-lt"/>
              </a:rPr>
              <a:t>impact of quantization</a:t>
            </a:r>
            <a:r>
              <a:rPr lang="en-IN" dirty="0">
                <a:solidFill>
                  <a:schemeClr val="tx1"/>
                </a:solidFill>
                <a:latin typeface="+mj-lt"/>
              </a:rPr>
              <a:t> on Swedish language as compared to that of English language is of course negative but also is almost equal.</a:t>
            </a:r>
          </a:p>
          <a:p>
            <a:pPr marL="285750" indent="-285750" algn="just">
              <a:buFont typeface="Arial" panose="020B0604020202020204" pitchFamily="34" charset="0"/>
              <a:buChar char="•"/>
            </a:pPr>
            <a:endParaRPr lang="en-IN" b="1" dirty="0">
              <a:solidFill>
                <a:schemeClr val="tx1"/>
              </a:solidFill>
            </a:endParaRPr>
          </a:p>
          <a:p>
            <a:pPr marL="285750" indent="-285750" algn="just">
              <a:buFont typeface="Arial" panose="020B0604020202020204" pitchFamily="34" charset="0"/>
              <a:buChar char="•"/>
            </a:pPr>
            <a:endParaRPr lang="en-IN" b="1" dirty="0">
              <a:solidFill>
                <a:schemeClr val="tx1"/>
              </a:solidFill>
            </a:endParaRPr>
          </a:p>
          <a:p>
            <a:pPr marL="285750" indent="-285750" algn="just">
              <a:buFont typeface="Arial" panose="020B0604020202020204" pitchFamily="34" charset="0"/>
              <a:buChar char="•"/>
            </a:pPr>
            <a:r>
              <a:rPr lang="en-IN" b="1" dirty="0" err="1">
                <a:solidFill>
                  <a:schemeClr val="tx1"/>
                </a:solidFill>
              </a:rPr>
              <a:t>QLoRA</a:t>
            </a:r>
            <a:r>
              <a:rPr lang="en-IN" dirty="0">
                <a:solidFill>
                  <a:schemeClr val="tx1"/>
                </a:solidFill>
              </a:rPr>
              <a:t> is definitely effective to restore Swedish language performance in quantized models and may even sometimes improve it as compared to the performance of the original 16-bit model representation.</a:t>
            </a:r>
          </a:p>
        </p:txBody>
      </p:sp>
    </p:spTree>
    <p:extLst>
      <p:ext uri="{BB962C8B-B14F-4D97-AF65-F5344CB8AC3E}">
        <p14:creationId xmlns:p14="http://schemas.microsoft.com/office/powerpoint/2010/main" val="214167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0-#ppt_w/2"/>
                                          </p:val>
                                        </p:tav>
                                        <p:tav tm="100000">
                                          <p:val>
                                            <p:strVal val="#ppt_x"/>
                                          </p:val>
                                        </p:tav>
                                      </p:tavLst>
                                    </p:anim>
                                    <p:anim calcmode="lin" valueType="num">
                                      <p:cBhvr additive="base">
                                        <p:cTn id="8" dur="500" fill="hold"/>
                                        <p:tgtEl>
                                          <p:spTgt spid="6"/>
                                        </p:tgtEl>
                                        <p:attrNameLst>
                                          <p:attrName>ppt_y</p:attrName>
                                        </p:attrNameLst>
                                      </p:cBhvr>
                                      <p:tavLst>
                                        <p:tav tm="0">
                                          <p:val>
                                            <p:strVal val="#ppt_y"/>
                                          </p:val>
                                        </p:tav>
                                        <p:tav tm="100000">
                                          <p:val>
                                            <p:strVal val="#ppt_y"/>
                                          </p:val>
                                        </p:tav>
                                      </p:tavLst>
                                    </p:anim>
                                  </p:childTnLst>
                                </p:cTn>
                              </p:par>
                              <p:par>
                                <p:cTn id="9" presetID="2" presetClass="entr" presetSubtype="8" fill="hold" grpId="0" nodeType="withEffect">
                                  <p:stCondLst>
                                    <p:cond delay="0"/>
                                  </p:stCondLst>
                                  <p:childTnLst>
                                    <p:set>
                                      <p:cBhvr>
                                        <p:cTn id="10" dur="1" fill="hold">
                                          <p:stCondLst>
                                            <p:cond delay="0"/>
                                          </p:stCondLst>
                                        </p:cTn>
                                        <p:tgtEl>
                                          <p:spTgt spid="7"/>
                                        </p:tgtEl>
                                        <p:attrNameLst>
                                          <p:attrName>style.visibility</p:attrName>
                                        </p:attrNameLst>
                                      </p:cBhvr>
                                      <p:to>
                                        <p:strVal val="visible"/>
                                      </p:to>
                                    </p:set>
                                    <p:anim calcmode="lin" valueType="num">
                                      <p:cBhvr additive="base">
                                        <p:cTn id="11" dur="500" fill="hold"/>
                                        <p:tgtEl>
                                          <p:spTgt spid="7"/>
                                        </p:tgtEl>
                                        <p:attrNameLst>
                                          <p:attrName>ppt_x</p:attrName>
                                        </p:attrNameLst>
                                      </p:cBhvr>
                                      <p:tavLst>
                                        <p:tav tm="0">
                                          <p:val>
                                            <p:strVal val="0-#ppt_w/2"/>
                                          </p:val>
                                        </p:tav>
                                        <p:tav tm="100000">
                                          <p:val>
                                            <p:strVal val="#ppt_x"/>
                                          </p:val>
                                        </p:tav>
                                      </p:tavLst>
                                    </p:anim>
                                    <p:anim calcmode="lin" valueType="num">
                                      <p:cBhvr additive="base">
                                        <p:cTn id="12" dur="500" fill="hold"/>
                                        <p:tgtEl>
                                          <p:spTgt spid="7"/>
                                        </p:tgtEl>
                                        <p:attrNameLst>
                                          <p:attrName>ppt_y</p:attrName>
                                        </p:attrNameLst>
                                      </p:cBhvr>
                                      <p:tavLst>
                                        <p:tav tm="0">
                                          <p:val>
                                            <p:strVal val="#ppt_y"/>
                                          </p:val>
                                        </p:tav>
                                        <p:tav tm="100000">
                                          <p:val>
                                            <p:strVal val="#ppt_y"/>
                                          </p:val>
                                        </p:tav>
                                      </p:tavLst>
                                    </p:anim>
                                  </p:childTnLst>
                                </p:cTn>
                              </p:par>
                              <p:par>
                                <p:cTn id="13" presetID="2" presetClass="entr" presetSubtype="8" fill="hold" grpId="0" nodeType="withEffect">
                                  <p:stCondLst>
                                    <p:cond delay="0"/>
                                  </p:stCondLst>
                                  <p:childTnLst>
                                    <p:set>
                                      <p:cBhvr>
                                        <p:cTn id="14" dur="1" fill="hold">
                                          <p:stCondLst>
                                            <p:cond delay="0"/>
                                          </p:stCondLst>
                                        </p:cTn>
                                        <p:tgtEl>
                                          <p:spTgt spid="8"/>
                                        </p:tgtEl>
                                        <p:attrNameLst>
                                          <p:attrName>style.visibility</p:attrName>
                                        </p:attrNameLst>
                                      </p:cBhvr>
                                      <p:to>
                                        <p:strVal val="visible"/>
                                      </p:to>
                                    </p:set>
                                    <p:anim calcmode="lin" valueType="num">
                                      <p:cBhvr additive="base">
                                        <p:cTn id="15" dur="500" fill="hold"/>
                                        <p:tgtEl>
                                          <p:spTgt spid="8"/>
                                        </p:tgtEl>
                                        <p:attrNameLst>
                                          <p:attrName>ppt_x</p:attrName>
                                        </p:attrNameLst>
                                      </p:cBhvr>
                                      <p:tavLst>
                                        <p:tav tm="0">
                                          <p:val>
                                            <p:strVal val="0-#ppt_w/2"/>
                                          </p:val>
                                        </p:tav>
                                        <p:tav tm="100000">
                                          <p:val>
                                            <p:strVal val="#ppt_x"/>
                                          </p:val>
                                        </p:tav>
                                      </p:tavLst>
                                    </p:anim>
                                    <p:anim calcmode="lin" valueType="num">
                                      <p:cBhvr additive="base">
                                        <p:cTn id="16" dur="500" fill="hold"/>
                                        <p:tgtEl>
                                          <p:spTgt spid="8"/>
                                        </p:tgtEl>
                                        <p:attrNameLst>
                                          <p:attrName>ppt_y</p:attrName>
                                        </p:attrNameLst>
                                      </p:cBhvr>
                                      <p:tavLst>
                                        <p:tav tm="0">
                                          <p:val>
                                            <p:strVal val="#ppt_y"/>
                                          </p:val>
                                        </p:tav>
                                        <p:tav tm="100000">
                                          <p:val>
                                            <p:strVal val="#ppt_y"/>
                                          </p:val>
                                        </p:tav>
                                      </p:tavLst>
                                    </p:anim>
                                  </p:childTnLst>
                                </p:cTn>
                              </p:par>
                              <p:par>
                                <p:cTn id="17" presetID="2" presetClass="entr" presetSubtype="8" fill="hold" grpId="0" nodeType="withEffect">
                                  <p:stCondLst>
                                    <p:cond delay="0"/>
                                  </p:stCondLst>
                                  <p:childTnLst>
                                    <p:set>
                                      <p:cBhvr>
                                        <p:cTn id="18" dur="1" fill="hold">
                                          <p:stCondLst>
                                            <p:cond delay="0"/>
                                          </p:stCondLst>
                                        </p:cTn>
                                        <p:tgtEl>
                                          <p:spTgt spid="9"/>
                                        </p:tgtEl>
                                        <p:attrNameLst>
                                          <p:attrName>style.visibility</p:attrName>
                                        </p:attrNameLst>
                                      </p:cBhvr>
                                      <p:to>
                                        <p:strVal val="visible"/>
                                      </p:to>
                                    </p:set>
                                    <p:anim calcmode="lin" valueType="num">
                                      <p:cBhvr additive="base">
                                        <p:cTn id="19" dur="500" fill="hold"/>
                                        <p:tgtEl>
                                          <p:spTgt spid="9"/>
                                        </p:tgtEl>
                                        <p:attrNameLst>
                                          <p:attrName>ppt_x</p:attrName>
                                        </p:attrNameLst>
                                      </p:cBhvr>
                                      <p:tavLst>
                                        <p:tav tm="0">
                                          <p:val>
                                            <p:strVal val="0-#ppt_w/2"/>
                                          </p:val>
                                        </p:tav>
                                        <p:tav tm="100000">
                                          <p:val>
                                            <p:strVal val="#ppt_x"/>
                                          </p:val>
                                        </p:tav>
                                      </p:tavLst>
                                    </p:anim>
                                    <p:anim calcmode="lin" valueType="num">
                                      <p:cBhvr additive="base">
                                        <p:cTn id="20" dur="500" fill="hold"/>
                                        <p:tgtEl>
                                          <p:spTgt spid="9"/>
                                        </p:tgtEl>
                                        <p:attrNameLst>
                                          <p:attrName>ppt_y</p:attrName>
                                        </p:attrNameLst>
                                      </p:cBhvr>
                                      <p:tavLst>
                                        <p:tav tm="0">
                                          <p:val>
                                            <p:strVal val="#ppt_y"/>
                                          </p:val>
                                        </p:tav>
                                        <p:tav tm="100000">
                                          <p:val>
                                            <p:strVal val="#ppt_y"/>
                                          </p:val>
                                        </p:tav>
                                      </p:tavLst>
                                    </p:anim>
                                  </p:childTnLst>
                                </p:cTn>
                              </p:par>
                              <p:par>
                                <p:cTn id="21" presetID="2" presetClass="entr" presetSubtype="8" fill="hold" grpId="0" nodeType="withEffect">
                                  <p:stCondLst>
                                    <p:cond delay="0"/>
                                  </p:stCondLst>
                                  <p:childTnLst>
                                    <p:set>
                                      <p:cBhvr>
                                        <p:cTn id="22" dur="1" fill="hold">
                                          <p:stCondLst>
                                            <p:cond delay="0"/>
                                          </p:stCondLst>
                                        </p:cTn>
                                        <p:tgtEl>
                                          <p:spTgt spid="13"/>
                                        </p:tgtEl>
                                        <p:attrNameLst>
                                          <p:attrName>style.visibility</p:attrName>
                                        </p:attrNameLst>
                                      </p:cBhvr>
                                      <p:to>
                                        <p:strVal val="visible"/>
                                      </p:to>
                                    </p:set>
                                    <p:anim calcmode="lin" valueType="num">
                                      <p:cBhvr additive="base">
                                        <p:cTn id="23" dur="500" fill="hold"/>
                                        <p:tgtEl>
                                          <p:spTgt spid="13"/>
                                        </p:tgtEl>
                                        <p:attrNameLst>
                                          <p:attrName>ppt_x</p:attrName>
                                        </p:attrNameLst>
                                      </p:cBhvr>
                                      <p:tavLst>
                                        <p:tav tm="0">
                                          <p:val>
                                            <p:strVal val="0-#ppt_w/2"/>
                                          </p:val>
                                        </p:tav>
                                        <p:tav tm="100000">
                                          <p:val>
                                            <p:strVal val="#ppt_x"/>
                                          </p:val>
                                        </p:tav>
                                      </p:tavLst>
                                    </p:anim>
                                    <p:anim calcmode="lin" valueType="num">
                                      <p:cBhvr additive="base">
                                        <p:cTn id="24" dur="500" fill="hold"/>
                                        <p:tgtEl>
                                          <p:spTgt spid="13"/>
                                        </p:tgtEl>
                                        <p:attrNameLst>
                                          <p:attrName>ppt_y</p:attrName>
                                        </p:attrNameLst>
                                      </p:cBhvr>
                                      <p:tavLst>
                                        <p:tav tm="0">
                                          <p:val>
                                            <p:strVal val="#ppt_y"/>
                                          </p:val>
                                        </p:tav>
                                        <p:tav tm="100000">
                                          <p:val>
                                            <p:strVal val="#ppt_y"/>
                                          </p:val>
                                        </p:tav>
                                      </p:tavLst>
                                    </p:anim>
                                  </p:childTnLst>
                                </p:cTn>
                              </p:par>
                              <p:par>
                                <p:cTn id="25" presetID="2" presetClass="entr" presetSubtype="8" fill="hold" grpId="0" nodeType="withEffect">
                                  <p:stCondLst>
                                    <p:cond delay="0"/>
                                  </p:stCondLst>
                                  <p:childTnLst>
                                    <p:set>
                                      <p:cBhvr>
                                        <p:cTn id="26" dur="1" fill="hold">
                                          <p:stCondLst>
                                            <p:cond delay="0"/>
                                          </p:stCondLst>
                                        </p:cTn>
                                        <p:tgtEl>
                                          <p:spTgt spid="10"/>
                                        </p:tgtEl>
                                        <p:attrNameLst>
                                          <p:attrName>style.visibility</p:attrName>
                                        </p:attrNameLst>
                                      </p:cBhvr>
                                      <p:to>
                                        <p:strVal val="visible"/>
                                      </p:to>
                                    </p:set>
                                    <p:anim calcmode="lin" valueType="num">
                                      <p:cBhvr additive="base">
                                        <p:cTn id="27" dur="500" fill="hold"/>
                                        <p:tgtEl>
                                          <p:spTgt spid="10"/>
                                        </p:tgtEl>
                                        <p:attrNameLst>
                                          <p:attrName>ppt_x</p:attrName>
                                        </p:attrNameLst>
                                      </p:cBhvr>
                                      <p:tavLst>
                                        <p:tav tm="0">
                                          <p:val>
                                            <p:strVal val="0-#ppt_w/2"/>
                                          </p:val>
                                        </p:tav>
                                        <p:tav tm="100000">
                                          <p:val>
                                            <p:strVal val="#ppt_x"/>
                                          </p:val>
                                        </p:tav>
                                      </p:tavLst>
                                    </p:anim>
                                    <p:anim calcmode="lin" valueType="num">
                                      <p:cBhvr additive="base">
                                        <p:cTn id="28" dur="500" fill="hold"/>
                                        <p:tgtEl>
                                          <p:spTgt spid="10"/>
                                        </p:tgtEl>
                                        <p:attrNameLst>
                                          <p:attrName>ppt_y</p:attrName>
                                        </p:attrNameLst>
                                      </p:cBhvr>
                                      <p:tavLst>
                                        <p:tav tm="0">
                                          <p:val>
                                            <p:strVal val="#ppt_y"/>
                                          </p:val>
                                        </p:tav>
                                        <p:tav tm="100000">
                                          <p:val>
                                            <p:strVal val="#ppt_y"/>
                                          </p:val>
                                        </p:tav>
                                      </p:tavLst>
                                    </p:anim>
                                  </p:childTnLst>
                                </p:cTn>
                              </p:par>
                              <p:par>
                                <p:cTn id="29" presetID="2" presetClass="entr" presetSubtype="8" fill="hold" grpId="0" nodeType="withEffect">
                                  <p:stCondLst>
                                    <p:cond delay="0"/>
                                  </p:stCondLst>
                                  <p:childTnLst>
                                    <p:set>
                                      <p:cBhvr>
                                        <p:cTn id="30" dur="1" fill="hold">
                                          <p:stCondLst>
                                            <p:cond delay="0"/>
                                          </p:stCondLst>
                                        </p:cTn>
                                        <p:tgtEl>
                                          <p:spTgt spid="11"/>
                                        </p:tgtEl>
                                        <p:attrNameLst>
                                          <p:attrName>style.visibility</p:attrName>
                                        </p:attrNameLst>
                                      </p:cBhvr>
                                      <p:to>
                                        <p:strVal val="visible"/>
                                      </p:to>
                                    </p:set>
                                    <p:anim calcmode="lin" valueType="num">
                                      <p:cBhvr additive="base">
                                        <p:cTn id="31" dur="500" fill="hold"/>
                                        <p:tgtEl>
                                          <p:spTgt spid="11"/>
                                        </p:tgtEl>
                                        <p:attrNameLst>
                                          <p:attrName>ppt_x</p:attrName>
                                        </p:attrNameLst>
                                      </p:cBhvr>
                                      <p:tavLst>
                                        <p:tav tm="0">
                                          <p:val>
                                            <p:strVal val="0-#ppt_w/2"/>
                                          </p:val>
                                        </p:tav>
                                        <p:tav tm="100000">
                                          <p:val>
                                            <p:strVal val="#ppt_x"/>
                                          </p:val>
                                        </p:tav>
                                      </p:tavLst>
                                    </p:anim>
                                    <p:anim calcmode="lin" valueType="num">
                                      <p:cBhvr additive="base">
                                        <p:cTn id="32" dur="500" fill="hold"/>
                                        <p:tgtEl>
                                          <p:spTgt spid="11"/>
                                        </p:tgtEl>
                                        <p:attrNameLst>
                                          <p:attrName>ppt_y</p:attrName>
                                        </p:attrNameLst>
                                      </p:cBhvr>
                                      <p:tavLst>
                                        <p:tav tm="0">
                                          <p:val>
                                            <p:strVal val="#ppt_y"/>
                                          </p:val>
                                        </p:tav>
                                        <p:tav tm="100000">
                                          <p:val>
                                            <p:strVal val="#ppt_y"/>
                                          </p:val>
                                        </p:tav>
                                      </p:tavLst>
                                    </p:anim>
                                  </p:childTnLst>
                                </p:cTn>
                              </p:par>
                              <p:par>
                                <p:cTn id="33" presetID="2" presetClass="entr" presetSubtype="8" fill="hold" grpId="0" nodeType="withEffect">
                                  <p:stCondLst>
                                    <p:cond delay="0"/>
                                  </p:stCondLst>
                                  <p:childTnLst>
                                    <p:set>
                                      <p:cBhvr>
                                        <p:cTn id="34" dur="1" fill="hold">
                                          <p:stCondLst>
                                            <p:cond delay="0"/>
                                          </p:stCondLst>
                                        </p:cTn>
                                        <p:tgtEl>
                                          <p:spTgt spid="3"/>
                                        </p:tgtEl>
                                        <p:attrNameLst>
                                          <p:attrName>style.visibility</p:attrName>
                                        </p:attrNameLst>
                                      </p:cBhvr>
                                      <p:to>
                                        <p:strVal val="visible"/>
                                      </p:to>
                                    </p:set>
                                    <p:anim calcmode="lin" valueType="num">
                                      <p:cBhvr additive="base">
                                        <p:cTn id="35" dur="500" fill="hold"/>
                                        <p:tgtEl>
                                          <p:spTgt spid="3"/>
                                        </p:tgtEl>
                                        <p:attrNameLst>
                                          <p:attrName>ppt_x</p:attrName>
                                        </p:attrNameLst>
                                      </p:cBhvr>
                                      <p:tavLst>
                                        <p:tav tm="0">
                                          <p:val>
                                            <p:strVal val="0-#ppt_w/2"/>
                                          </p:val>
                                        </p:tav>
                                        <p:tav tm="100000">
                                          <p:val>
                                            <p:strVal val="#ppt_x"/>
                                          </p:val>
                                        </p:tav>
                                      </p:tavLst>
                                    </p:anim>
                                    <p:anim calcmode="lin" valueType="num">
                                      <p:cBhvr additive="base">
                                        <p:cTn id="36" dur="500" fill="hold"/>
                                        <p:tgtEl>
                                          <p:spTgt spid="3"/>
                                        </p:tgtEl>
                                        <p:attrNameLst>
                                          <p:attrName>ppt_y</p:attrName>
                                        </p:attrNameLst>
                                      </p:cBhvr>
                                      <p:tavLst>
                                        <p:tav tm="0">
                                          <p:val>
                                            <p:strVal val="#ppt_y"/>
                                          </p:val>
                                        </p:tav>
                                        <p:tav tm="100000">
                                          <p:val>
                                            <p:strVal val="#ppt_y"/>
                                          </p:val>
                                        </p:tav>
                                      </p:tavLst>
                                    </p:anim>
                                  </p:childTnLst>
                                </p:cTn>
                              </p:par>
                              <p:par>
                                <p:cTn id="37" presetID="2" presetClass="entr" presetSubtype="8" fill="hold" grpId="0" nodeType="withEffect">
                                  <p:stCondLst>
                                    <p:cond delay="0"/>
                                  </p:stCondLst>
                                  <p:childTnLst>
                                    <p:set>
                                      <p:cBhvr>
                                        <p:cTn id="38" dur="1" fill="hold">
                                          <p:stCondLst>
                                            <p:cond delay="0"/>
                                          </p:stCondLst>
                                        </p:cTn>
                                        <p:tgtEl>
                                          <p:spTgt spid="4"/>
                                        </p:tgtEl>
                                        <p:attrNameLst>
                                          <p:attrName>style.visibility</p:attrName>
                                        </p:attrNameLst>
                                      </p:cBhvr>
                                      <p:to>
                                        <p:strVal val="visible"/>
                                      </p:to>
                                    </p:set>
                                    <p:anim calcmode="lin" valueType="num">
                                      <p:cBhvr additive="base">
                                        <p:cTn id="39" dur="500" fill="hold"/>
                                        <p:tgtEl>
                                          <p:spTgt spid="4"/>
                                        </p:tgtEl>
                                        <p:attrNameLst>
                                          <p:attrName>ppt_x</p:attrName>
                                        </p:attrNameLst>
                                      </p:cBhvr>
                                      <p:tavLst>
                                        <p:tav tm="0">
                                          <p:val>
                                            <p:strVal val="0-#ppt_w/2"/>
                                          </p:val>
                                        </p:tav>
                                        <p:tav tm="100000">
                                          <p:val>
                                            <p:strVal val="#ppt_x"/>
                                          </p:val>
                                        </p:tav>
                                      </p:tavLst>
                                    </p:anim>
                                    <p:anim calcmode="lin" valueType="num">
                                      <p:cBhvr additive="base">
                                        <p:cTn id="40" dur="500" fill="hold"/>
                                        <p:tgtEl>
                                          <p:spTgt spid="4"/>
                                        </p:tgtEl>
                                        <p:attrNameLst>
                                          <p:attrName>ppt_y</p:attrName>
                                        </p:attrNameLst>
                                      </p:cBhvr>
                                      <p:tavLst>
                                        <p:tav tm="0">
                                          <p:val>
                                            <p:strVal val="#ppt_y"/>
                                          </p:val>
                                        </p:tav>
                                        <p:tav tm="100000">
                                          <p:val>
                                            <p:strVal val="#ppt_y"/>
                                          </p:val>
                                        </p:tav>
                                      </p:tavLst>
                                    </p:anim>
                                  </p:childTnLst>
                                </p:cTn>
                              </p:par>
                              <p:par>
                                <p:cTn id="41" presetID="2" presetClass="entr" presetSubtype="8" fill="hold" grpId="0" nodeType="withEffect">
                                  <p:stCondLst>
                                    <p:cond delay="0"/>
                                  </p:stCondLst>
                                  <p:childTnLst>
                                    <p:set>
                                      <p:cBhvr>
                                        <p:cTn id="42" dur="1" fill="hold">
                                          <p:stCondLst>
                                            <p:cond delay="0"/>
                                          </p:stCondLst>
                                        </p:cTn>
                                        <p:tgtEl>
                                          <p:spTgt spid="12"/>
                                        </p:tgtEl>
                                        <p:attrNameLst>
                                          <p:attrName>style.visibility</p:attrName>
                                        </p:attrNameLst>
                                      </p:cBhvr>
                                      <p:to>
                                        <p:strVal val="visible"/>
                                      </p:to>
                                    </p:set>
                                    <p:anim calcmode="lin" valueType="num">
                                      <p:cBhvr additive="base">
                                        <p:cTn id="43" dur="500" fill="hold"/>
                                        <p:tgtEl>
                                          <p:spTgt spid="12"/>
                                        </p:tgtEl>
                                        <p:attrNameLst>
                                          <p:attrName>ppt_x</p:attrName>
                                        </p:attrNameLst>
                                      </p:cBhvr>
                                      <p:tavLst>
                                        <p:tav tm="0">
                                          <p:val>
                                            <p:strVal val="0-#ppt_w/2"/>
                                          </p:val>
                                        </p:tav>
                                        <p:tav tm="100000">
                                          <p:val>
                                            <p:strVal val="#ppt_x"/>
                                          </p:val>
                                        </p:tav>
                                      </p:tavLst>
                                    </p:anim>
                                    <p:anim calcmode="lin" valueType="num">
                                      <p:cBhvr additive="base">
                                        <p:cTn id="44" dur="500" fill="hold"/>
                                        <p:tgtEl>
                                          <p:spTgt spid="12"/>
                                        </p:tgtEl>
                                        <p:attrNameLst>
                                          <p:attrName>ppt_y</p:attrName>
                                        </p:attrNameLst>
                                      </p:cBhvr>
                                      <p:tavLst>
                                        <p:tav tm="0">
                                          <p:val>
                                            <p:strVal val="#ppt_y"/>
                                          </p:val>
                                        </p:tav>
                                        <p:tav tm="100000">
                                          <p:val>
                                            <p:strVal val="#ppt_y"/>
                                          </p:val>
                                        </p:tav>
                                      </p:tavLst>
                                    </p:anim>
                                  </p:childTnLst>
                                </p:cTn>
                              </p:par>
                              <p:par>
                                <p:cTn id="45" presetID="2" presetClass="entr" presetSubtype="8" fill="hold" grpId="0" nodeType="withEffect">
                                  <p:stCondLst>
                                    <p:cond delay="0"/>
                                  </p:stCondLst>
                                  <p:childTnLst>
                                    <p:set>
                                      <p:cBhvr>
                                        <p:cTn id="46" dur="1" fill="hold">
                                          <p:stCondLst>
                                            <p:cond delay="0"/>
                                          </p:stCondLst>
                                        </p:cTn>
                                        <p:tgtEl>
                                          <p:spTgt spid="35"/>
                                        </p:tgtEl>
                                        <p:attrNameLst>
                                          <p:attrName>style.visibility</p:attrName>
                                        </p:attrNameLst>
                                      </p:cBhvr>
                                      <p:to>
                                        <p:strVal val="visible"/>
                                      </p:to>
                                    </p:set>
                                    <p:anim calcmode="lin" valueType="num">
                                      <p:cBhvr additive="base">
                                        <p:cTn id="47" dur="500" fill="hold"/>
                                        <p:tgtEl>
                                          <p:spTgt spid="35"/>
                                        </p:tgtEl>
                                        <p:attrNameLst>
                                          <p:attrName>ppt_x</p:attrName>
                                        </p:attrNameLst>
                                      </p:cBhvr>
                                      <p:tavLst>
                                        <p:tav tm="0">
                                          <p:val>
                                            <p:strVal val="0-#ppt_w/2"/>
                                          </p:val>
                                        </p:tav>
                                        <p:tav tm="100000">
                                          <p:val>
                                            <p:strVal val="#ppt_x"/>
                                          </p:val>
                                        </p:tav>
                                      </p:tavLst>
                                    </p:anim>
                                    <p:anim calcmode="lin" valueType="num">
                                      <p:cBhvr additive="base">
                                        <p:cTn id="48" dur="500" fill="hold"/>
                                        <p:tgtEl>
                                          <p:spTgt spid="35"/>
                                        </p:tgtEl>
                                        <p:attrNameLst>
                                          <p:attrName>ppt_y</p:attrName>
                                        </p:attrNameLst>
                                      </p:cBhvr>
                                      <p:tavLst>
                                        <p:tav tm="0">
                                          <p:val>
                                            <p:strVal val="#ppt_y"/>
                                          </p:val>
                                        </p:tav>
                                        <p:tav tm="100000">
                                          <p:val>
                                            <p:strVal val="#ppt_y"/>
                                          </p:val>
                                        </p:tav>
                                      </p:tavLst>
                                    </p:anim>
                                  </p:childTnLst>
                                </p:cTn>
                              </p:par>
                            </p:childTnLst>
                          </p:cTn>
                        </p:par>
                      </p:childTnLst>
                    </p:cTn>
                  </p:par>
                  <p:par>
                    <p:cTn id="49" fill="hold">
                      <p:stCondLst>
                        <p:cond delay="indefinite"/>
                      </p:stCondLst>
                      <p:childTnLst>
                        <p:par>
                          <p:cTn id="50" fill="hold">
                            <p:stCondLst>
                              <p:cond delay="0"/>
                            </p:stCondLst>
                            <p:childTnLst>
                              <p:par>
                                <p:cTn id="51" presetID="42" presetClass="path" presetSubtype="0" accel="50000" decel="50000" fill="hold" grpId="2" nodeType="clickEffect">
                                  <p:stCondLst>
                                    <p:cond delay="0"/>
                                  </p:stCondLst>
                                  <p:childTnLst>
                                    <p:animMotion origin="layout" path="M 8.33333E-7 3.58025E-6 L 0.40052 -0.81945 " pathEditMode="relative" rAng="0" ptsTypes="AA">
                                      <p:cBhvr>
                                        <p:cTn id="52" dur="2000" fill="hold"/>
                                        <p:tgtEl>
                                          <p:spTgt spid="12"/>
                                        </p:tgtEl>
                                        <p:attrNameLst>
                                          <p:attrName>ppt_x</p:attrName>
                                          <p:attrName>ppt_y</p:attrName>
                                        </p:attrNameLst>
                                      </p:cBhvr>
                                      <p:rCtr x="20017" y="-40988"/>
                                    </p:animMotion>
                                  </p:childTnLst>
                                </p:cTn>
                              </p:par>
                            </p:childTnLst>
                          </p:cTn>
                        </p:par>
                      </p:childTnLst>
                    </p:cTn>
                  </p:par>
                  <p:par>
                    <p:cTn id="53" fill="hold">
                      <p:stCondLst>
                        <p:cond delay="indefinite"/>
                      </p:stCondLst>
                      <p:childTnLst>
                        <p:par>
                          <p:cTn id="54" fill="hold">
                            <p:stCondLst>
                              <p:cond delay="0"/>
                            </p:stCondLst>
                            <p:childTnLst>
                              <p:par>
                                <p:cTn id="55" presetID="10" presetClass="exit" presetSubtype="0" fill="hold" grpId="3" nodeType="clickEffect">
                                  <p:stCondLst>
                                    <p:cond delay="0"/>
                                  </p:stCondLst>
                                  <p:childTnLst>
                                    <p:animEffect transition="out" filter="fade">
                                      <p:cBhvr>
                                        <p:cTn id="56" dur="500"/>
                                        <p:tgtEl>
                                          <p:spTgt spid="12"/>
                                        </p:tgtEl>
                                      </p:cBhvr>
                                    </p:animEffect>
                                    <p:set>
                                      <p:cBhvr>
                                        <p:cTn id="57" dur="1" fill="hold">
                                          <p:stCondLst>
                                            <p:cond delay="499"/>
                                          </p:stCondLst>
                                        </p:cTn>
                                        <p:tgtEl>
                                          <p:spTgt spid="12"/>
                                        </p:tgtEl>
                                        <p:attrNameLst>
                                          <p:attrName>style.visibility</p:attrName>
                                        </p:attrNameLst>
                                      </p:cBhvr>
                                      <p:to>
                                        <p:strVal val="hidden"/>
                                      </p:to>
                                    </p:set>
                                  </p:childTnLst>
                                </p:cTn>
                              </p:par>
                              <p:par>
                                <p:cTn id="58" presetID="10" presetClass="entr" presetSubtype="0" fill="hold" grpId="0" nodeType="withEffect">
                                  <p:stCondLst>
                                    <p:cond delay="0"/>
                                  </p:stCondLst>
                                  <p:childTnLst>
                                    <p:set>
                                      <p:cBhvr>
                                        <p:cTn id="59" dur="1" fill="hold">
                                          <p:stCondLst>
                                            <p:cond delay="0"/>
                                          </p:stCondLst>
                                        </p:cTn>
                                        <p:tgtEl>
                                          <p:spTgt spid="33"/>
                                        </p:tgtEl>
                                        <p:attrNameLst>
                                          <p:attrName>style.visibility</p:attrName>
                                        </p:attrNameLst>
                                      </p:cBhvr>
                                      <p:to>
                                        <p:strVal val="visible"/>
                                      </p:to>
                                    </p:set>
                                    <p:animEffect transition="in" filter="fade">
                                      <p:cBhvr>
                                        <p:cTn id="60" dur="500"/>
                                        <p:tgtEl>
                                          <p:spTgt spid="33"/>
                                        </p:tgtEl>
                                      </p:cBhvr>
                                    </p:animEffect>
                                  </p:childTnLst>
                                </p:cTn>
                              </p:par>
                            </p:childTnLst>
                          </p:cTn>
                        </p:par>
                      </p:childTnLst>
                    </p:cTn>
                  </p:par>
                  <p:par>
                    <p:cTn id="61" fill="hold">
                      <p:stCondLst>
                        <p:cond delay="indefinite"/>
                      </p:stCondLst>
                      <p:childTnLst>
                        <p:par>
                          <p:cTn id="62" fill="hold">
                            <p:stCondLst>
                              <p:cond delay="0"/>
                            </p:stCondLst>
                            <p:childTnLst>
                              <p:par>
                                <p:cTn id="63" presetID="2" presetClass="exit" presetSubtype="8" fill="hold" grpId="1" nodeType="clickEffect">
                                  <p:stCondLst>
                                    <p:cond delay="0"/>
                                  </p:stCondLst>
                                  <p:childTnLst>
                                    <p:anim calcmode="lin" valueType="num">
                                      <p:cBhvr additive="base">
                                        <p:cTn id="64" dur="500"/>
                                        <p:tgtEl>
                                          <p:spTgt spid="6"/>
                                        </p:tgtEl>
                                        <p:attrNameLst>
                                          <p:attrName>ppt_x</p:attrName>
                                        </p:attrNameLst>
                                      </p:cBhvr>
                                      <p:tavLst>
                                        <p:tav tm="0">
                                          <p:val>
                                            <p:strVal val="ppt_x"/>
                                          </p:val>
                                        </p:tav>
                                        <p:tav tm="100000">
                                          <p:val>
                                            <p:strVal val="0-ppt_w/2"/>
                                          </p:val>
                                        </p:tav>
                                      </p:tavLst>
                                    </p:anim>
                                    <p:anim calcmode="lin" valueType="num">
                                      <p:cBhvr additive="base">
                                        <p:cTn id="65" dur="500"/>
                                        <p:tgtEl>
                                          <p:spTgt spid="6"/>
                                        </p:tgtEl>
                                        <p:attrNameLst>
                                          <p:attrName>ppt_y</p:attrName>
                                        </p:attrNameLst>
                                      </p:cBhvr>
                                      <p:tavLst>
                                        <p:tav tm="0">
                                          <p:val>
                                            <p:strVal val="ppt_y"/>
                                          </p:val>
                                        </p:tav>
                                        <p:tav tm="100000">
                                          <p:val>
                                            <p:strVal val="ppt_y"/>
                                          </p:val>
                                        </p:tav>
                                      </p:tavLst>
                                    </p:anim>
                                    <p:set>
                                      <p:cBhvr>
                                        <p:cTn id="66" dur="1" fill="hold">
                                          <p:stCondLst>
                                            <p:cond delay="499"/>
                                          </p:stCondLst>
                                        </p:cTn>
                                        <p:tgtEl>
                                          <p:spTgt spid="6"/>
                                        </p:tgtEl>
                                        <p:attrNameLst>
                                          <p:attrName>style.visibility</p:attrName>
                                        </p:attrNameLst>
                                      </p:cBhvr>
                                      <p:to>
                                        <p:strVal val="hidden"/>
                                      </p:to>
                                    </p:set>
                                  </p:childTnLst>
                                </p:cTn>
                              </p:par>
                              <p:par>
                                <p:cTn id="67" presetID="2" presetClass="exit" presetSubtype="8" fill="hold" grpId="1" nodeType="withEffect">
                                  <p:stCondLst>
                                    <p:cond delay="0"/>
                                  </p:stCondLst>
                                  <p:childTnLst>
                                    <p:anim calcmode="lin" valueType="num">
                                      <p:cBhvr additive="base">
                                        <p:cTn id="68" dur="500"/>
                                        <p:tgtEl>
                                          <p:spTgt spid="7"/>
                                        </p:tgtEl>
                                        <p:attrNameLst>
                                          <p:attrName>ppt_x</p:attrName>
                                        </p:attrNameLst>
                                      </p:cBhvr>
                                      <p:tavLst>
                                        <p:tav tm="0">
                                          <p:val>
                                            <p:strVal val="ppt_x"/>
                                          </p:val>
                                        </p:tav>
                                        <p:tav tm="100000">
                                          <p:val>
                                            <p:strVal val="0-ppt_w/2"/>
                                          </p:val>
                                        </p:tav>
                                      </p:tavLst>
                                    </p:anim>
                                    <p:anim calcmode="lin" valueType="num">
                                      <p:cBhvr additive="base">
                                        <p:cTn id="69" dur="500"/>
                                        <p:tgtEl>
                                          <p:spTgt spid="7"/>
                                        </p:tgtEl>
                                        <p:attrNameLst>
                                          <p:attrName>ppt_y</p:attrName>
                                        </p:attrNameLst>
                                      </p:cBhvr>
                                      <p:tavLst>
                                        <p:tav tm="0">
                                          <p:val>
                                            <p:strVal val="ppt_y"/>
                                          </p:val>
                                        </p:tav>
                                        <p:tav tm="100000">
                                          <p:val>
                                            <p:strVal val="ppt_y"/>
                                          </p:val>
                                        </p:tav>
                                      </p:tavLst>
                                    </p:anim>
                                    <p:set>
                                      <p:cBhvr>
                                        <p:cTn id="70" dur="1" fill="hold">
                                          <p:stCondLst>
                                            <p:cond delay="499"/>
                                          </p:stCondLst>
                                        </p:cTn>
                                        <p:tgtEl>
                                          <p:spTgt spid="7"/>
                                        </p:tgtEl>
                                        <p:attrNameLst>
                                          <p:attrName>style.visibility</p:attrName>
                                        </p:attrNameLst>
                                      </p:cBhvr>
                                      <p:to>
                                        <p:strVal val="hidden"/>
                                      </p:to>
                                    </p:set>
                                  </p:childTnLst>
                                </p:cTn>
                              </p:par>
                              <p:par>
                                <p:cTn id="71" presetID="2" presetClass="exit" presetSubtype="8" fill="hold" grpId="1" nodeType="withEffect">
                                  <p:stCondLst>
                                    <p:cond delay="0"/>
                                  </p:stCondLst>
                                  <p:childTnLst>
                                    <p:anim calcmode="lin" valueType="num">
                                      <p:cBhvr additive="base">
                                        <p:cTn id="72" dur="500"/>
                                        <p:tgtEl>
                                          <p:spTgt spid="8"/>
                                        </p:tgtEl>
                                        <p:attrNameLst>
                                          <p:attrName>ppt_x</p:attrName>
                                        </p:attrNameLst>
                                      </p:cBhvr>
                                      <p:tavLst>
                                        <p:tav tm="0">
                                          <p:val>
                                            <p:strVal val="ppt_x"/>
                                          </p:val>
                                        </p:tav>
                                        <p:tav tm="100000">
                                          <p:val>
                                            <p:strVal val="0-ppt_w/2"/>
                                          </p:val>
                                        </p:tav>
                                      </p:tavLst>
                                    </p:anim>
                                    <p:anim calcmode="lin" valueType="num">
                                      <p:cBhvr additive="base">
                                        <p:cTn id="73" dur="500"/>
                                        <p:tgtEl>
                                          <p:spTgt spid="8"/>
                                        </p:tgtEl>
                                        <p:attrNameLst>
                                          <p:attrName>ppt_y</p:attrName>
                                        </p:attrNameLst>
                                      </p:cBhvr>
                                      <p:tavLst>
                                        <p:tav tm="0">
                                          <p:val>
                                            <p:strVal val="ppt_y"/>
                                          </p:val>
                                        </p:tav>
                                        <p:tav tm="100000">
                                          <p:val>
                                            <p:strVal val="ppt_y"/>
                                          </p:val>
                                        </p:tav>
                                      </p:tavLst>
                                    </p:anim>
                                    <p:set>
                                      <p:cBhvr>
                                        <p:cTn id="74" dur="1" fill="hold">
                                          <p:stCondLst>
                                            <p:cond delay="499"/>
                                          </p:stCondLst>
                                        </p:cTn>
                                        <p:tgtEl>
                                          <p:spTgt spid="8"/>
                                        </p:tgtEl>
                                        <p:attrNameLst>
                                          <p:attrName>style.visibility</p:attrName>
                                        </p:attrNameLst>
                                      </p:cBhvr>
                                      <p:to>
                                        <p:strVal val="hidden"/>
                                      </p:to>
                                    </p:set>
                                  </p:childTnLst>
                                </p:cTn>
                              </p:par>
                              <p:par>
                                <p:cTn id="75" presetID="2" presetClass="exit" presetSubtype="8" fill="hold" grpId="1" nodeType="withEffect">
                                  <p:stCondLst>
                                    <p:cond delay="0"/>
                                  </p:stCondLst>
                                  <p:childTnLst>
                                    <p:anim calcmode="lin" valueType="num">
                                      <p:cBhvr additive="base">
                                        <p:cTn id="76" dur="500"/>
                                        <p:tgtEl>
                                          <p:spTgt spid="9"/>
                                        </p:tgtEl>
                                        <p:attrNameLst>
                                          <p:attrName>ppt_x</p:attrName>
                                        </p:attrNameLst>
                                      </p:cBhvr>
                                      <p:tavLst>
                                        <p:tav tm="0">
                                          <p:val>
                                            <p:strVal val="ppt_x"/>
                                          </p:val>
                                        </p:tav>
                                        <p:tav tm="100000">
                                          <p:val>
                                            <p:strVal val="0-ppt_w/2"/>
                                          </p:val>
                                        </p:tav>
                                      </p:tavLst>
                                    </p:anim>
                                    <p:anim calcmode="lin" valueType="num">
                                      <p:cBhvr additive="base">
                                        <p:cTn id="77" dur="500"/>
                                        <p:tgtEl>
                                          <p:spTgt spid="9"/>
                                        </p:tgtEl>
                                        <p:attrNameLst>
                                          <p:attrName>ppt_y</p:attrName>
                                        </p:attrNameLst>
                                      </p:cBhvr>
                                      <p:tavLst>
                                        <p:tav tm="0">
                                          <p:val>
                                            <p:strVal val="ppt_y"/>
                                          </p:val>
                                        </p:tav>
                                        <p:tav tm="100000">
                                          <p:val>
                                            <p:strVal val="ppt_y"/>
                                          </p:val>
                                        </p:tav>
                                      </p:tavLst>
                                    </p:anim>
                                    <p:set>
                                      <p:cBhvr>
                                        <p:cTn id="78" dur="1" fill="hold">
                                          <p:stCondLst>
                                            <p:cond delay="499"/>
                                          </p:stCondLst>
                                        </p:cTn>
                                        <p:tgtEl>
                                          <p:spTgt spid="9"/>
                                        </p:tgtEl>
                                        <p:attrNameLst>
                                          <p:attrName>style.visibility</p:attrName>
                                        </p:attrNameLst>
                                      </p:cBhvr>
                                      <p:to>
                                        <p:strVal val="hidden"/>
                                      </p:to>
                                    </p:set>
                                  </p:childTnLst>
                                </p:cTn>
                              </p:par>
                              <p:par>
                                <p:cTn id="79" presetID="2" presetClass="exit" presetSubtype="8" fill="hold" grpId="1" nodeType="withEffect">
                                  <p:stCondLst>
                                    <p:cond delay="0"/>
                                  </p:stCondLst>
                                  <p:childTnLst>
                                    <p:anim calcmode="lin" valueType="num">
                                      <p:cBhvr additive="base">
                                        <p:cTn id="80" dur="500"/>
                                        <p:tgtEl>
                                          <p:spTgt spid="10"/>
                                        </p:tgtEl>
                                        <p:attrNameLst>
                                          <p:attrName>ppt_x</p:attrName>
                                        </p:attrNameLst>
                                      </p:cBhvr>
                                      <p:tavLst>
                                        <p:tav tm="0">
                                          <p:val>
                                            <p:strVal val="ppt_x"/>
                                          </p:val>
                                        </p:tav>
                                        <p:tav tm="100000">
                                          <p:val>
                                            <p:strVal val="0-ppt_w/2"/>
                                          </p:val>
                                        </p:tav>
                                      </p:tavLst>
                                    </p:anim>
                                    <p:anim calcmode="lin" valueType="num">
                                      <p:cBhvr additive="base">
                                        <p:cTn id="81" dur="500"/>
                                        <p:tgtEl>
                                          <p:spTgt spid="10"/>
                                        </p:tgtEl>
                                        <p:attrNameLst>
                                          <p:attrName>ppt_y</p:attrName>
                                        </p:attrNameLst>
                                      </p:cBhvr>
                                      <p:tavLst>
                                        <p:tav tm="0">
                                          <p:val>
                                            <p:strVal val="ppt_y"/>
                                          </p:val>
                                        </p:tav>
                                        <p:tav tm="100000">
                                          <p:val>
                                            <p:strVal val="ppt_y"/>
                                          </p:val>
                                        </p:tav>
                                      </p:tavLst>
                                    </p:anim>
                                    <p:set>
                                      <p:cBhvr>
                                        <p:cTn id="82" dur="1" fill="hold">
                                          <p:stCondLst>
                                            <p:cond delay="499"/>
                                          </p:stCondLst>
                                        </p:cTn>
                                        <p:tgtEl>
                                          <p:spTgt spid="10"/>
                                        </p:tgtEl>
                                        <p:attrNameLst>
                                          <p:attrName>style.visibility</p:attrName>
                                        </p:attrNameLst>
                                      </p:cBhvr>
                                      <p:to>
                                        <p:strVal val="hidden"/>
                                      </p:to>
                                    </p:set>
                                  </p:childTnLst>
                                </p:cTn>
                              </p:par>
                              <p:par>
                                <p:cTn id="83" presetID="2" presetClass="exit" presetSubtype="8" fill="hold" grpId="1" nodeType="withEffect">
                                  <p:stCondLst>
                                    <p:cond delay="0"/>
                                  </p:stCondLst>
                                  <p:childTnLst>
                                    <p:anim calcmode="lin" valueType="num">
                                      <p:cBhvr additive="base">
                                        <p:cTn id="84" dur="500"/>
                                        <p:tgtEl>
                                          <p:spTgt spid="11"/>
                                        </p:tgtEl>
                                        <p:attrNameLst>
                                          <p:attrName>ppt_x</p:attrName>
                                        </p:attrNameLst>
                                      </p:cBhvr>
                                      <p:tavLst>
                                        <p:tav tm="0">
                                          <p:val>
                                            <p:strVal val="ppt_x"/>
                                          </p:val>
                                        </p:tav>
                                        <p:tav tm="100000">
                                          <p:val>
                                            <p:strVal val="0-ppt_w/2"/>
                                          </p:val>
                                        </p:tav>
                                      </p:tavLst>
                                    </p:anim>
                                    <p:anim calcmode="lin" valueType="num">
                                      <p:cBhvr additive="base">
                                        <p:cTn id="85" dur="500"/>
                                        <p:tgtEl>
                                          <p:spTgt spid="11"/>
                                        </p:tgtEl>
                                        <p:attrNameLst>
                                          <p:attrName>ppt_y</p:attrName>
                                        </p:attrNameLst>
                                      </p:cBhvr>
                                      <p:tavLst>
                                        <p:tav tm="0">
                                          <p:val>
                                            <p:strVal val="ppt_y"/>
                                          </p:val>
                                        </p:tav>
                                        <p:tav tm="100000">
                                          <p:val>
                                            <p:strVal val="ppt_y"/>
                                          </p:val>
                                        </p:tav>
                                      </p:tavLst>
                                    </p:anim>
                                    <p:set>
                                      <p:cBhvr>
                                        <p:cTn id="86" dur="1" fill="hold">
                                          <p:stCondLst>
                                            <p:cond delay="499"/>
                                          </p:stCondLst>
                                        </p:cTn>
                                        <p:tgtEl>
                                          <p:spTgt spid="11"/>
                                        </p:tgtEl>
                                        <p:attrNameLst>
                                          <p:attrName>style.visibility</p:attrName>
                                        </p:attrNameLst>
                                      </p:cBhvr>
                                      <p:to>
                                        <p:strVal val="hidden"/>
                                      </p:to>
                                    </p:set>
                                  </p:childTnLst>
                                </p:cTn>
                              </p:par>
                              <p:par>
                                <p:cTn id="87" presetID="2" presetClass="exit" presetSubtype="8" fill="hold" grpId="1" nodeType="withEffect">
                                  <p:stCondLst>
                                    <p:cond delay="0"/>
                                  </p:stCondLst>
                                  <p:childTnLst>
                                    <p:anim calcmode="lin" valueType="num">
                                      <p:cBhvr additive="base">
                                        <p:cTn id="88" dur="500"/>
                                        <p:tgtEl>
                                          <p:spTgt spid="35"/>
                                        </p:tgtEl>
                                        <p:attrNameLst>
                                          <p:attrName>ppt_x</p:attrName>
                                        </p:attrNameLst>
                                      </p:cBhvr>
                                      <p:tavLst>
                                        <p:tav tm="0">
                                          <p:val>
                                            <p:strVal val="ppt_x"/>
                                          </p:val>
                                        </p:tav>
                                        <p:tav tm="100000">
                                          <p:val>
                                            <p:strVal val="0-ppt_w/2"/>
                                          </p:val>
                                        </p:tav>
                                      </p:tavLst>
                                    </p:anim>
                                    <p:anim calcmode="lin" valueType="num">
                                      <p:cBhvr additive="base">
                                        <p:cTn id="89" dur="500"/>
                                        <p:tgtEl>
                                          <p:spTgt spid="35"/>
                                        </p:tgtEl>
                                        <p:attrNameLst>
                                          <p:attrName>ppt_y</p:attrName>
                                        </p:attrNameLst>
                                      </p:cBhvr>
                                      <p:tavLst>
                                        <p:tav tm="0">
                                          <p:val>
                                            <p:strVal val="ppt_y"/>
                                          </p:val>
                                        </p:tav>
                                        <p:tav tm="100000">
                                          <p:val>
                                            <p:strVal val="ppt_y"/>
                                          </p:val>
                                        </p:tav>
                                      </p:tavLst>
                                    </p:anim>
                                    <p:set>
                                      <p:cBhvr>
                                        <p:cTn id="90" dur="1" fill="hold">
                                          <p:stCondLst>
                                            <p:cond delay="499"/>
                                          </p:stCondLst>
                                        </p:cTn>
                                        <p:tgtEl>
                                          <p:spTgt spid="35"/>
                                        </p:tgtEl>
                                        <p:attrNameLst>
                                          <p:attrName>style.visibility</p:attrName>
                                        </p:attrNameLst>
                                      </p:cBhvr>
                                      <p:to>
                                        <p:strVal val="hidden"/>
                                      </p:to>
                                    </p:set>
                                  </p:childTnLst>
                                </p:cTn>
                              </p:par>
                              <p:par>
                                <p:cTn id="91" presetID="2" presetClass="exit" presetSubtype="8" fill="hold" grpId="1" nodeType="withEffect">
                                  <p:stCondLst>
                                    <p:cond delay="0"/>
                                  </p:stCondLst>
                                  <p:childTnLst>
                                    <p:anim calcmode="lin" valueType="num">
                                      <p:cBhvr additive="base">
                                        <p:cTn id="92" dur="500"/>
                                        <p:tgtEl>
                                          <p:spTgt spid="13"/>
                                        </p:tgtEl>
                                        <p:attrNameLst>
                                          <p:attrName>ppt_x</p:attrName>
                                        </p:attrNameLst>
                                      </p:cBhvr>
                                      <p:tavLst>
                                        <p:tav tm="0">
                                          <p:val>
                                            <p:strVal val="ppt_x"/>
                                          </p:val>
                                        </p:tav>
                                        <p:tav tm="100000">
                                          <p:val>
                                            <p:strVal val="0-ppt_w/2"/>
                                          </p:val>
                                        </p:tav>
                                      </p:tavLst>
                                    </p:anim>
                                    <p:anim calcmode="lin" valueType="num">
                                      <p:cBhvr additive="base">
                                        <p:cTn id="93" dur="500"/>
                                        <p:tgtEl>
                                          <p:spTgt spid="13"/>
                                        </p:tgtEl>
                                        <p:attrNameLst>
                                          <p:attrName>ppt_y</p:attrName>
                                        </p:attrNameLst>
                                      </p:cBhvr>
                                      <p:tavLst>
                                        <p:tav tm="0">
                                          <p:val>
                                            <p:strVal val="ppt_y"/>
                                          </p:val>
                                        </p:tav>
                                        <p:tav tm="100000">
                                          <p:val>
                                            <p:strVal val="ppt_y"/>
                                          </p:val>
                                        </p:tav>
                                      </p:tavLst>
                                    </p:anim>
                                    <p:set>
                                      <p:cBhvr>
                                        <p:cTn id="94" dur="1" fill="hold">
                                          <p:stCondLst>
                                            <p:cond delay="499"/>
                                          </p:stCondLst>
                                        </p:cTn>
                                        <p:tgtEl>
                                          <p:spTgt spid="13"/>
                                        </p:tgtEl>
                                        <p:attrNameLst>
                                          <p:attrName>style.visibility</p:attrName>
                                        </p:attrNameLst>
                                      </p:cBhvr>
                                      <p:to>
                                        <p:strVal val="hidden"/>
                                      </p:to>
                                    </p:set>
                                  </p:childTnLst>
                                </p:cTn>
                              </p:par>
                              <p:par>
                                <p:cTn id="95" presetID="2" presetClass="exit" presetSubtype="8" fill="hold" grpId="1" nodeType="withEffect">
                                  <p:stCondLst>
                                    <p:cond delay="0"/>
                                  </p:stCondLst>
                                  <p:childTnLst>
                                    <p:anim calcmode="lin" valueType="num">
                                      <p:cBhvr additive="base">
                                        <p:cTn id="96" dur="500"/>
                                        <p:tgtEl>
                                          <p:spTgt spid="3"/>
                                        </p:tgtEl>
                                        <p:attrNameLst>
                                          <p:attrName>ppt_x</p:attrName>
                                        </p:attrNameLst>
                                      </p:cBhvr>
                                      <p:tavLst>
                                        <p:tav tm="0">
                                          <p:val>
                                            <p:strVal val="ppt_x"/>
                                          </p:val>
                                        </p:tav>
                                        <p:tav tm="100000">
                                          <p:val>
                                            <p:strVal val="0-ppt_w/2"/>
                                          </p:val>
                                        </p:tav>
                                      </p:tavLst>
                                    </p:anim>
                                    <p:anim calcmode="lin" valueType="num">
                                      <p:cBhvr additive="base">
                                        <p:cTn id="97" dur="500"/>
                                        <p:tgtEl>
                                          <p:spTgt spid="3"/>
                                        </p:tgtEl>
                                        <p:attrNameLst>
                                          <p:attrName>ppt_y</p:attrName>
                                        </p:attrNameLst>
                                      </p:cBhvr>
                                      <p:tavLst>
                                        <p:tav tm="0">
                                          <p:val>
                                            <p:strVal val="ppt_y"/>
                                          </p:val>
                                        </p:tav>
                                        <p:tav tm="100000">
                                          <p:val>
                                            <p:strVal val="ppt_y"/>
                                          </p:val>
                                        </p:tav>
                                      </p:tavLst>
                                    </p:anim>
                                    <p:set>
                                      <p:cBhvr>
                                        <p:cTn id="98" dur="1" fill="hold">
                                          <p:stCondLst>
                                            <p:cond delay="499"/>
                                          </p:stCondLst>
                                        </p:cTn>
                                        <p:tgtEl>
                                          <p:spTgt spid="3"/>
                                        </p:tgtEl>
                                        <p:attrNameLst>
                                          <p:attrName>style.visibility</p:attrName>
                                        </p:attrNameLst>
                                      </p:cBhvr>
                                      <p:to>
                                        <p:strVal val="hidden"/>
                                      </p:to>
                                    </p:set>
                                  </p:childTnLst>
                                </p:cTn>
                              </p:par>
                              <p:par>
                                <p:cTn id="99" presetID="2" presetClass="exit" presetSubtype="8" fill="hold" grpId="1" nodeType="withEffect">
                                  <p:stCondLst>
                                    <p:cond delay="0"/>
                                  </p:stCondLst>
                                  <p:childTnLst>
                                    <p:anim calcmode="lin" valueType="num">
                                      <p:cBhvr additive="base">
                                        <p:cTn id="100" dur="500"/>
                                        <p:tgtEl>
                                          <p:spTgt spid="4"/>
                                        </p:tgtEl>
                                        <p:attrNameLst>
                                          <p:attrName>ppt_x</p:attrName>
                                        </p:attrNameLst>
                                      </p:cBhvr>
                                      <p:tavLst>
                                        <p:tav tm="0">
                                          <p:val>
                                            <p:strVal val="ppt_x"/>
                                          </p:val>
                                        </p:tav>
                                        <p:tav tm="100000">
                                          <p:val>
                                            <p:strVal val="0-ppt_w/2"/>
                                          </p:val>
                                        </p:tav>
                                      </p:tavLst>
                                    </p:anim>
                                    <p:anim calcmode="lin" valueType="num">
                                      <p:cBhvr additive="base">
                                        <p:cTn id="101" dur="500"/>
                                        <p:tgtEl>
                                          <p:spTgt spid="4"/>
                                        </p:tgtEl>
                                        <p:attrNameLst>
                                          <p:attrName>ppt_y</p:attrName>
                                        </p:attrNameLst>
                                      </p:cBhvr>
                                      <p:tavLst>
                                        <p:tav tm="0">
                                          <p:val>
                                            <p:strVal val="ppt_y"/>
                                          </p:val>
                                        </p:tav>
                                        <p:tav tm="100000">
                                          <p:val>
                                            <p:strVal val="ppt_y"/>
                                          </p:val>
                                        </p:tav>
                                      </p:tavLst>
                                    </p:anim>
                                    <p:set>
                                      <p:cBhvr>
                                        <p:cTn id="102" dur="1" fill="hold">
                                          <p:stCondLst>
                                            <p:cond delay="499"/>
                                          </p:stCondLst>
                                        </p:cTn>
                                        <p:tgtEl>
                                          <p:spTgt spid="4"/>
                                        </p:tgtEl>
                                        <p:attrNameLst>
                                          <p:attrName>style.visibility</p:attrName>
                                        </p:attrNameLst>
                                      </p:cBhvr>
                                      <p:to>
                                        <p:strVal val="hidden"/>
                                      </p:to>
                                    </p:set>
                                  </p:childTnLst>
                                </p:cTn>
                              </p:par>
                              <p:par>
                                <p:cTn id="103" presetID="2" presetClass="exit" presetSubtype="8" fill="hold" grpId="1" nodeType="withEffect">
                                  <p:stCondLst>
                                    <p:cond delay="0"/>
                                  </p:stCondLst>
                                  <p:childTnLst>
                                    <p:anim calcmode="lin" valueType="num">
                                      <p:cBhvr additive="base">
                                        <p:cTn id="104" dur="500"/>
                                        <p:tgtEl>
                                          <p:spTgt spid="12"/>
                                        </p:tgtEl>
                                        <p:attrNameLst>
                                          <p:attrName>ppt_x</p:attrName>
                                        </p:attrNameLst>
                                      </p:cBhvr>
                                      <p:tavLst>
                                        <p:tav tm="0">
                                          <p:val>
                                            <p:strVal val="ppt_x"/>
                                          </p:val>
                                        </p:tav>
                                        <p:tav tm="100000">
                                          <p:val>
                                            <p:strVal val="0-ppt_w/2"/>
                                          </p:val>
                                        </p:tav>
                                      </p:tavLst>
                                    </p:anim>
                                    <p:anim calcmode="lin" valueType="num">
                                      <p:cBhvr additive="base">
                                        <p:cTn id="105" dur="500"/>
                                        <p:tgtEl>
                                          <p:spTgt spid="12"/>
                                        </p:tgtEl>
                                        <p:attrNameLst>
                                          <p:attrName>ppt_y</p:attrName>
                                        </p:attrNameLst>
                                      </p:cBhvr>
                                      <p:tavLst>
                                        <p:tav tm="0">
                                          <p:val>
                                            <p:strVal val="ppt_y"/>
                                          </p:val>
                                        </p:tav>
                                        <p:tav tm="100000">
                                          <p:val>
                                            <p:strVal val="ppt_y"/>
                                          </p:val>
                                        </p:tav>
                                      </p:tavLst>
                                    </p:anim>
                                    <p:set>
                                      <p:cBhvr>
                                        <p:cTn id="106" dur="1" fill="hold">
                                          <p:stCondLst>
                                            <p:cond delay="499"/>
                                          </p:stCondLst>
                                        </p:cTn>
                                        <p:tgtEl>
                                          <p:spTgt spid="12"/>
                                        </p:tgtEl>
                                        <p:attrNameLst>
                                          <p:attrName>style.visibility</p:attrName>
                                        </p:attrNameLst>
                                      </p:cBhvr>
                                      <p:to>
                                        <p:strVal val="hidden"/>
                                      </p:to>
                                    </p:set>
                                  </p:childTnLst>
                                </p:cTn>
                              </p:par>
                            </p:childTnLst>
                          </p:cTn>
                        </p:par>
                      </p:childTnLst>
                    </p:cTn>
                  </p:par>
                  <p:par>
                    <p:cTn id="107" fill="hold">
                      <p:stCondLst>
                        <p:cond delay="indefinite"/>
                      </p:stCondLst>
                      <p:childTnLst>
                        <p:par>
                          <p:cTn id="108" fill="hold">
                            <p:stCondLst>
                              <p:cond delay="0"/>
                            </p:stCondLst>
                            <p:childTnLst>
                              <p:par>
                                <p:cTn id="109" presetID="42" presetClass="entr" presetSubtype="0" fill="hold" grpId="0" nodeType="clickEffect">
                                  <p:stCondLst>
                                    <p:cond delay="0"/>
                                  </p:stCondLst>
                                  <p:childTnLst>
                                    <p:set>
                                      <p:cBhvr>
                                        <p:cTn id="110" dur="1" fill="hold">
                                          <p:stCondLst>
                                            <p:cond delay="0"/>
                                          </p:stCondLst>
                                        </p:cTn>
                                        <p:tgtEl>
                                          <p:spTgt spid="15">
                                            <p:txEl>
                                              <p:pRg st="0" end="0"/>
                                            </p:txEl>
                                          </p:spTgt>
                                        </p:tgtEl>
                                        <p:attrNameLst>
                                          <p:attrName>style.visibility</p:attrName>
                                        </p:attrNameLst>
                                      </p:cBhvr>
                                      <p:to>
                                        <p:strVal val="visible"/>
                                      </p:to>
                                    </p:set>
                                    <p:animEffect transition="in" filter="fade">
                                      <p:cBhvr>
                                        <p:cTn id="111" dur="1000"/>
                                        <p:tgtEl>
                                          <p:spTgt spid="15">
                                            <p:txEl>
                                              <p:pRg st="0" end="0"/>
                                            </p:txEl>
                                          </p:spTgt>
                                        </p:tgtEl>
                                      </p:cBhvr>
                                    </p:animEffect>
                                    <p:anim calcmode="lin" valueType="num">
                                      <p:cBhvr>
                                        <p:cTn id="112" dur="1000" fill="hold"/>
                                        <p:tgtEl>
                                          <p:spTgt spid="15">
                                            <p:txEl>
                                              <p:pRg st="0" end="0"/>
                                            </p:txEl>
                                          </p:spTgt>
                                        </p:tgtEl>
                                        <p:attrNameLst>
                                          <p:attrName>ppt_x</p:attrName>
                                        </p:attrNameLst>
                                      </p:cBhvr>
                                      <p:tavLst>
                                        <p:tav tm="0">
                                          <p:val>
                                            <p:strVal val="#ppt_x"/>
                                          </p:val>
                                        </p:tav>
                                        <p:tav tm="100000">
                                          <p:val>
                                            <p:strVal val="#ppt_x"/>
                                          </p:val>
                                        </p:tav>
                                      </p:tavLst>
                                    </p:anim>
                                    <p:anim calcmode="lin" valueType="num">
                                      <p:cBhvr>
                                        <p:cTn id="113" dur="1000" fill="hold"/>
                                        <p:tgtEl>
                                          <p:spTgt spid="15">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14" fill="hold">
                      <p:stCondLst>
                        <p:cond delay="indefinite"/>
                      </p:stCondLst>
                      <p:childTnLst>
                        <p:par>
                          <p:cTn id="115" fill="hold">
                            <p:stCondLst>
                              <p:cond delay="0"/>
                            </p:stCondLst>
                            <p:childTnLst>
                              <p:par>
                                <p:cTn id="116" presetID="42" presetClass="entr" presetSubtype="0" fill="hold" grpId="0" nodeType="clickEffect">
                                  <p:stCondLst>
                                    <p:cond delay="0"/>
                                  </p:stCondLst>
                                  <p:childTnLst>
                                    <p:set>
                                      <p:cBhvr>
                                        <p:cTn id="117" dur="1" fill="hold">
                                          <p:stCondLst>
                                            <p:cond delay="0"/>
                                          </p:stCondLst>
                                        </p:cTn>
                                        <p:tgtEl>
                                          <p:spTgt spid="15">
                                            <p:txEl>
                                              <p:pRg st="3" end="3"/>
                                            </p:txEl>
                                          </p:spTgt>
                                        </p:tgtEl>
                                        <p:attrNameLst>
                                          <p:attrName>style.visibility</p:attrName>
                                        </p:attrNameLst>
                                      </p:cBhvr>
                                      <p:to>
                                        <p:strVal val="visible"/>
                                      </p:to>
                                    </p:set>
                                    <p:animEffect transition="in" filter="fade">
                                      <p:cBhvr>
                                        <p:cTn id="118" dur="1000"/>
                                        <p:tgtEl>
                                          <p:spTgt spid="15">
                                            <p:txEl>
                                              <p:pRg st="3" end="3"/>
                                            </p:txEl>
                                          </p:spTgt>
                                        </p:tgtEl>
                                      </p:cBhvr>
                                    </p:animEffect>
                                    <p:anim calcmode="lin" valueType="num">
                                      <p:cBhvr>
                                        <p:cTn id="119" dur="1000" fill="hold"/>
                                        <p:tgtEl>
                                          <p:spTgt spid="15">
                                            <p:txEl>
                                              <p:pRg st="3" end="3"/>
                                            </p:txEl>
                                          </p:spTgt>
                                        </p:tgtEl>
                                        <p:attrNameLst>
                                          <p:attrName>ppt_x</p:attrName>
                                        </p:attrNameLst>
                                      </p:cBhvr>
                                      <p:tavLst>
                                        <p:tav tm="0">
                                          <p:val>
                                            <p:strVal val="#ppt_x"/>
                                          </p:val>
                                        </p:tav>
                                        <p:tav tm="100000">
                                          <p:val>
                                            <p:strVal val="#ppt_x"/>
                                          </p:val>
                                        </p:tav>
                                      </p:tavLst>
                                    </p:anim>
                                    <p:anim calcmode="lin" valueType="num">
                                      <p:cBhvr>
                                        <p:cTn id="120" dur="1000" fill="hold"/>
                                        <p:tgtEl>
                                          <p:spTgt spid="15">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121" fill="hold">
                      <p:stCondLst>
                        <p:cond delay="indefinite"/>
                      </p:stCondLst>
                      <p:childTnLst>
                        <p:par>
                          <p:cTn id="122" fill="hold">
                            <p:stCondLst>
                              <p:cond delay="0"/>
                            </p:stCondLst>
                            <p:childTnLst>
                              <p:par>
                                <p:cTn id="123" presetID="42" presetClass="entr" presetSubtype="0" fill="hold" grpId="0" nodeType="clickEffect">
                                  <p:stCondLst>
                                    <p:cond delay="0"/>
                                  </p:stCondLst>
                                  <p:childTnLst>
                                    <p:set>
                                      <p:cBhvr>
                                        <p:cTn id="124" dur="1" fill="hold">
                                          <p:stCondLst>
                                            <p:cond delay="0"/>
                                          </p:stCondLst>
                                        </p:cTn>
                                        <p:tgtEl>
                                          <p:spTgt spid="15">
                                            <p:txEl>
                                              <p:pRg st="6" end="6"/>
                                            </p:txEl>
                                          </p:spTgt>
                                        </p:tgtEl>
                                        <p:attrNameLst>
                                          <p:attrName>style.visibility</p:attrName>
                                        </p:attrNameLst>
                                      </p:cBhvr>
                                      <p:to>
                                        <p:strVal val="visible"/>
                                      </p:to>
                                    </p:set>
                                    <p:animEffect transition="in" filter="fade">
                                      <p:cBhvr>
                                        <p:cTn id="125" dur="1000"/>
                                        <p:tgtEl>
                                          <p:spTgt spid="15">
                                            <p:txEl>
                                              <p:pRg st="6" end="6"/>
                                            </p:txEl>
                                          </p:spTgt>
                                        </p:tgtEl>
                                      </p:cBhvr>
                                    </p:animEffect>
                                    <p:anim calcmode="lin" valueType="num">
                                      <p:cBhvr>
                                        <p:cTn id="126" dur="1000" fill="hold"/>
                                        <p:tgtEl>
                                          <p:spTgt spid="15">
                                            <p:txEl>
                                              <p:pRg st="6" end="6"/>
                                            </p:txEl>
                                          </p:spTgt>
                                        </p:tgtEl>
                                        <p:attrNameLst>
                                          <p:attrName>ppt_x</p:attrName>
                                        </p:attrNameLst>
                                      </p:cBhvr>
                                      <p:tavLst>
                                        <p:tav tm="0">
                                          <p:val>
                                            <p:strVal val="#ppt_x"/>
                                          </p:val>
                                        </p:tav>
                                        <p:tav tm="100000">
                                          <p:val>
                                            <p:strVal val="#ppt_x"/>
                                          </p:val>
                                        </p:tav>
                                      </p:tavLst>
                                    </p:anim>
                                    <p:anim calcmode="lin" valueType="num">
                                      <p:cBhvr>
                                        <p:cTn id="127" dur="1000" fill="hold"/>
                                        <p:tgtEl>
                                          <p:spTgt spid="15">
                                            <p:txEl>
                                              <p:pRg st="6" end="6"/>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6" grpId="1" animBg="1"/>
      <p:bldP spid="7" grpId="0" animBg="1"/>
      <p:bldP spid="7" grpId="1" animBg="1"/>
      <p:bldP spid="8" grpId="0" animBg="1"/>
      <p:bldP spid="8" grpId="1" animBg="1"/>
      <p:bldP spid="9" grpId="0" animBg="1"/>
      <p:bldP spid="9" grpId="1" animBg="1"/>
      <p:bldP spid="10" grpId="0" animBg="1"/>
      <p:bldP spid="10" grpId="1" animBg="1"/>
      <p:bldP spid="11" grpId="0" animBg="1"/>
      <p:bldP spid="11" grpId="1" animBg="1"/>
      <p:bldP spid="33" grpId="0"/>
      <p:bldP spid="35" grpId="0" animBg="1"/>
      <p:bldP spid="35" grpId="1" animBg="1"/>
      <p:bldP spid="13" grpId="0" animBg="1"/>
      <p:bldP spid="13" grpId="1" animBg="1"/>
      <p:bldP spid="3" grpId="0" animBg="1"/>
      <p:bldP spid="3" grpId="1" animBg="1"/>
      <p:bldP spid="4" grpId="0" animBg="1"/>
      <p:bldP spid="4" grpId="1" animBg="1"/>
      <p:bldP spid="12" grpId="0" animBg="1"/>
      <p:bldP spid="12" grpId="1" animBg="1"/>
      <p:bldP spid="12" grpId="2" animBg="1"/>
      <p:bldP spid="12" grpId="3" animBg="1"/>
      <p:bldP spid="15" grpId="0" build="p"/>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Google Shape;159;p34"/>
          <p:cNvSpPr txBox="1">
            <a:spLocks noGrp="1"/>
          </p:cNvSpPr>
          <p:nvPr>
            <p:ph type="ctrTitle"/>
          </p:nvPr>
        </p:nvSpPr>
        <p:spPr>
          <a:xfrm>
            <a:off x="2985950" y="328074"/>
            <a:ext cx="2891973" cy="51075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GB" sz="2400" u="sng" dirty="0"/>
              <a:t>REFERENCES</a:t>
            </a:r>
            <a:endParaRPr sz="2400" u="sng" dirty="0"/>
          </a:p>
        </p:txBody>
      </p:sp>
      <p:sp>
        <p:nvSpPr>
          <p:cNvPr id="8" name="Rectangle 7"/>
          <p:cNvSpPr/>
          <p:nvPr/>
        </p:nvSpPr>
        <p:spPr>
          <a:xfrm>
            <a:off x="705756" y="838824"/>
            <a:ext cx="7452360" cy="4267835"/>
          </a:xfrm>
          <a:prstGeom prst="rect">
            <a:avLst/>
          </a:prstGeom>
        </p:spPr>
        <p:txBody>
          <a:bodyPr wrap="square">
            <a:spAutoFit/>
          </a:bodyPr>
          <a:lstStyle/>
          <a:p>
            <a:pPr marL="495300" indent="-342900">
              <a:spcBef>
                <a:spcPts val="1000"/>
              </a:spcBef>
              <a:buSzPts val="1200"/>
              <a:buFont typeface="+mj-lt"/>
              <a:buAutoNum type="arabicPeriod"/>
            </a:pPr>
            <a:r>
              <a:rPr lang="en-IN" dirty="0"/>
              <a:t>A. </a:t>
            </a:r>
            <a:r>
              <a:rPr lang="en-IN" dirty="0" err="1"/>
              <a:t>Grattafiori</a:t>
            </a:r>
            <a:r>
              <a:rPr lang="en-IN" dirty="0"/>
              <a:t> </a:t>
            </a:r>
            <a:r>
              <a:rPr lang="en-IN" i="1" dirty="0"/>
              <a:t>et al.</a:t>
            </a:r>
            <a:r>
              <a:rPr lang="en-IN" dirty="0"/>
              <a:t>, “The </a:t>
            </a:r>
            <a:r>
              <a:rPr lang="en-IN" dirty="0" err="1"/>
              <a:t>LLaMA</a:t>
            </a:r>
            <a:r>
              <a:rPr lang="en-IN" dirty="0"/>
              <a:t> 3 Herd of Models,” </a:t>
            </a:r>
            <a:r>
              <a:rPr lang="en-IN" i="1" dirty="0" err="1"/>
              <a:t>arXiv</a:t>
            </a:r>
            <a:r>
              <a:rPr lang="en-IN" i="1" dirty="0"/>
              <a:t> preprint</a:t>
            </a:r>
            <a:r>
              <a:rPr lang="en-IN" dirty="0"/>
              <a:t> arXiv:2407.21783, 2024. [Online]. Available: </a:t>
            </a:r>
            <a:r>
              <a:rPr lang="en-IN" dirty="0">
                <a:hlinkClick r:id="rId2"/>
              </a:rPr>
              <a:t>https://arxiv.org/abs/2407.21783</a:t>
            </a:r>
            <a:endParaRPr lang="en-IN" dirty="0"/>
          </a:p>
          <a:p>
            <a:pPr marL="495300" indent="-342900">
              <a:spcBef>
                <a:spcPts val="1000"/>
              </a:spcBef>
              <a:buSzPts val="1200"/>
              <a:buFont typeface="+mj-lt"/>
              <a:buAutoNum type="arabicPeriod"/>
            </a:pPr>
            <a:r>
              <a:rPr lang="en-US" dirty="0"/>
              <a:t>C. Turner, “Fine tuning Hugging Face LLM’s with </a:t>
            </a:r>
            <a:r>
              <a:rPr lang="en-US" dirty="0" err="1"/>
              <a:t>QLoRA</a:t>
            </a:r>
            <a:r>
              <a:rPr lang="en-US" dirty="0"/>
              <a:t>,” </a:t>
            </a:r>
            <a:r>
              <a:rPr lang="en-US" i="1" dirty="0"/>
              <a:t>Medium</a:t>
            </a:r>
            <a:r>
              <a:rPr lang="en-US" dirty="0"/>
              <a:t>, Jun. 3, 2025. [Online]. Available: </a:t>
            </a:r>
            <a:r>
              <a:rPr lang="en-US" dirty="0">
                <a:hlinkClick r:id="rId3"/>
              </a:rPr>
              <a:t>https://medium.com/@clturner23/fine-tuning-hugging-face-llms-with-qlora-31be90a49a41</a:t>
            </a:r>
            <a:r>
              <a:rPr lang="en-US" dirty="0"/>
              <a:t>. [Accessed: Jan. 9, 2026]. </a:t>
            </a:r>
            <a:endParaRPr lang="en-IN" dirty="0"/>
          </a:p>
          <a:p>
            <a:pPr marL="495300" indent="-342900">
              <a:spcBef>
                <a:spcPts val="1000"/>
              </a:spcBef>
              <a:buSzPts val="1200"/>
              <a:buFont typeface="+mj-lt"/>
              <a:buAutoNum type="arabicPeriod"/>
            </a:pPr>
            <a:r>
              <a:rPr lang="en-IN" dirty="0"/>
              <a:t>A. Wang, A. Singh, J. Michael, F. Hill, O. Levy, and S. Bowman, “GLUE: A Multi-Task Benchmark and Analysis Platform for Natural Language Understanding,” </a:t>
            </a:r>
            <a:r>
              <a:rPr lang="en-IN" i="1" dirty="0"/>
              <a:t>Proc. Int. Conf. Learn. Representations (ICLR)</a:t>
            </a:r>
            <a:r>
              <a:rPr lang="en-IN" dirty="0"/>
              <a:t>, 2019. [Online]. Available: </a:t>
            </a:r>
            <a:r>
              <a:rPr lang="en-IN" dirty="0">
                <a:hlinkClick r:id="rId4"/>
              </a:rPr>
              <a:t>https://gluebenchmark.com/</a:t>
            </a:r>
            <a:endParaRPr lang="en-IN" dirty="0"/>
          </a:p>
          <a:p>
            <a:pPr marL="495300" indent="-342900">
              <a:spcBef>
                <a:spcPts val="1000"/>
              </a:spcBef>
              <a:buSzPts val="1200"/>
              <a:buFont typeface="+mj-lt"/>
              <a:buAutoNum type="arabicPeriod"/>
            </a:pPr>
            <a:r>
              <a:rPr lang="en-IN" dirty="0"/>
              <a:t>A. Wang, Y. </a:t>
            </a:r>
            <a:r>
              <a:rPr lang="en-IN" dirty="0" err="1"/>
              <a:t>Pruksachatkun</a:t>
            </a:r>
            <a:r>
              <a:rPr lang="en-IN" dirty="0"/>
              <a:t>, N. Nangia, A. Singh, J. Michael, F. Hill, O. Levy, and S. Bowman, “</a:t>
            </a:r>
            <a:r>
              <a:rPr lang="en-IN" dirty="0" err="1"/>
              <a:t>SuperGLUE</a:t>
            </a:r>
            <a:r>
              <a:rPr lang="en-IN" dirty="0"/>
              <a:t>: A Stickier Benchmark for General-Purpose Language Understanding Systems,” </a:t>
            </a:r>
            <a:r>
              <a:rPr lang="en-IN" i="1" dirty="0"/>
              <a:t>Adv. Neural Inf. Process. Syst. (</a:t>
            </a:r>
            <a:r>
              <a:rPr lang="en-IN" i="1" dirty="0" err="1"/>
              <a:t>NeurIPS</a:t>
            </a:r>
            <a:r>
              <a:rPr lang="en-IN" i="1" dirty="0"/>
              <a:t>)</a:t>
            </a:r>
            <a:r>
              <a:rPr lang="en-IN" dirty="0"/>
              <a:t>, vol. 32, 2019. [Online]. Available: </a:t>
            </a:r>
            <a:r>
              <a:rPr lang="en-IN" dirty="0">
                <a:hlinkClick r:id="rId5"/>
              </a:rPr>
              <a:t>https://super.gluebenchmark.com/</a:t>
            </a:r>
            <a:endParaRPr lang="en-IN" dirty="0"/>
          </a:p>
          <a:p>
            <a:pPr marL="495300" indent="-342900">
              <a:spcBef>
                <a:spcPts val="1000"/>
              </a:spcBef>
              <a:buSzPts val="1200"/>
              <a:buFont typeface="+mj-lt"/>
              <a:buAutoNum type="arabicPeriod"/>
            </a:pPr>
            <a:r>
              <a:rPr lang="en-IN" dirty="0"/>
              <a:t>A. Efrat, A. Dagan, Y. Goldberg, and R. Reichart, “</a:t>
            </a:r>
            <a:r>
              <a:rPr lang="en-IN" dirty="0" err="1"/>
              <a:t>SuperLIM</a:t>
            </a:r>
            <a:r>
              <a:rPr lang="en-IN" dirty="0"/>
              <a:t>: A Diagnostic Dataset for Evaluating the Linguistic Knowledge of Hebrew NLP Models,” </a:t>
            </a:r>
            <a:r>
              <a:rPr lang="en-IN" i="1" dirty="0"/>
              <a:t>Proc. Conf. Empirical Methods in Natural Language Processing (EMNLP)</a:t>
            </a:r>
            <a:r>
              <a:rPr lang="en-IN" dirty="0"/>
              <a:t>, 2022. [Online]. Available: </a:t>
            </a:r>
            <a:r>
              <a:rPr lang="en-IN" dirty="0">
                <a:hlinkClick r:id="rId6"/>
              </a:rPr>
              <a:t>https://github.com/allenai/superlim</a:t>
            </a:r>
            <a:endParaRPr lang="en-IN" dirty="0"/>
          </a:p>
        </p:txBody>
      </p:sp>
    </p:spTree>
    <p:extLst>
      <p:ext uri="{BB962C8B-B14F-4D97-AF65-F5344CB8AC3E}">
        <p14:creationId xmlns:p14="http://schemas.microsoft.com/office/powerpoint/2010/main" val="17428602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fade">
                                      <p:cBhvr>
                                        <p:cTn id="7" dur="1000"/>
                                        <p:tgtEl>
                                          <p:spTgt spid="12"/>
                                        </p:tgtEl>
                                      </p:cBhvr>
                                    </p:animEffect>
                                    <p:anim calcmode="lin" valueType="num">
                                      <p:cBhvr>
                                        <p:cTn id="8" dur="1000" fill="hold"/>
                                        <p:tgtEl>
                                          <p:spTgt spid="12"/>
                                        </p:tgtEl>
                                        <p:attrNameLst>
                                          <p:attrName>ppt_x</p:attrName>
                                        </p:attrNameLst>
                                      </p:cBhvr>
                                      <p:tavLst>
                                        <p:tav tm="0">
                                          <p:val>
                                            <p:strVal val="#ppt_x"/>
                                          </p:val>
                                        </p:tav>
                                        <p:tav tm="100000">
                                          <p:val>
                                            <p:strVal val="#ppt_x"/>
                                          </p:val>
                                        </p:tav>
                                      </p:tavLst>
                                    </p:anim>
                                    <p:anim calcmode="lin" valueType="num">
                                      <p:cBhvr>
                                        <p:cTn id="9" dur="1000" fill="hold"/>
                                        <p:tgtEl>
                                          <p:spTgt spid="12"/>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8"/>
                                        </p:tgtEl>
                                        <p:attrNameLst>
                                          <p:attrName>style.visibility</p:attrName>
                                        </p:attrNameLst>
                                      </p:cBhvr>
                                      <p:to>
                                        <p:strVal val="visible"/>
                                      </p:to>
                                    </p:set>
                                    <p:animEffect transition="in" filter="fade">
                                      <p:cBhvr>
                                        <p:cTn id="14" dur="1000"/>
                                        <p:tgtEl>
                                          <p:spTgt spid="8"/>
                                        </p:tgtEl>
                                      </p:cBhvr>
                                    </p:animEffect>
                                    <p:anim calcmode="lin" valueType="num">
                                      <p:cBhvr>
                                        <p:cTn id="15" dur="1000" fill="hold"/>
                                        <p:tgtEl>
                                          <p:spTgt spid="8"/>
                                        </p:tgtEl>
                                        <p:attrNameLst>
                                          <p:attrName>ppt_x</p:attrName>
                                        </p:attrNameLst>
                                      </p:cBhvr>
                                      <p:tavLst>
                                        <p:tav tm="0">
                                          <p:val>
                                            <p:strVal val="#ppt_x"/>
                                          </p:val>
                                        </p:tav>
                                        <p:tav tm="100000">
                                          <p:val>
                                            <p:strVal val="#ppt_x"/>
                                          </p:val>
                                        </p:tav>
                                      </p:tavLst>
                                    </p:anim>
                                    <p:anim calcmode="lin" valueType="num">
                                      <p:cBhvr>
                                        <p:cTn id="16"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P spid="8"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1870B1-0AFA-A987-3735-5C0ACF44E23A}"/>
            </a:ext>
          </a:extLst>
        </p:cNvPr>
        <p:cNvGrpSpPr/>
        <p:nvPr/>
      </p:nvGrpSpPr>
      <p:grpSpPr>
        <a:xfrm>
          <a:off x="0" y="0"/>
          <a:ext cx="0" cy="0"/>
          <a:chOff x="0" y="0"/>
          <a:chExt cx="0" cy="0"/>
        </a:xfrm>
      </p:grpSpPr>
      <p:sp>
        <p:nvSpPr>
          <p:cNvPr id="12" name="Google Shape;159;p34">
            <a:extLst>
              <a:ext uri="{FF2B5EF4-FFF2-40B4-BE49-F238E27FC236}">
                <a16:creationId xmlns:a16="http://schemas.microsoft.com/office/drawing/2014/main" id="{2B6FF717-3D75-C966-A067-455238D3DBC5}"/>
              </a:ext>
            </a:extLst>
          </p:cNvPr>
          <p:cNvSpPr txBox="1">
            <a:spLocks noGrp="1"/>
          </p:cNvSpPr>
          <p:nvPr>
            <p:ph type="ctrTitle"/>
          </p:nvPr>
        </p:nvSpPr>
        <p:spPr>
          <a:xfrm>
            <a:off x="2985950" y="328074"/>
            <a:ext cx="2891973" cy="51075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GB" sz="2400" u="sng" dirty="0"/>
              <a:t>REFERENCES</a:t>
            </a:r>
            <a:endParaRPr sz="2400" u="sng" dirty="0"/>
          </a:p>
        </p:txBody>
      </p:sp>
      <p:sp>
        <p:nvSpPr>
          <p:cNvPr id="8" name="Rectangle 7">
            <a:extLst>
              <a:ext uri="{FF2B5EF4-FFF2-40B4-BE49-F238E27FC236}">
                <a16:creationId xmlns:a16="http://schemas.microsoft.com/office/drawing/2014/main" id="{B256A1FD-F2D9-4996-3084-BCCA5601767F}"/>
              </a:ext>
            </a:extLst>
          </p:cNvPr>
          <p:cNvSpPr/>
          <p:nvPr/>
        </p:nvSpPr>
        <p:spPr>
          <a:xfrm>
            <a:off x="705756" y="838824"/>
            <a:ext cx="7452360" cy="2503249"/>
          </a:xfrm>
          <a:prstGeom prst="rect">
            <a:avLst/>
          </a:prstGeom>
        </p:spPr>
        <p:txBody>
          <a:bodyPr wrap="square">
            <a:spAutoFit/>
          </a:bodyPr>
          <a:lstStyle/>
          <a:p>
            <a:pPr marL="495300" indent="-342900">
              <a:spcBef>
                <a:spcPts val="1000"/>
              </a:spcBef>
              <a:buSzPts val="1200"/>
              <a:buFont typeface="+mj-lt"/>
              <a:buAutoNum type="arabicParenR" startAt="6"/>
            </a:pPr>
            <a:r>
              <a:rPr lang="en-IN" dirty="0"/>
              <a:t>T. Dettmers, A. Pagnoni, A. Holtzman, and L. Zettlemoyer, “</a:t>
            </a:r>
            <a:r>
              <a:rPr lang="en-IN" dirty="0" err="1"/>
              <a:t>QLoRA</a:t>
            </a:r>
            <a:r>
              <a:rPr lang="en-IN" dirty="0"/>
              <a:t>: Efficient Finetuning of Quantized LLMs,” </a:t>
            </a:r>
            <a:r>
              <a:rPr lang="en-IN" i="1" dirty="0" err="1"/>
              <a:t>arXiv</a:t>
            </a:r>
            <a:r>
              <a:rPr lang="en-IN" i="1" dirty="0"/>
              <a:t> preprint</a:t>
            </a:r>
            <a:r>
              <a:rPr lang="en-IN" dirty="0"/>
              <a:t> arXiv:2305.14314, 2023. [Online]. Available: </a:t>
            </a:r>
            <a:r>
              <a:rPr lang="en-IN" dirty="0">
                <a:hlinkClick r:id="rId2"/>
              </a:rPr>
              <a:t>https://arxiv.org/abs/2305.14314</a:t>
            </a:r>
            <a:r>
              <a:rPr lang="en-IN" dirty="0"/>
              <a:t> </a:t>
            </a:r>
          </a:p>
          <a:p>
            <a:pPr marL="495300" indent="-342900">
              <a:spcBef>
                <a:spcPts val="1000"/>
              </a:spcBef>
              <a:buSzPts val="1200"/>
              <a:buFont typeface="+mj-lt"/>
              <a:buAutoNum type="arabicParenR" startAt="6"/>
            </a:pPr>
            <a:r>
              <a:rPr lang="en-US" dirty="0"/>
              <a:t>D. Park, B. Min, S. Lim, and B. Kim, “ATIRS: Towards Adaptive Threat Analysis with Intelligent Log Summarization and Response Recommendation,” </a:t>
            </a:r>
            <a:r>
              <a:rPr lang="en-US" i="1" dirty="0"/>
              <a:t>Electronics</a:t>
            </a:r>
            <a:r>
              <a:rPr lang="en-US" dirty="0"/>
              <a:t>, vol. 14, no. 7, article 1289, 2025. [Online]. Available: </a:t>
            </a:r>
            <a:r>
              <a:rPr lang="en-US" dirty="0">
                <a:hlinkClick r:id="rId3"/>
              </a:rPr>
              <a:t>https://doi.org/10.3390/electronics14071289</a:t>
            </a:r>
            <a:endParaRPr lang="en-US" dirty="0"/>
          </a:p>
          <a:p>
            <a:pPr marL="495300" indent="-342900">
              <a:spcBef>
                <a:spcPts val="1000"/>
              </a:spcBef>
              <a:buSzPts val="1200"/>
              <a:buFont typeface="+mj-lt"/>
              <a:buAutoNum type="arabicParenR" startAt="6"/>
            </a:pPr>
            <a:r>
              <a:rPr lang="en-IN" dirty="0"/>
              <a:t>N. Neph </a:t>
            </a:r>
            <a:r>
              <a:rPr lang="en-IN" i="1" dirty="0"/>
              <a:t>et al.</a:t>
            </a:r>
            <a:r>
              <a:rPr lang="en-IN" dirty="0"/>
              <a:t>, “Alpaca-Lora-GPT4-Swedish-Refined Dataset,” </a:t>
            </a:r>
            <a:r>
              <a:rPr lang="en-IN" i="1" dirty="0"/>
              <a:t>Hugging Face Datasets</a:t>
            </a:r>
            <a:r>
              <a:rPr lang="en-IN" dirty="0"/>
              <a:t>, 2025. [Online]. Available: </a:t>
            </a:r>
            <a:r>
              <a:rPr lang="en-IN" dirty="0">
                <a:hlinkClick r:id="rId4"/>
              </a:rPr>
              <a:t>https://huggingface.co/datasets/neph1/Alpaca-Lora-GPT4-Swedish-Refined</a:t>
            </a:r>
            <a:endParaRPr lang="en-IN" dirty="0"/>
          </a:p>
        </p:txBody>
      </p:sp>
    </p:spTree>
    <p:extLst>
      <p:ext uri="{BB962C8B-B14F-4D97-AF65-F5344CB8AC3E}">
        <p14:creationId xmlns:p14="http://schemas.microsoft.com/office/powerpoint/2010/main" val="18042260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fade">
                                      <p:cBhvr>
                                        <p:cTn id="7" dur="1000"/>
                                        <p:tgtEl>
                                          <p:spTgt spid="12"/>
                                        </p:tgtEl>
                                      </p:cBhvr>
                                    </p:animEffect>
                                    <p:anim calcmode="lin" valueType="num">
                                      <p:cBhvr>
                                        <p:cTn id="8" dur="1000" fill="hold"/>
                                        <p:tgtEl>
                                          <p:spTgt spid="12"/>
                                        </p:tgtEl>
                                        <p:attrNameLst>
                                          <p:attrName>ppt_x</p:attrName>
                                        </p:attrNameLst>
                                      </p:cBhvr>
                                      <p:tavLst>
                                        <p:tav tm="0">
                                          <p:val>
                                            <p:strVal val="#ppt_x"/>
                                          </p:val>
                                        </p:tav>
                                        <p:tav tm="100000">
                                          <p:val>
                                            <p:strVal val="#ppt_x"/>
                                          </p:val>
                                        </p:tav>
                                      </p:tavLst>
                                    </p:anim>
                                    <p:anim calcmode="lin" valueType="num">
                                      <p:cBhvr>
                                        <p:cTn id="9" dur="1000" fill="hold"/>
                                        <p:tgtEl>
                                          <p:spTgt spid="12"/>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8"/>
                                        </p:tgtEl>
                                        <p:attrNameLst>
                                          <p:attrName>style.visibility</p:attrName>
                                        </p:attrNameLst>
                                      </p:cBhvr>
                                      <p:to>
                                        <p:strVal val="visible"/>
                                      </p:to>
                                    </p:set>
                                    <p:animEffect transition="in" filter="fade">
                                      <p:cBhvr>
                                        <p:cTn id="14" dur="1000"/>
                                        <p:tgtEl>
                                          <p:spTgt spid="8"/>
                                        </p:tgtEl>
                                      </p:cBhvr>
                                    </p:animEffect>
                                    <p:anim calcmode="lin" valueType="num">
                                      <p:cBhvr>
                                        <p:cTn id="15" dur="1000" fill="hold"/>
                                        <p:tgtEl>
                                          <p:spTgt spid="8"/>
                                        </p:tgtEl>
                                        <p:attrNameLst>
                                          <p:attrName>ppt_x</p:attrName>
                                        </p:attrNameLst>
                                      </p:cBhvr>
                                      <p:tavLst>
                                        <p:tav tm="0">
                                          <p:val>
                                            <p:strVal val="#ppt_x"/>
                                          </p:val>
                                        </p:tav>
                                        <p:tav tm="100000">
                                          <p:val>
                                            <p:strVal val="#ppt_x"/>
                                          </p:val>
                                        </p:tav>
                                      </p:tavLst>
                                    </p:anim>
                                    <p:anim calcmode="lin" valueType="num">
                                      <p:cBhvr>
                                        <p:cTn id="16"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P spid="8"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3190500" y="2072640"/>
            <a:ext cx="2673600" cy="664273"/>
          </a:xfrm>
        </p:spPr>
        <p:txBody>
          <a:bodyPr/>
          <a:lstStyle/>
          <a:p>
            <a:r>
              <a:rPr lang="en-GB" dirty="0"/>
              <a:t>THANK YOU</a:t>
            </a:r>
            <a:br>
              <a:rPr lang="en-GB" dirty="0"/>
            </a:br>
            <a:r>
              <a:rPr lang="en-GB" dirty="0"/>
              <a:t>THE END</a:t>
            </a:r>
          </a:p>
        </p:txBody>
      </p:sp>
    </p:spTree>
    <p:extLst>
      <p:ext uri="{BB962C8B-B14F-4D97-AF65-F5344CB8AC3E}">
        <p14:creationId xmlns:p14="http://schemas.microsoft.com/office/powerpoint/2010/main" val="266104411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anim calcmode="lin" valueType="num">
                                      <p:cBhvr>
                                        <p:cTn id="8" dur="1000" fill="hold"/>
                                        <p:tgtEl>
                                          <p:spTgt spid="2"/>
                                        </p:tgtEl>
                                        <p:attrNameLst>
                                          <p:attrName>ppt_x</p:attrName>
                                        </p:attrNameLst>
                                      </p:cBhvr>
                                      <p:tavLst>
                                        <p:tav tm="0">
                                          <p:val>
                                            <p:strVal val="#ppt_x"/>
                                          </p:val>
                                        </p:tav>
                                        <p:tav tm="100000">
                                          <p:val>
                                            <p:strVal val="#ppt_x"/>
                                          </p:val>
                                        </p:tav>
                                      </p:tavLst>
                                    </p:anim>
                                    <p:anim calcmode="lin" valueType="num">
                                      <p:cBhvr>
                                        <p:cTn id="9" dur="1000" fill="hold"/>
                                        <p:tgtEl>
                                          <p:spTgt spid="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theme/theme1.xml><?xml version="1.0" encoding="utf-8"?>
<a:theme xmlns:a="http://schemas.openxmlformats.org/drawingml/2006/main" name="Tech Newsletter XL by Slidesgo">
  <a:themeElements>
    <a:clrScheme name="Simple Light">
      <a:dk1>
        <a:srgbClr val="000000"/>
      </a:dk1>
      <a:lt1>
        <a:srgbClr val="FFFFFF"/>
      </a:lt1>
      <a:dk2>
        <a:srgbClr val="595959"/>
      </a:dk2>
      <a:lt2>
        <a:srgbClr val="EEEEEE"/>
      </a:lt2>
      <a:accent1>
        <a:srgbClr val="F3F3F3"/>
      </a:accent1>
      <a:accent2>
        <a:srgbClr val="D9D9D9"/>
      </a:accent2>
      <a:accent3>
        <a:srgbClr val="B7B7B7"/>
      </a:accent3>
      <a:accent4>
        <a:srgbClr val="999999"/>
      </a:accent4>
      <a:accent5>
        <a:srgbClr val="666666"/>
      </a:accent5>
      <a:accent6>
        <a:srgbClr val="000000"/>
      </a:accent6>
      <a:hlink>
        <a:srgbClr val="434343"/>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2564</TotalTime>
  <Words>1813</Words>
  <Application>Microsoft Office PowerPoint</Application>
  <PresentationFormat>On-screen Show (16:9)</PresentationFormat>
  <Paragraphs>290</Paragraphs>
  <Slides>13</Slides>
  <Notes>10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13</vt:i4>
      </vt:variant>
    </vt:vector>
  </HeadingPairs>
  <TitlesOfParts>
    <vt:vector size="20" baseType="lpstr">
      <vt:lpstr>Exo 2</vt:lpstr>
      <vt:lpstr>Calibri</vt:lpstr>
      <vt:lpstr>Arial</vt:lpstr>
      <vt:lpstr>Roboto Condensed Light</vt:lpstr>
      <vt:lpstr>Cambria Math</vt:lpstr>
      <vt:lpstr>Nunito Light</vt:lpstr>
      <vt:lpstr>Tech Newsletter XL by Slidesgo</vt:lpstr>
      <vt:lpstr>The Impact of Quantization on Swedish Language Understanding</vt:lpstr>
      <vt:lpstr>MOTIVATION</vt:lpstr>
      <vt:lpstr>SOLUTION - QUANTIZATION</vt:lpstr>
      <vt:lpstr>HYPOTHESIS</vt:lpstr>
      <vt:lpstr>EVALUATION</vt:lpstr>
      <vt:lpstr>IMPACT OF QUANTIZATION</vt:lpstr>
      <vt:lpstr>MITIGATION - QLoRA</vt:lpstr>
      <vt:lpstr>FINE - TUNING</vt:lpstr>
      <vt:lpstr>Results </vt:lpstr>
      <vt:lpstr>Conclusion</vt:lpstr>
      <vt:lpstr>REFERENCES</vt:lpstr>
      <vt:lpstr>REFERENCES</vt:lpstr>
      <vt:lpstr>THANK YOU THE END</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E-BUSINESS  WEBSITE</dc:title>
  <cp:lastModifiedBy>Naman Desai</cp:lastModifiedBy>
  <cp:revision>144</cp:revision>
  <dcterms:modified xsi:type="dcterms:W3CDTF">2026-05-01T22:50:02Z</dcterms:modified>
</cp:coreProperties>
</file>